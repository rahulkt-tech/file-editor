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PDF Content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Converted from 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RAHUL KT</a:t>
            </a:r>
          </a:p>
          <a:p>
            <a:pPr/>
            <a:r>
              <a:t>BTECH COMPUTER</a:t>
            </a:r>
          </a:p>
          <a:p>
            <a:pPr/>
            <a:r>
              <a:t>SCIENCE STUDENT</a:t>
            </a:r>
          </a:p>
          <a:p>
            <a:pPr/>
            <a:r>
              <a:t>7594023193</a:t>
            </a:r>
          </a:p>
          <a:p>
            <a:pPr/>
            <a:r>
              <a:t>rahul-kt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Rahulkt-tech</a:t>
            </a:r>
          </a:p>
          <a:p>
            <a:pPr/>
            <a:r>
              <a:t>rahulkt5909@gmail.com</a:t>
            </a:r>
          </a:p>
          <a:p>
            <a:pPr/>
            <a:r>
              <a:t>ABOUT ME</a:t>
            </a:r>
          </a:p>
          <a:p>
            <a:pPr/>
            <a:r>
              <a:t>Second-year B.Tech Computer Science student at Indian Institute of Information Technology Kottayam w</a:t>
            </a:r>
          </a:p>
          <a:p>
            <a:pPr/>
            <a:r>
              <a:t>development, problem solving, and building scalable web applications. Skilled in full stack web deve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(Part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Algorithms, with hands-on experience in developing responsive and user-friendly applications.</a:t>
            </a:r>
          </a:p>
          <a:p>
            <a:pPr/>
            <a:r>
              <a:t>Proficient in technologies such as HTML, CSS, JavaScript, React.js, Node.js, Express.js, and MySQL/M</a:t>
            </a:r>
          </a:p>
          <a:p>
            <a:pPr/>
            <a:r>
              <a:t>control. Comfortable working with REST APIs, frontend-backend integration, and database management. </a:t>
            </a:r>
          </a:p>
          <a:p>
            <a:pPr/>
            <a:r>
              <a:t>concepts including arrays, linked lists, trees, graphs, sorting, searching, and dynamic programming.</a:t>
            </a:r>
          </a:p>
          <a:p>
            <a:pPr/>
            <a:r>
              <a:t>Passionate about learning new technologies, improving coding skills, and gaining practical industry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(Part 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internships.</a:t>
            </a:r>
          </a:p>
          <a:p>
            <a:pPr/>
            <a:r>
              <a:t>EDUCATION</a:t>
            </a:r>
          </a:p>
          <a:p>
            <a:pPr/>
            <a:r>
              <a:t>INDIAN INSTITUTE OF INFORMATION TEACHNOLOGY KOTTAYAM</a:t>
            </a:r>
          </a:p>
          <a:p>
            <a:pPr/>
            <a:r>
              <a:t>CMR HIGHER SECONDARY SCHOOL</a:t>
            </a:r>
          </a:p>
          <a:p>
            <a:pPr/>
            <a:r>
              <a:t>B.Tech in Computer Science and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(Part 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2024 – Present</a:t>
            </a:r>
          </a:p>
          <a:p>
            <a:pPr/>
            <a:r>
              <a:t>CGPA: 8.23</a:t>
            </a:r>
          </a:p>
          <a:p>
            <a:pPr/>
            <a:r>
              <a:t>Class XII –Kerala Board</a:t>
            </a:r>
          </a:p>
          <a:p>
            <a:pPr/>
            <a:r>
              <a:t>2024</a:t>
            </a:r>
          </a:p>
          <a:p>
            <a:pPr/>
            <a:r>
              <a:t>Percentage: 98.2%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(Part 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SKILL</a:t>
            </a:r>
          </a:p>
          <a:p>
            <a:pPr/>
            <a:r>
              <a:t>Analytical Thinking</a:t>
            </a:r>
          </a:p>
          <a:p>
            <a:pPr/>
            <a:r>
              <a:t>Problem Solving</a:t>
            </a:r>
          </a:p>
          <a:p>
            <a:pPr/>
            <a:r>
              <a:t>Team Collaboration</a:t>
            </a:r>
          </a:p>
          <a:p>
            <a:pPr/>
            <a:r>
              <a:t>Adaptability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(Part 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Communication</a:t>
            </a:r>
          </a:p>
          <a:p>
            <a:pPr/>
            <a:r>
              <a:t>Development skills</a:t>
            </a:r>
          </a:p>
          <a:p>
            <a:pPr/>
            <a:r>
              <a:t>PROJECTS</a:t>
            </a:r>
          </a:p>
          <a:p>
            <a:pPr/>
            <a:r>
              <a:t>Primate</a:t>
            </a:r>
          </a:p>
          <a:p>
            <a:pPr/>
            <a:r>
              <a:t>Developed a full-stack web application that analyzes and compares product prices across multiple e-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(Part 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commerce platforms such as Amazon and Flipkart to help users find the best available deals. Implemen</a:t>
            </a:r>
          </a:p>
          <a:p>
            <a:pPr/>
            <a:r>
              <a:t>product search, price comparison, and smart recommendation features with a user-friendly responsive</a:t>
            </a:r>
          </a:p>
          <a:p>
            <a:pPr/>
            <a:r>
              <a:t>interface. Integrated APIs/web scraping techniques for fetching product details and pricing data, al</a:t>
            </a:r>
          </a:p>
          <a:p>
            <a:pPr/>
            <a:r>
              <a:t>filtering and sorting functionalities for enhanced user experience. Built using technologies such as</a:t>
            </a:r>
          </a:p>
          <a:p>
            <a:pPr/>
            <a:r>
              <a:t>Node.js, Express.js, and MongoDB/MySQL.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(Part 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 Detector — AI-Based Object Detection System</a:t>
            </a:r>
          </a:p>
          <a:p>
            <a:pPr/>
            <a:r>
              <a:t>Developed an AI-powered image detection application capable of identifying and classifying objects p</a:t>
            </a:r>
          </a:p>
          <a:p>
            <a:pPr/>
            <a:r>
              <a:t>in uploaded images using computer vision and deep learning techniques. Implemented image processing</a:t>
            </a:r>
          </a:p>
          <a:p>
            <a:pPr/>
            <a:r>
              <a:t>and object recognition functionalities to analyze images and display detected objects with high accu</a:t>
            </a:r>
          </a:p>
          <a:p>
            <a:pPr/>
            <a:r>
              <a:t>Designed an interactive and user-friendly interface for image upload and result visualization. Utili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(Part 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technologies such as Python, TensorFlow/OpenCV, and modern web technologies for seamless integration</a:t>
            </a:r>
          </a:p>
          <a:p>
            <a:pPr/>
            <a:r>
              <a:t>and performance.</a:t>
            </a:r>
          </a:p>
          <a:p>
            <a:pPr/>
            <a:r>
              <a:t>AI chatbot</a:t>
            </a:r>
          </a:p>
          <a:p>
            <a:pPr/>
            <a:r>
              <a:t>Developed an AI-powered chatbot capable of generating intelligent and context-aware responses to use</a:t>
            </a:r>
          </a:p>
          <a:p>
            <a:pPr/>
            <a:r>
              <a:t>queries using Natural Language Processing (NLP) techniques and AI APIs/models. Designed a responsive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(Part 11)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chat interface that enables real-time communication and seamless user experience. Implem</a:t>
            </a:r>
          </a:p>
          <a:p>
            <a:pPr/>
            <a:r>
              <a:t>features such as message handling, conversation flow management, and dynamic response generation. Bu</a:t>
            </a:r>
          </a:p>
          <a:p>
            <a:pPr/>
            <a:r>
              <a:t>using technologies such as React.js, Node.js, and AI/NLP integration tools.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