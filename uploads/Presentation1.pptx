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38FB7F-E4F1-4E27-A01B-D44818D25057}" v="3" dt="2025-08-29T06:58:56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6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4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kt" userId="2818ff7884954db9" providerId="LiveId" clId="{D938FB7F-E4F1-4E27-A01B-D44818D25057}"/>
    <pc:docChg chg="addSld modSld sldOrd">
      <pc:chgData name="rahul kt" userId="2818ff7884954db9" providerId="LiveId" clId="{D938FB7F-E4F1-4E27-A01B-D44818D25057}" dt="2025-08-29T06:59:21.880" v="39" actId="1076"/>
      <pc:docMkLst>
        <pc:docMk/>
      </pc:docMkLst>
      <pc:sldChg chg="addSp modSp mod">
        <pc:chgData name="rahul kt" userId="2818ff7884954db9" providerId="LiveId" clId="{D938FB7F-E4F1-4E27-A01B-D44818D25057}" dt="2025-08-29T06:59:21.880" v="39" actId="1076"/>
        <pc:sldMkLst>
          <pc:docMk/>
          <pc:sldMk cId="1601391404" sldId="256"/>
        </pc:sldMkLst>
        <pc:spChg chg="add mod">
          <ac:chgData name="rahul kt" userId="2818ff7884954db9" providerId="LiveId" clId="{D938FB7F-E4F1-4E27-A01B-D44818D25057}" dt="2025-08-29T06:59:21.880" v="39" actId="1076"/>
          <ac:spMkLst>
            <pc:docMk/>
            <pc:sldMk cId="1601391404" sldId="256"/>
            <ac:spMk id="2" creationId="{2BEEB937-9142-F546-AA2D-8C73129C2F0B}"/>
          </ac:spMkLst>
        </pc:spChg>
      </pc:sldChg>
      <pc:sldChg chg="addSp modSp new mod ord">
        <pc:chgData name="rahul kt" userId="2818ff7884954db9" providerId="LiveId" clId="{D938FB7F-E4F1-4E27-A01B-D44818D25057}" dt="2025-08-29T06:58:17.284" v="6" actId="962"/>
        <pc:sldMkLst>
          <pc:docMk/>
          <pc:sldMk cId="2033302272" sldId="261"/>
        </pc:sldMkLst>
        <pc:picChg chg="add mod">
          <ac:chgData name="rahul kt" userId="2818ff7884954db9" providerId="LiveId" clId="{D938FB7F-E4F1-4E27-A01B-D44818D25057}" dt="2025-08-29T06:58:17.284" v="6" actId="962"/>
          <ac:picMkLst>
            <pc:docMk/>
            <pc:sldMk cId="2033302272" sldId="261"/>
            <ac:picMk id="3" creationId="{76AEDB0F-2E34-A5AF-E90A-A28B9D91499B}"/>
          </ac:picMkLst>
        </pc:picChg>
      </pc:sldChg>
      <pc:sldChg chg="addSp modSp new mod">
        <pc:chgData name="rahul kt" userId="2818ff7884954db9" providerId="LiveId" clId="{D938FB7F-E4F1-4E27-A01B-D44818D25057}" dt="2025-08-29T06:58:48.399" v="13" actId="1076"/>
        <pc:sldMkLst>
          <pc:docMk/>
          <pc:sldMk cId="1891522293" sldId="262"/>
        </pc:sldMkLst>
        <pc:picChg chg="add mod">
          <ac:chgData name="rahul kt" userId="2818ff7884954db9" providerId="LiveId" clId="{D938FB7F-E4F1-4E27-A01B-D44818D25057}" dt="2025-08-29T06:58:48.399" v="13" actId="1076"/>
          <ac:picMkLst>
            <pc:docMk/>
            <pc:sldMk cId="1891522293" sldId="262"/>
            <ac:picMk id="3" creationId="{D842E47F-51E9-A06D-9A6F-DBB2B71D872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14AE-0794-28D7-1116-1C453339D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18D04D-5967-69AC-F2CF-A4332391F7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53361-AE43-9C99-5C2C-7A418321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D6E57-F4E4-BE7B-DAFB-52E53E38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BFD97-5DC6-95A5-D9AD-2A41C5C62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892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AD5B7-A8E0-8D55-1780-C24DA9108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31764C-5DC8-6019-72F5-B05BA455A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5382D0-1C41-6B5B-4B5C-0BEAA9B71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AF34D-3A55-FC52-9853-3FDE6DB79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21638-69AF-A31A-B439-8B9DFB2B9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07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9A41D-2E9C-F3B5-28FE-23DA94DFE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773E1-8B52-2263-67FC-C5C1C19BB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9FE22-4E49-C798-05AE-8FB5969E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31910-CA5B-0627-76CC-CB9C9719F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FBF96-DBF9-913E-5ABD-3800A35B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608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2EF1-080B-3C6E-1433-AD232DDF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7C841-2FE5-5FF0-3E7E-F5F2D5C36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C9AE3-1D74-0B65-AA28-FCB883D2E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802CC5-9CAA-4C05-3826-77037B00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51E25-A8DB-0D8F-52A6-807CC35E3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FDEA3-A2F3-7985-01D5-ED41E86C6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315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1C4C5-7B75-328B-1BE3-866342A49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4BA21-A651-03A7-B8A6-73B024446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232288-05B4-786A-1116-74E03E49A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53E4C1-90A7-CBF7-C139-F6C4DB16E3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D88C9C-DA95-47B0-EEA4-B2CA7EB15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F8B1F-A450-8962-5515-9433C5D8C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C9C761-58AE-3C28-7B36-E0102467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D164BB-EAF0-F494-E4DD-06C7177C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235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A1AC-2859-D06B-231A-54C23109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B47657-5469-1EE1-6D05-6D4333DED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7FDD8-AADD-425C-3634-31FB04216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07D746-F428-8350-0431-C88238F47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10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102F1-0409-CDB8-591E-889E0A6AD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B6E296-AB50-0B02-E7AB-D8BEC14D3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76A6C-8628-A705-6302-ED47CF1CE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231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8FF7B-2698-B9A6-92A6-98B13578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8E9A4-4650-4619-9D73-BE6091A8B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41348-2981-EE39-C002-DB3E991D4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63960-ECCF-2D80-168C-16F737E3C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1A2F19-4E91-93AE-2FA0-A9539A32C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CDF9F-5C87-9A54-30C6-8EBB7398B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81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81C08-ABB0-ED46-B60A-97A427B0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D40909-7946-C15B-7E87-AF44689FE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622352-0D0B-2A6E-095D-C3C531356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7FCC2-D129-BD1D-CB98-045646E17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2E436-88BA-244E-CD5F-9331AA4ED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5A154-E724-7A75-2868-EA8143EF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647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1778-05D7-B5A7-C40B-47774F409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75B49-0965-1234-A353-B114A82DB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E8B28-BB8E-08CD-F4C2-F72B9957D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C3843-8145-BD6E-44B7-E2A187AC6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C6E18-C964-8448-CA91-057BFED9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387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D220BC-15B2-6D77-5BB2-579E5BE4E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87EA6-75EF-B828-77C7-5821FDF44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52A56-3C15-119E-3AA0-90A1ABE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FDDAF-3E0D-74C0-3314-6224EA118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E1222-181F-F225-F6FD-4782DD81F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69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D31B73-7D21-98B2-7E2C-FE87C4C16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58448-D36F-123C-5F13-F9EC15F00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2E076-BF07-06C1-D0E7-5E269110A7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BD0A5C-B1FB-4873-BDA2-EDEBBE68A1C1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89609-D3F1-FA48-F30A-EB30A04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CEA25-1ADB-0066-1373-5F71FBB34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49F45-FC53-4B54-869B-7582C7290D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08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1696C5-F5DD-D28A-9A50-5DD137006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182" y="344883"/>
            <a:ext cx="7093800" cy="57033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EEB937-9142-F546-AA2D-8C73129C2F0B}"/>
              </a:ext>
            </a:extLst>
          </p:cNvPr>
          <p:cNvSpPr txBox="1"/>
          <p:nvPr/>
        </p:nvSpPr>
        <p:spPr>
          <a:xfrm>
            <a:off x="9673167" y="168965"/>
            <a:ext cx="20986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RAHUL KT</a:t>
            </a:r>
          </a:p>
          <a:p>
            <a:r>
              <a:rPr lang="en-IN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2024BCS0224</a:t>
            </a:r>
          </a:p>
        </p:txBody>
      </p:sp>
    </p:spTree>
    <p:extLst>
      <p:ext uri="{BB962C8B-B14F-4D97-AF65-F5344CB8AC3E}">
        <p14:creationId xmlns:p14="http://schemas.microsoft.com/office/powerpoint/2010/main" val="1601391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16A907-4643-98F5-1251-2BF9BEE93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381054"/>
            <a:ext cx="9981007" cy="609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3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3698F4-B20B-2288-FB4E-82CEC7F9B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88" y="313823"/>
            <a:ext cx="8090093" cy="585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41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3CBDD67-E187-B71D-F1A4-27785AA8E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1" y="158005"/>
            <a:ext cx="10304360" cy="6541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000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04145C-C6A9-7989-B74E-FDED306B2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04" y="198782"/>
            <a:ext cx="9314688" cy="646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277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AEDB0F-2E34-A5AF-E90A-A28B9D9149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4" y="428015"/>
            <a:ext cx="9916909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02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42E47F-51E9-A06D-9A6F-DBB2B71D8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23" y="671499"/>
            <a:ext cx="11528414" cy="508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522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kt</dc:creator>
  <cp:lastModifiedBy>rahul kt</cp:lastModifiedBy>
  <cp:revision>1</cp:revision>
  <dcterms:created xsi:type="dcterms:W3CDTF">2025-08-29T06:41:32Z</dcterms:created>
  <dcterms:modified xsi:type="dcterms:W3CDTF">2025-08-29T06:59:25Z</dcterms:modified>
</cp:coreProperties>
</file>