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6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5.xml" ContentType="application/vnd.openxmlformats-officedocument.presentationml.notesSlide+xml"/>
  <Override PartName="/ppt/ink/ink11.xml" ContentType="application/inkml+xml"/>
  <Override PartName="/ppt/notesSlides/notesSlide16.xml" ContentType="application/vnd.openxmlformats-officedocument.presentationml.notesSlide+xml"/>
  <Override PartName="/ppt/ink/ink1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3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19.xml" ContentType="application/inkml+xml"/>
  <Override PartName="/ppt/notesSlides/notesSlide38.xml" ContentType="application/vnd.openxmlformats-officedocument.presentationml.notesSlide+xml"/>
  <Override PartName="/ppt/ink/ink20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21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ink/ink22.xml" ContentType="application/inkml+xml"/>
  <Override PartName="/ppt/notesSlides/notesSlide44.xml" ContentType="application/vnd.openxmlformats-officedocument.presentationml.notesSlide+xml"/>
  <Override PartName="/ppt/ink/ink23.xml" ContentType="application/inkml+xml"/>
  <Override PartName="/ppt/notesSlides/notesSlide45.xml" ContentType="application/vnd.openxmlformats-officedocument.presentationml.notesSlide+xml"/>
  <Override PartName="/ppt/ink/ink24.xml" ContentType="application/inkml+xml"/>
  <Override PartName="/ppt/notesSlides/notesSlide46.xml" ContentType="application/vnd.openxmlformats-officedocument.presentationml.notesSlide+xml"/>
  <Override PartName="/ppt/ink/ink25.xml" ContentType="application/inkml+xml"/>
  <Override PartName="/ppt/notesSlides/notesSlide47.xml" ContentType="application/vnd.openxmlformats-officedocument.presentationml.notesSlide+xml"/>
  <Override PartName="/ppt/ink/ink26.xml" ContentType="application/inkml+xml"/>
  <Override PartName="/ppt/notesSlides/notesSlide48.xml" ContentType="application/vnd.openxmlformats-officedocument.presentationml.notesSlide+xml"/>
  <Override PartName="/ppt/ink/ink27.xml" ContentType="application/inkml+xml"/>
  <Override PartName="/ppt/notesSlides/notesSlide49.xml" ContentType="application/vnd.openxmlformats-officedocument.presentationml.notesSlide+xml"/>
  <Override PartName="/ppt/ink/ink28.xml" ContentType="application/inkml+xml"/>
  <Override PartName="/ppt/notesSlides/notesSlide50.xml" ContentType="application/vnd.openxmlformats-officedocument.presentationml.notesSlide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439" r:id="rId2"/>
    <p:sldId id="266" r:id="rId3"/>
    <p:sldId id="267" r:id="rId4"/>
    <p:sldId id="256" r:id="rId5"/>
    <p:sldId id="441" r:id="rId6"/>
    <p:sldId id="257" r:id="rId7"/>
    <p:sldId id="442" r:id="rId8"/>
    <p:sldId id="443" r:id="rId9"/>
    <p:sldId id="444" r:id="rId10"/>
    <p:sldId id="445" r:id="rId11"/>
    <p:sldId id="272" r:id="rId12"/>
    <p:sldId id="273" r:id="rId13"/>
    <p:sldId id="274" r:id="rId14"/>
    <p:sldId id="327" r:id="rId15"/>
    <p:sldId id="328" r:id="rId16"/>
    <p:sldId id="420" r:id="rId17"/>
    <p:sldId id="421" r:id="rId18"/>
    <p:sldId id="422" r:id="rId19"/>
    <p:sldId id="423" r:id="rId20"/>
    <p:sldId id="424" r:id="rId21"/>
    <p:sldId id="425" r:id="rId22"/>
    <p:sldId id="426" r:id="rId23"/>
    <p:sldId id="344" r:id="rId24"/>
    <p:sldId id="345" r:id="rId25"/>
    <p:sldId id="430" r:id="rId26"/>
    <p:sldId id="431" r:id="rId27"/>
    <p:sldId id="432" r:id="rId28"/>
    <p:sldId id="433" r:id="rId29"/>
    <p:sldId id="434" r:id="rId30"/>
    <p:sldId id="277" r:id="rId31"/>
    <p:sldId id="278" r:id="rId32"/>
    <p:sldId id="435" r:id="rId33"/>
    <p:sldId id="436" r:id="rId34"/>
    <p:sldId id="440" r:id="rId35"/>
    <p:sldId id="378" r:id="rId36"/>
    <p:sldId id="428" r:id="rId37"/>
    <p:sldId id="429" r:id="rId38"/>
    <p:sldId id="379" r:id="rId39"/>
    <p:sldId id="373" r:id="rId40"/>
    <p:sldId id="380" r:id="rId41"/>
    <p:sldId id="372" r:id="rId42"/>
    <p:sldId id="374" r:id="rId43"/>
    <p:sldId id="294" r:id="rId44"/>
    <p:sldId id="258" r:id="rId45"/>
    <p:sldId id="338" r:id="rId46"/>
    <p:sldId id="295" r:id="rId47"/>
    <p:sldId id="446" r:id="rId48"/>
    <p:sldId id="296" r:id="rId49"/>
    <p:sldId id="297" r:id="rId50"/>
    <p:sldId id="298" r:id="rId51"/>
    <p:sldId id="447" r:id="rId52"/>
    <p:sldId id="448" r:id="rId53"/>
    <p:sldId id="449" r:id="rId54"/>
    <p:sldId id="450" r:id="rId55"/>
    <p:sldId id="260" r:id="rId56"/>
    <p:sldId id="299" r:id="rId57"/>
    <p:sldId id="451" r:id="rId58"/>
    <p:sldId id="262" r:id="rId59"/>
    <p:sldId id="375" r:id="rId60"/>
    <p:sldId id="376" r:id="rId61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239C9D-5B9E-C820-883B-9EBA9EC92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B7CD2-563C-B181-47C4-0C166E747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6D8D4C-FC8E-4C3E-AE78-3313BCBFEF06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E5EB4-E032-ED20-AB87-C2FFB8F77B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A8386-C527-DAD3-37D0-0DF97E18EA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B82959E-BF3A-416E-8249-F748293850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09:38:42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1981 17137 0,'0'0'0,"0"0"0,0 0 0,0 0 0</inkml:trace>
  <inkml:trace contextRef="#ctx0" brushRef="#br0" timeOffset="1926.639">2214 6015 0,'57'-18'0,"3"-14"16,3-9-1,13-8-15,32-23 0,21-22 0,-3-17 0,-126 111 16,0 0-16,0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09:55:29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2126 6584 0,'0'0'0,"0"0"0,0 0 0,13 2 0,8 6 0,7 5 0,0-7 0,3-6 0,-5 0 0,1-6 0,0 2 0,10-9 0,-3-4 0,9-5 15,11-8-15,4-5 0,-2 0 16,-2-5-16,-54 40 16,51-43-16,-51 43 0,0 0 15,54-61-15,-54 61 16,0 0-16,0 0 0</inkml:trace>
  <inkml:trace contextRef="#ctx0" brushRef="#br0" timeOffset="4023.381">1990 7928 0,'42'-22'0,"3"-2"0,13-5 0,5-2 0,10-6 0,-23 9 0,45-30 0,-95 58 0,0 0 0,0 0 0</inkml:trace>
  <inkml:trace contextRef="#ctx0" brushRef="#br0" timeOffset="4826.054">2030 9324 0,'6'7'0,"0"1"0,-4-3 0,3-2 16,8 0-16,2-3 0,10-8 16,5-3-1,7-4-15,15-5 16,7-5-16,11-6 0,11-2 15,-81 33-15,0 0 16,0 0-16</inkml:trace>
  <inkml:trace contextRef="#ctx0" brushRef="#br0" timeOffset="7657.946">1689 10233 0,'9'-22'0,"-2"1"0,0 10 0,-5 3 0,-2 4 0,2-2 0,-2 6 0,0 0 0,3 6 0,3 1 0,2 3 0,6-4 0,-2-2 0,3 2 16,-1-6-16,2 0 0,3-3 15,9-1-15,3-2 16,9-5 0,4-2-16,14-4 0,3-3 15,-61 20-15,0 0 0,0 0 16</inkml:trace>
  <inkml:trace contextRef="#ctx0" brushRef="#br0" timeOffset="8144.593">2077 11403 0,'0'17'0,"0"-1"0,0-7 0,0-1 16,0-3-16,5 1 0,-2-6 0,10 2 0,7-2 0,13 0 0,12-2 15,6-4-15,13-7 16,5-4-16,7-8 0,-10-5 16,-10 0-16,-56 30 15,0 0-15,0 0 16</inkml:trace>
  <inkml:trace contextRef="#ctx0" brushRef="#br0" timeOffset="8944.391">2080 12850 0,'0'8'0,"0"-1"0,-5 0 0,-1-1 0,6-2 0,4-2 0,-2 0 0,0-2 0,1 3 0,-1 2 0,4-1 0,4 0 0,10-3 0,1 2 0,9-3 16,10 0-16,6-3 15,10-2-15,3-7 0,5-2 16,11-5-16,8-13 15,10-11-15,-93 43 0,0 0 16,0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09:56:02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2670 8881 0,'37'-6'0,"1"-7"0,-5-3 0,0-2 0,-2 0 0,-31 18 0,36-22 0,-36 22 0,48-31 0,17-10 0,-1 0 0,-64 41 0,65-39 0,-65 39 0,59-39 16,-59 39-16,62-38 0,-5 1 15,-6 6-15,-51 31 0,52-32 16,-52 32-16,0 0 16,0 0-16</inkml:trace>
  <inkml:trace contextRef="#ctx0" brushRef="#br0" timeOffset="61915.272">2693 9826 0,'0'0'0,"0"0"0,0 0 0,0 0 0,0 0 0,0 0 0,0 0 0,0 0 0,0 0 0,11 2 0,2 2 0,11-1 0,-2-7 0,5-3 0,-4-7 0,9-7 0,5-2 0,-37 23 16,44-33-16,15-16 0,2-6 15,-2 5-15,-59 50 16,62-61-16,-62 61 16,0 0-16,0 0 0</inkml:trace>
  <inkml:trace contextRef="#ctx0" brushRef="#br0" timeOffset="70278.733">7436 10363 0,'36'0'0,"2"0"0,1 0 0,-1 0 0,2 0 0,0 0 0,-40 0 0,50 0 16,-50 0-16,64 0 0,8 0 0,-2 0 0,-70 0 0,78 4 0,-78-4 0,85 7 0,-85-7 0,112 8 0,-112-8 0,146 17 0,3-9 15,-10 3-15,-23-5 0,-22-4 16,-2 4-16,-1 0 16,6 0-16,3-4 0,5 1 0,-1-1 15,4 6 1,1 0-16,11-1 0,0-1 0,-3-4 16,-1 0-16,5 4 0,-2-3 15,2 3-15,-1-2 16,6-1-16,6 2 0,-2-3 15,6 3-15,11-2 16,5-3-16,-4 3 0,-7-3 31,-7-6-31,-6-1 0,-128 7 16,0 0-16,0 0 16</inkml:trace>
  <inkml:trace contextRef="#ctx0" brushRef="#br0" timeOffset="77278.901">7819 11473 0,'43'0'0,"6"0"0,-4 0 0,-45 0 0,57 0 0,-57 0 0,70 0 0,-70 0 0,86 8 0,18 3 0,-10 2 0,-94-13 0,94 15 0,-94-15 0,105 16 0,5 1 0,3-1 0,-8-7 16,-12 0-16,2-4 0,-95-5 15,115 5-15,14 3 16,3-1-16,-6-4 0,2 0 16,-128-3-16,142 0 0,22 0 15,8 2-15,-14 0 16,-6-2-16,-5-4 0,4 1 15,8-3 1,12 2-16,2-2 0,-6 4 0,0 2 31,-3-3-31,-6-4 0,-158 7 16,0 0-16,0 0 0</inkml:trace>
  <inkml:trace contextRef="#ctx0" brushRef="#br0" timeOffset="83971.965">12089 12658 0,'-44'0'0,"-4"-6"0,3 4 0,0-4 0,45 6 0,-48-5 0,-15 2 0,63 3 0,-71-8 0,-6 1 0,-3 0 15,0-4-15,0 1 0,80 10 0,-80-10 16,-1 5-16,-6-1 0,-21-1 16,-3 0-16,2-1 15,8-1-15,6 2 0,0 1 16,-10 2-16,-1 1 15,-2 0-15,-12 0 0,2-1 16,4 1 0,-4 1-16,-1 2 0,-6 5 0,-2-2 15,2-2-15,2-1 16,0 0 0,0 3-16,0 0 0,4 0 15,5 1-15,0 0 16,3 0-16,-2 4 0,3 0 15,5 0-15,13-3 16,0 0-16,-4 1 0,96-6 0,-101 5 16,-4-3-1,105-2-15,-104 0 0,9-2 0,95 2 16,-95-3-16,14-3 31,20 4-31,16 2 0,-2 0 0,47 0 16,-48-2-16,48 2 0,0 0 15,-73-8-15,73 8 0,0 0 0,0 0 16</inkml:trace>
  <inkml:trace contextRef="#ctx0" brushRef="#br0" timeOffset="115518.939">12612 12709 0,'-18'-3'0,"2"-3"0,1 2 0,-5 4 0,-6-3 0,1 3 0,4 0 0,3 0 0,1 0 0,-7 0 0,3 3 0,1-3 0,2 0 0,18 0 0,0 0 16,-28-3-16,28 3 0,0 0 15,-41-2-15,-13 0 16,-14-4-16,8 1 16,60 5-16,-64 0 15,64 0-15,-72 0 0,72 0 16,-80-2-16,-5-2 15,-17 0-15,5 4 0,9 0 16,88 0-16,-89 3 16,1-2-16,88-1 0,-95 6 15,95-6-15,-100 3 16,100-3 0,-110 2-16,-9-2 0,119 0 15,-115 0-15,8 0 16,107 0-16,-104 2 0,7-2 0,97 0 31,-101 4-31,101-4 0,-93 0 0,1 0 0,92 0 16,-89 0-16,89 0 15,-81 0-15,81 0 16,-68 0-16,68 0 0,0 0 16,-61-4-16,2 0 15,59 4-15,0 0 0,-55-9 16,12 2-16,43 7 15,0 0-15,0 0 0,-41-6 32,9 2-32,5-1 0,8-1 15,19 6-15,0 0 16,0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5:46:01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2016 16630 0,'0'0'0,"0"0"0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5:42:25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4578 8951 0,'30'-7'0,"2"2"0,-11 3 0,-3 2 0,-2 2 0,-11 3 0,-2 5 0,-8 4 0,-4 3 16,2 5-16,-3 0 0,3-4 16,1 3-16,3-7 15,3 5-15,3-1 16,6 3-16,2-6 0,5 4 16,-16-19-16,0 0 15,24 14-15,-24-14 0,0 0 16,0 0-16,28 24 15,-28-24-15,0 0 0,28 31 16,-28-31-16,0 0 16,19 45-16,-19-45 0,9 61 15,-7-3-15,7-5 16,-1-9-16,-8-44 16,0 0-16,12 45 0,-12-45 15,0 0-15,20 39 16,15 3-16,0-6 15,-4-8-15,-10-4 0,-21-24 16,0 0-16,18 25 0,-18-25 16,0 0-16,0 0 15,15 36-15,-5 5 16,-10-41-16,-8 43 0,8-43 16,0 0-16,0 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10:02:19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2629 6451 0,'34'6'0,"0"-6"0,4-6 0,1-6 0,11-12 0,2-10 0,10-4 0,15-5 0,28-22 0,16-11 0,-121 76 0,0 0 0,0 0 0</inkml:trace>
  <inkml:trace contextRef="#ctx0" brushRef="#br0" timeOffset="14715.984">2589 7868 0,'0'0'0,"0"0"0,0 0 16,0 0-1,7 0-15,6 6 0,7-1 0,5 1 0,-6-2 16,1-4-16,1-3 16,6-1-16,3-6 0,5-6 15,7-5-15,10-10 16,4-1-16,3-5 16,-6 1-16,-3 4 15,-50 32-15,53-43 16,-53 43-16,0 0 15,0 0-15</inkml:trace>
  <inkml:trace contextRef="#ctx0" brushRef="#br0" timeOffset="15771.289">2701 9737 0,'6'16'0,"-3"-1"0,4-1 0,1-4 0,-1-5 0,2-1 0,2 0 0,5-2 0,6-4 0,-3-6 0,7 0 0,6-5 0,1-2 16,-33 15-16,69-32 16,-69 32-16,114-58 0,-114 58 15,0 0 1,0 0-16</inkml:trace>
  <inkml:trace contextRef="#ctx0" brushRef="#br0" timeOffset="26965.116">2927 12760 0,'0'0'0,"0"0"0,0 0 0,5 12 0,1 12 0,4 14 0,0-7 0,3 0 0,3-13 0,1-2 0,1-12 0,8 1 0,6-10 0,11-10 16,13-15-16,12-12 16,10-9-16,29-21 15,14-11 1,-121 83-16,0 0 0,0 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5:57:06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8868 10236 0,'15'0'0,"13"0"0,3 0 0,-6 0 16,2 0-16,4 0 0,4 5 0,1 3 0,-5-6 0,-31-2 15,33 0-15,-33 0 16,45 0 0,-45 0-16,63 0 0,11-2 0,-74 2 15,81-3-15,-81 3 16,87 0-16,31 5 0,12-2 16,-11 0-1,-17 2-15,-14-3 0,-1-2 16,1-2-16,0 2 0,5 0 15,-1 0-15,-92 0 16,101 0 0,4 0-16,8 0 0,-6 2 15,-9 1-15,0-1 0,2 1 16,-3 0-16,1 1 0,1-1 16,3-1-1,-1-4-15,5-4 16,-1 5-16,-5 1 0,0 1 15,-1-1-15,0 0 0,4 3 16,2 0-16,-105-3 0,120 2 0,16-2 16,-136 0-16,159 3 15,11 0-15,-15-3 0,-36 0 16,-11 0-16,-6 0 31,0-3-31,-1 3 16,5 3-16,1 0 0,-107-3 15,119 2-15,22 2 16,2-8-16,-7 4 0,-17-2 16,-11 2-16,-6 0 15,-2 2-15,6 2 0,-2-3 16,2-1-16,-1 3 16,0-3-16,3 0 0,-3 0 15,3 0-15,-3 0 16,1 0-16,-1 0 0,2-3 15,1 2-15,-2-3 16,1 4-16,-1 0 0,-4 0 16,4 0-16,-2 0 15,2-5-15,-1 2 0,-2 3 16,-3 0-16,3-3 16,-7 1-16,0-4 0,-1 5 15,-5-5-15,-1 4 0,-2-3 16,1 2-1,-3 1-15,-85 2 0,90-6 16,5 4-16,-95 2 0,121-13 16,-121 13-16,0 0 15,0 0-15</inkml:trace>
  <inkml:trace contextRef="#ctx0" brushRef="#br0" timeOffset="51647.362">7685 12264 0,'53'-5'0,"4"0"0,-57 5 0,64-2 0,-64 2 15,80 0-15,9-5 0,4-1 0,-93 6 0,103-7 0,-103 7 0,0 0 16,0 0-16</inkml:trace>
  <inkml:trace contextRef="#ctx0" brushRef="#br0" timeOffset="65008.24">15305 12281 0,'-38'4'0,"-2"-2"0,7 4 0,-3-2 0,0 2 0,1-1 0,35-5 0,-48 3 0,48-3 0,-58 3 0,-14 4 0,0 4 16,72-11-16,-69 7 16,5-2-1,-8-1-15,72-4 0,-85 4 0,-20 1 16,105-5 0,-123 0-16,123 0 0,-131 5 0,-5-2 15,136-3-15,-143 3 0,143-3 16,-154 0-16,2 0 15,18 2-15,17-4 0,16 2 16,11 0-16,4 0 16,-7 0-16,-5-3 15,-7 6-15,3 1 0,3-1 16,2-6-16,-1-1 0,-3-2 31,0 6-31,1 3 0,2-3 0,-1 0 0,-4 0 31,5-6-31,3 4 0,5-3 0,0 5 0,1-4 32,5 3-32,1-2 15,16 0-15,1-1 0,66 4 16,-78-5-16,0-4 0,-5 4 16,83 5-16,-80-4 15,80 4-15,-86-6 0,-20-5 16,106 11-16,0 0 15,-106-12-15,106 12 0,-92-10 16,92 10-16,0 0 16,-91-23-16,91 23 15,0 0-15,0 0 0</inkml:trace>
  <inkml:trace contextRef="#ctx0" brushRef="#br0" timeOffset="66920.623">23838 12436 0,'-34'3'0,"1"5"0,-1 4 0,-7-7 0,2 0 0,-6 1 0,45-6 0,-52 8 0,-7 2 0,59-10 0,-66 10 0,66-10 15,-81 11-15,-8-4 16,-19 0-16,108-7 15,-118 9-15,-8-5 0,-1-4 16,11-4-16,11-5 16,10 5-16,-3 1 0,-2 1 15,-9-2-15,-8 3 16,4-5-16,1 1 0,-2-2 16,2 1-16,-1 0 15,-2 2-15,-6-4 0,-3 5 16,2 3-16,-7-1 15,1-5-15,-3 2 0,4-1 16,2 1-16,2-1 16,4 2-16,2 1 0,1-3 15,4 5-15,0-2 16,11 9-16,5-2 0,96-5 16,-117 0-16,117 0 15,0 0-15,0 0 0</inkml:trace>
  <inkml:trace contextRef="#ctx0" brushRef="#br0" timeOffset="113694.554">8381 15302 0,'-44'-5'0,"-8"-1"0,-7 6 0,-15-2 0,-11 4 0,-23 2 0,-2 3 0,2-4 0,-2 0 0,110-3 0,0 0 16,0 0-16</inkml:trace>
  <inkml:trace contextRef="#ctx0" brushRef="#br0" timeOffset="148239.608">22255 15429 0,'-40'0'0,"10"0"15,-7 0-15,2-6 0,-6 4 0,41 2 0,-49-6 0,49 6 0,-64-5 0,-10-3 0,-3 1 0,77 7 16,-77-13-16,2 3 15,-10 2-15,85 8 16,-105-10-16,105 10 0,-128-13 16,128 13-16,-151-12 15,151 12-15,-175-6 0,-10-1 16,23 6-16,32 1 16,24 0-16,3 1 0,6 4 15,-9-5-15,-1 0 16,-6 0-16,-7 2 15,-6 0-15,0-4 0,-2 0 16,-1-3-16,-6 5 16,-4 5-16,-10 3 0,2-4 15,2-4-15,-2 0 16,6-4-16,-4-2 0,-2-5 16,-2 7-16,-1 1 15,5 0-15,-4 1 0,-2-1 16,-4 1-16,5 2 15,-7 2-15,-11 1 16,7-3-16,-2 0 0,-5 0 16,-10-3-16,2-3 0,-1 1 15,2 8-15,3 3 16,3 1-16,5-1 16,-4-2-16,4 0 0,3 3 15,-1 3-15,-2 3 16,-3 5-16,3 3 15,2-4-15,5-3 0,1 1 16,2-3-16,154-12 0,0 0 16,0 0-16</inkml:trace>
  <inkml:trace contextRef="#ctx0" brushRef="#br0" timeOffset="178924.707">12448 16589 0,'-77'3'0,"77"-3"0,-94 2 0,-25 0 0,-1-2 0,14 0 0,-1 0 0,-4 0 16,-7 0-16,-4 0 0,3 0 15,1 0-15,-5 0 16,-6 0-16,2 0 0,-5-4 16,6-2-16,3 3 15,-6 3-15,2 6 0,-10-1 16,-9-3-16,38 3 16,-117 9-16,225-14 0,0 0 15,0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10:03:50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8134 8049 0,'-15'-14'0,"-4"1"0,7 6 16,-6 1-16,0 1 0,-2 2 0,-3 1 0,-3 4 0,-1 1 0,3-1 0,-5 3 0,29-5 0,-30 11 0,30-11 0,-36 16 0,36-16 15,-45 25-15,45-25 16,-58 38-16,3 7 16,5-2-16,50-43 0,-47 49 15,47-49-15,-44 55 16,0 6-16,10 0 0,34-61 16,-34 61-16,3 4 15,6-2-15,4 1 16,21-64-16,-14 63 0,14-63 15,-10 70-15,5 4 0,5-5 16,4-6-16,-4-63 16,11 58-16,-11-58 15,21 59-15,-21-59 0,34 57 16,-34-57 0,46 50-16,-46-50 0,58 45 15,10-11-15,-3-10 16,1-7-16,-8-5 0,1-4 15,-59-8-15,61-3 0,-61 3 16,65-8-16,6-13 16,-10-2-16,-61 23 15,59-28-15,-59 28 0,57-38 16,-5-8-16,-3-3 16,-49 49-16,41-51 0,-41 51 15,41-66-15,-4-2 0,-6-6 16,-31 74-16,23-75 15,-23 75 1,15-79-16,-15 79 0,3-85 0,-11-23 16,-11 6-16,-3 12 0,-8 21 31,-2 19-31,-1 12 0,-9 7 0,-6 5 16,-7 5-1,-13 6-15,-4 9 0,-8 5 16,-1 7-16,-5-1 0,86-5 15,0 0-15,0 0 16</inkml:trace>
  <inkml:trace contextRef="#ctx0" brushRef="#br0" timeOffset="87728.154">9074 12212 0,'15'0'0,"5"0"0,6 0 0,2 0 0,-1 0 0,3 0 0,3 0 0,3 9 0,-5-2 0,-3 2 0,-28-9 0,31 4 0,-31-4 16,44 3-16,-44-3 0,66 5 16,-66-5-16,81 6 15,-81-6-15,94 4 0,28 3 16,19 3-16,-9-8 16,-20-4-16,-11-8 0,-9 6 15,1 1-15,7-1 16,3 1-16,2-2 0,-5-1 15,0 4-15,0 2 16,3 0-16,-3 2 16,2 4-16,-4-4 0,2-2 15,0 0-15,5 0 0,-2 8 16,4-6-16,2 1 16,-7-1-16,-4 3 15,-7 4-15,5 2 0,-96-11 16,0 0-16,0 0 0</inkml:trace>
  <inkml:trace contextRef="#ctx0" brushRef="#br0" timeOffset="91701.173">8255 13389 0,'46'0'0,"-3"0"16,-3 0-16,-3 0 0,-37 0 0,55 0 0,-55 0 0,63 0 0,-63 0 0,83 8 0,1 5 0,-84-13 0,106 17 0,-12-4 0,4 0 0,-9 0 0,3-1 0,2 5 15,2-8 1,3-1-16,-3-1 0,0 5 0,11-3 16,9-3-1,10 1-15,-6-2 0,-3 1 0,4 2 16,9 4 0,-130-12-16,0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6:00:30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6536 9237 0,'0'0'0,"0"0"16,7 0-16,6 7 0,12 6 0,-7-2 0,3 2 0,-3-1 0,-3-4 0,1 3 0,-4-4 0,7-2 15,1-3-15,6-2 0,2-7 16,10-3-16,6-8 16,15-10-16,8-6 15,9-1-15,28-16 0,11-6 16,-7 3-16,-108 54 15,0 0-15,0 0 0</inkml:trace>
  <inkml:trace contextRef="#ctx0" brushRef="#br0" timeOffset="16112.654">6746 11081 0,'59'-32'0,"2"0"0,13-4 0,11-2 15,17-15-15,-19 13 0,47-36 0,-130 76 0,0 0 0,0 0 0</inkml:trace>
  <inkml:trace contextRef="#ctx0" brushRef="#br0" timeOffset="17800.142">6471 13030 0,'7'3'0,"3"9"0,-1 1 0,-5 0 0,1-6 0,0 1 0,9 0 0,9-5 0,3 0 16,4-6-16,2-3 0,8-4 15,8-5-15,-48 15 16,69-23-16,-69 23 0,0 0 15,66-34-15,-2-2 16,-10 3-16,-10 5 0,-14 7 16,-9 6-16,-21 15 15,0 0-15,0 0 0</inkml:trace>
  <inkml:trace contextRef="#ctx0" brushRef="#br0" timeOffset="19379.655">6653 15205 0,'-2'20'0,"-1"-5"0,1-4 0,2-6 0,0 0 0,0-2 0,2 2 0,6-3 15,12 1-15,6-3 0,2-3 0,-2-2 0,8-2 0,7-7 16,-41 14-16,50-16 16,-50 16-16,0 0 0,68-31 15,-68 31 1,69-43-16,-69 43 0,0 0 0,0 0 15</inkml:trace>
  <inkml:trace contextRef="#ctx0" brushRef="#br0" timeOffset="20059.225">6784 17192 0,'0'8'0,"0"-3"0,0-4 0,0-1 16,0 5-16,-5-4 0,0 4 0,0 1 0,1-3 0,-5 2 0,3 0 0,4 1 0,2-1 15,-2-4-15,2-1 0,0 3 16,2-3-16,0 5 16,4 1-16,1-5 0,-3 4 15,3-1-15,3-2 16,6 1-16,7-1 0,4-4 15,7-3-15,7-5 16,5-5-16,13-9 0,-59 24 16,65-42-16,-65 42 15,0 0-15,0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10:06:28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6748 11473 0,'42'-7'16,"7"3"-16,1 0 0,-2 3 0,10-3 0,-58 4 0,61 4 0,-61-4 0,75 1 0,-2 5 0,-14-4 0,-59-2 0,0 0 0,0 0 0</inkml:trace>
  <inkml:trace contextRef="#ctx0" brushRef="#br0" timeOffset="1298.575">7738 13714 0,'-33'0'0,"-3"0"0,1 0 0,-2 4 0,-7 0 0,6-1 0,3 0 0,35-3 0,-41 2 0,41-2 0,-40 6 0,40-6 0,0 0 0,-50 3 0,-2 4 0,4-2 16,7 1-16,10-5 0,4-1 15,8 0-15,3-5 16,1 3-16,15 2 0,0 0 16,0 0-16</inkml:trace>
  <inkml:trace contextRef="#ctx0" brushRef="#br0" timeOffset="3882.545">7723 17698 0,'0'0'15,"-11"0"-15,0 0 0,-1 0 0,0 0 0,8 0 0,0 0 0,2 0 0,-1 0 0,3 0 0,0 0 0,0 6 0,-4-1 0,-7-3 0,-2 0 0,1 2 16,-6-3-16,-3 5 0,1 1 16,-2-2-16,0 1 15,-7-5-15,29-1 0,-38 4 16,38-4-16,-46 0 15,46 0-15,0 0 0,0 0 16,-68 0-16,-5-8 16,73 8-16,0 0 0,0 0 15</inkml:trace>
  <inkml:trace contextRef="#ctx0" brushRef="#br0" timeOffset="17147.535">8987 9619 0,'43'0'0,"11"0"0,9 0 0,-63 0 0,78 0 0,-78 0 0,101 0 0,21 0 16,-122 0-16,128 0 16,-128 0-16,169 7 0,-101-7 0,96-1 0,-164 1 0,0 0 0,0 0 15,0 0-15</inkml:trace>
  <inkml:trace contextRef="#ctx0" brushRef="#br0" timeOffset="36944.989">11907 11457 0,'0'0'0,"0"0"0,-1 1 0,-15 7 0,-13 4 0,-2 2 0,4-10 0,-1-1 0,3-3 0,-5 2 0,-7 2 0,37-4 0,-43 4 16,43-4-16,-65 3 16,-12 3-16,77-6 0,-87 2 15,87-2-15,-126 2 16,-31-2 0,-4-2-16,23-3 0,22 2 15,11 3 1,2 3-16,4-3 0,-10 3 0,-4 1 15,-12 2-15,4-1 0,1 2 32,-1 4-32,-3 0 0,4-4 0,-1 5 0,7-1 31,-5-2-31,13-3 0,2-6 16,-6 0-16,110 0 15,0 0-15,0 0 0</inkml:trace>
  <inkml:trace contextRef="#ctx0" brushRef="#br0" timeOffset="129963.911">14580 13694 0,'-38'0'0,"-2"0"0,1 0 0,-3 0 0,-1 0 0,43 0 0,-49 0 0,49 0 0,-64 7 0,-3-3 0,1 5 0,66-9 0,-74 4 16,-4 3-16,-9 1 0,87-8 16,-114 8-16,-18 0 15,-4-4-15,4 1 0,20 1 16,112-6-16,-121 0 0,-10 0 16,-7-3-16,-3 6 15,7-1-15,6 1 0,7 2 16,-4-2-16,-4 0 15,-10 0-15,-20-1 0,-7 3 16,-1-5-16,0-3 16,-6 1-16,-5-3 0,-13 2 15,-13 3-15,-12 0 16,-8 6-16,-2 1 0,-7 4 16,-7 3-16,-5 2 15,4 6 1,0-1-16,-6-5 0,247-16 0,0 0 15,0 0-15</inkml:trace>
  <inkml:trace contextRef="#ctx0" brushRef="#br0" timeOffset="146331.807">11896 15666 0,'-33'14'0,"-2"-7"0,0 1 0,0-5 0,-3 0 0,-1 1 0,39-4 0,-38 5 0,38-5 0,-50 6 0,-12 1 0,-4-3 0,66-4 0,-75 0 16,-7-4-16,-7 2 0,89 2 16,-115-5-16,-20-6 15,135 11-15,-153-4 0,-1 4 16,13 0-16,15 1 16,16 2-16,-6 4 15,-2-3-15,3 1 0,-3-3 16,-1-2-16,-7-2 0,0-1 15,-10 1-15,-4-2 16,5 2-16,-1-3 16,2 2-16,5 2 0,5 2 15,2 2-15,-4 0 16,3 1-16,-8 0 0,0-4 16,5-4-16,6 0 15,5-2-15,-1-5 0,116 11 16,0 0-16,0 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6:04:33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4385 15261 0,'0'0'0,"0"0"0,0 0 0,0 0 0,6-7 0,-4-2 0,3-3 0,-3-1 0,-2 3 0,-2 5 15,-1-1-15,1 1 0,-6 2 0,0 1 16,-2 2-16,0 0 16,-1 0-16,2 0 0,2 2 15,-1 5-15,4-3 16,2 2-16,2-2 15,0 4-15,4 2 16,6 3-16,-3 0 0,5 0 16,2 2-16,0 3 15,2 1-15,0-2 0,-7 4 0,4 0 16,-5-1 0,1 3-16,1-3 0,-3 3 0,-3-2 31,-1 3-31,-1-4 0,-2-3 15,-2 1-15,-1 0 16,3-18-16,0 0 0,0 0 16,-8 20-16,8-20 15,0 0-15,0 0 0,-13 19 16,13-19-16,0 0 16,0 0-16,-11 18 0,11-18 15,0 0-15,0 0 16,-11 15-16,11-15 0,0 0 15,-3 18-15,3-18 16,0 0-16,0 0 0,5 21 16,-5-21-16,0 0 15,0 0-15,3 26 16,-3-26-16,0 0 0,0 0 16,-3 33-16,-4 3 0,1-2 15,2-3-15,4-5 16,0 1-16,4-2 15,4-6-15,2-3 0,-10-16 16,0 0-16,0 0 0</inkml:trace>
  <inkml:trace contextRef="#ctx0" brushRef="#br0" timeOffset="13944.131">4541 16624 0,'-44'0'0,"5"0"0,-4 0 0,2 0 0,-2 0 0,-2 0 0,45 0 0,0 0 0,0 0 0,-56-7 0,56 7 0,0 0 16,0 0-16</inkml:trace>
  <inkml:trace contextRef="#ctx0" brushRef="#br0" timeOffset="31839.646">17437 7185 0,'85'0'0,"17"0"0,-1 0 0,-1 8 0,-100-8 0,0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29.89661" units="1/cm"/>
          <inkml:channelProperty channel="T" name="resolution" value="1" units="1/dev"/>
        </inkml:channelProperties>
      </inkml:inkSource>
      <inkml:timestamp xml:id="ts0" timeString="2026-01-02T06:07:34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16025 17862 0,'-3'2'0,"-9"13"0,-6-4 0,-8 3 0,-5-2 0,-4-2 15,3 1-15,4-9 0,0 1 0,28-3 0,0 0 0,-41 3 0,-12-3 0,53 0 16,-78 2-16,-1 6 16,79-8-16,-87 5 0,-28 3 15,-17-3-15,18-5 0,12 0 16,14 0-16,-5 3 16,-3-9-16,-2 1 15,-3-4-15,101 9 0,-119-6 16,-18-2-16,-10 5 15,7-2-15,13 2 0,8 3 16,2 6-16,-6-4 16,-4-2-16,-1-2 0,0-1 15,-3 0-15,-5 2 0,-15 1 16,2 1-16,5-1 16,6 0-16,1-1 15,-9-5-15,-2-2 0,1 3 16,3 3-16,-3-6 0,5-3 15,-5-6-15,0 3 16,-1 3-16,2 0 16,-3 8-16,0 0 0,0 1 15,5-1-15,6 1 0,3 2 16,3 5-16,8-3 16,-1-2-16,-3 0 0,0 0 15,-5 3-15,-12 5 16,6 2-16,1-3 0,2-4 15,7-1-15,17 1 16,-6-3-16,0 0 0,-1 2 16,15-4-16,26-7 15,78 9-15,0 0 0,0 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10:11:30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24608 7368 0,'31'-5'0,"-3"-1"0,7-4 0,6-1 0,6-1 0,5-4 0,3-4 0,12-5 0,0-9 0,4-5 0,-71 39 0,0 0 0,0 0 0</inkml:trace>
  <inkml:trace contextRef="#ctx0" brushRef="#br0" timeOffset="46884.107">24524 9316 0,'9'4'0,"-2"10"15,1 9-15,-5 4 16,-6-1-16,3-7 0,3 2 15,-11 3-15,1-6 0,-2 2 16,4-3-16,-2 4 16,0 0-16,2 0 0,5-21 15,0 0-15,-6 27 16,6-27-16,-5 36 16,5-36-16,0 0 0,0 0 15,-5 50-15,0 13 16,0 4-16,5-67 15,0 0-15,-12 64 16,12-64-16,-9 69 0,-1 4 16,10-73-16,-12 71 0,8-4 15,2 0-15,-1-7 16,3-60-16,0 0 0,0 57 16,0 4-16,0-61 15,0 66-15,0-66 0,0 64 16,0-64-16,0 0 15,-5 72-15,3 1 16,2-73-16,-5 72 0,5-72 16,-2 68-16,2-68 15,-9 67 1,2-4-16,-1-6 0,8-57 0,0 0 16,-8 55-16,1-4 15,7-51-15,0 0 0,-4 50 16,2 0-1,-1-4-15,3-46 0,0 0 16,0 0-16,0 41 0,0-41 0,-6 37 16,6-4-1,0-33-15,0 0 0,0 0 16,-1 33-16,1-33 16,0 0-16,0 0 0,-3 31 15,3-31 1,-7 31-16,2-6 0,1-4 0,0-5 15,4-16 1,-10 12-16,10-12 16,0 0-16,0 0 0,-12 13 0,12-13 0,0 0 15,0 0-15,-15 13 16,15-13 0,0 0-16,0 0 0,-22 10 0,-6 3 15,-1-2 1,4-4-16,1 1 0,0-2 15,2-2-15,-2-1 0,24-3 0,0 0 16,0 0-16,-21 5 31,21-5-31,0 0 0,0 0 0,-37 6 0,-10 1 16,-6-2 0,53-5-16,0 0 0,-53 4 0,53-4 15,-54 5-15,-6 1 16,60-6-16,0 0 0,-59 5 31,-2 2-31,61-7 0,-69 9 16,4-5-16,2 2 15,63-6-15,-59 5 0,59-5 16,-65 0-16,65 0 16,-72 0-16,72 0 0,-79 2 15,1 4-15,78-6 16,-81 3-16,81-3 15,-83 2-15,83-2 0,-92 3 16,92-3-16,-127 3 0,-11-6 16,138 3-16,-140-5 15,14 5-15,126 0 0,-108 0 16,8 2-16,100-2 16,-102 3-16,102-3 0,-111 0 15,111 0-15,-125-3 16,-2 1-16,14 2 0,113 0 15,-109 0-15,109 0 16,-119 0-16,-1 0 16,6-6-16,17 3 0,12 1 15,4 4-15,16 1 16,65-3-16,-72 3 0,72-3 16,-88-3-16,-26 0 15,114 3-15,-134-2 0,134 2 16,-133 0-16,133 0 0,-150 0 15,22 0-15,128 0 16,-114 0-16,114 0 0,-104 0 16,104 0-16,-105 2 0,105-2 15,-98 0-15,3 0 16,13 0-16,82 0 16,-63 3-16,63-3 0,-57 3 15,57-3-15,0 0 16,-67 3-16,67-3 15,-75 2-15,75-2 0,0 0 16,0 0-16,-73 3 0,1 0 16,72-3-1,0 0-15,0 0 0</inkml:trace>
  <inkml:trace contextRef="#ctx0" brushRef="#br0" timeOffset="47372.464">19228 11499 0,'0'0'0,"0"0"0,0 0 0,0 0 0,0 0 0,0 0 0,0 0 0,0 0 15,0 0-15,-2 0 0,-18 8 0,-8 5 0,-11-3 0,2 6 16,9-4-16,3-1 16,2-2-16,-3 2 15,-2 1-15,28-12 16,-31 11-16,31-11 15,0 0-15,-36 16 0,36-16 16,0 0-16,0 0 0,-38 18 0,38-18 16,0 0-16,0 0 15,-39 23-15,39-23 16,0 0 0,-25 30-16,25-30 0,-6 32 15,6-32-15,0 0 16,16 31-16,-16-31 0,33 34 0,-33-34 0,51 43 15,-51-43 1,65 37-16,-65-37 16,0 0-16,0 0 0</inkml:trace>
  <inkml:trace contextRef="#ctx0" brushRef="#br0" timeOffset="49076.337">13608 11615 0,'0'0'0,"0"0"0,0 0 0,-3 0 0,-10 0 0,1 0 0,-7 3 0,1 4 0,-7 1 16,2 0-16,3-3 0,-5 0 0,-3-3 0,-3 2 0,-1-1 15,32-3-15,-41 6 16,41-6-16,-53 7 16,-14 1-16,-3 3 0,6-4 15,64-7-15,-70 8 16,-1-3-16,-6-5 0,77 0 16,-79 0-16,79 0 0,-89-5 15,89 5-15,-137-6 16,137 6-16,-175-9 0,175 9 15,-182-11 1,182 11-16,-178-9 0,33 1 16,23 2-16,23 1 15,99 5-15,-114-12 0,114 12 16,-106-8-16,106 8 16,-129-13-16,-10 2 0,14 3 15,27 6-15,16-3 16,18-2-16,3-2 0,-7 0 15,-4 4-15,-5-2 16,1-2-16,-2-2 0,-1 2 16,-3-1-16,2 1 0,-1 5 15,81 4-15,-88-6 16,-23-1-16,-12-1 16,21 2-16,12 1 0,8-2 15,12 5-15,70 2 16,-74-2-16,74 2 0,-89 0 15,89 0-15,-129-4 16,129 4 0,-152 4-16,8 0 0,144-4 0,-135 0 15,19 5 1,116-5-16,-105 2 16,18-2-16,10-2 0,77 2 15,-59-2-15,5 2 0,-5 0 16,59 0-16,-59-3 15,59 3-15,-59-4 0,0-5 16,8 3-16,10-1 16,41 7-16,-28-4 0,1-2 15,2-4-15,-2-1 16,27 11-16,0 0 0,-28-10 16,28 10-16,0 0 0,-28-13 31,28 13-31,0 0 0,-31-18 0,-2-7 0,4 0 15,29 25-15,0 0 16,-25-34-16,5 1 0,-1-6 16,21 39-16,0 0 15,-16-50-15,-4-3 0,20 53 16,-11-59 0,-1-1-16,2 0 15,5-1-15,5 61 16,-2-57-16,2 57 0,-5-65 15,5 65-15,-3-75 0,0-1 16,3 4-16,0 72 16,0-73-16,0 4 0,0 69 15,-2-75-15,2 9 16,0 66 0,0 0-16,0-74 0,0 2 15,0 72-15,2-80 0,-2 80 0,0 0 16,0 0-16</inkml:trace>
  <inkml:trace contextRef="#ctx0" brushRef="#br0" timeOffset="49708.889">7384 9501 0,'0'13'0,"-10"10"0,0 14 0,1-1 0,-6 0 15,3-8-15,-4-1 0,6-2 0,-5 2 0,15-27 0,-18 31 0,18-31 0,0 0 16,0 0-16,-20 34 16,20-34-16,0 0 15,0 0-15,-23 29 0,23-29 16,0 0-16,0 0 0,-21 24 16,21-24-16,0 0 15,0 0-15,-16 13 0,16-13 16,-3 0-16,3-13 15,2-1-15,5-5 16,-1-1-16,3-4 0,-1 1 16,3-2-16,1-2 15,1 2-15,5-4 16,-5 1-16,2 1 0,1-2 16,-4 3-16,3 3 15,-2 1-15,3 0 0,0 8 16,-1-3-16,-2 4 15,0 4-15,-3 0 0,-2 3 16,1 2-16,1 8 16,1 0-16,3 7 15,-5 1-15,4 4 0,-3 5 16,4 5-16,-8 1 16,4 1-16,-1 3 0,4 2 15,-13-33-15,12 42 16,7 6-16,-19-48 15,0 0-15,0 0 0</inkml:trace>
  <inkml:trace contextRef="#ctx0" brushRef="#br0" timeOffset="85203.981">15871 6436 0,'0'27'0,"0"4"0,0 0 0,7-2 0,-5-2 0,3 2 0,0-3 0,-5 1 0,0-27 0,0 0 0,-2 40 0,2-40 0,0 44 0,0-44 0,0 0 31,2 56-31,5 1 15,1-1-15,-2-8 0,1-9 0,-2-11 0,-5-28 16,0 0-16,8 23 16,-8-23-16,0 0 0,0 0 31,10 25-31,-10-25 0,0 0 16,0 0-16,10 30 15,-10-30-15,-2 20 0,2-20 16,0 0-16,0 0 15</inkml:trace>
  <inkml:trace contextRef="#ctx0" brushRef="#br0" timeOffset="85533.964">15703 6928 0,'7'3'0,"-4"2"16,-1-3-16,1 2 15,-3-2-15,0-2 0,0 0 16,0 0-16,0 0 16,0 0-16,0 0 0,0 0 15,0 0-15,0 3 16,8 5-16,2 1 0,8 5 16,-1 3-16,-1 4 15,2-6-15,-5-2 16,2 3-16,-2-1 0,-1 0 15,1 1-15,1 0 0,1-2 16,-2 0-16,0-4 16,2-3-16,-5 0 15,3-6-15,-5-2 0,4-7 16,4-3-16,-16 11 0,0 0 16,0 0-16</inkml:trace>
  <inkml:trace contextRef="#ctx0" brushRef="#br0" timeOffset="85706.591">16144 7019 0,'-8'0'0,"3"0"15,3 0-15,2-6 16,-3 3-16,3-4 0,0-1 16,0-1-16,0 5 0,0 1 15,0 3-15,-6 0 16,-1 6-16,-5 6 16,-7 7-16,-5 3 0,2 3 15,-1-6-15,2 5 16,1-1-16,-1 3 0,21-26 15,0 0-15,0 0 16</inkml:trace>
  <inkml:trace contextRef="#ctx0" brushRef="#br0" timeOffset="87037.883">15389 12255 0,'-20'0'0,"-1"-6"0,3 4 0,-2-4 0,2-2 0,0 3 0,1-2 0,5 1 0,0-1 0,1 2 0,3-2 0,3-2 0,0 1 0,0 4 0,2 1 16,1 0-16,2 0 31,0 3-31,2 0 0,1 0 0,0 0 16,2 3-1,5-3-15,0 3 16,5-3-16,4 3 15,2-1-15,7-2 0,0 0 16,3-2-16,2-1 16,5 3-16,2 0 0,-2 0 15,5 3-15,11-6 16,-54 3-16,57 0 16,-57 0-16,71-3 0,9 3 15,2-3-15,-82 3 16,84-4-16,23-1 15,-107 5-15,116-5 0,5 0 16,-18 2-16,-26 6 16,-77-3-16,87 0 0,-25-3 15,-21 0-15,-8 1 16,4 2-16,-37 0 0,0 0 16,43 0-16,11-2 15,-3 2-15,-51 0 16,0 0-16,0 0 0,49 0 15,-49 0-15,0 0 16,0 0-16,41 0 16,-41 0-16,0 0 0,0 0 15,30 0-15,-30 0 16,0 0-16,0 0 16,23 0-16,-23 0 0,0 0 15,0 0-15,21 2 16,-21-2-16,0 0 0,0 0 15,14 0 1,-14 0-16,0 0 0,0 0 16,10 0-16,-10 0 15,0 0-15,0 0 16,3-2-16,-3 2 0,-3-6 0,3 6 16,0 0-16,0 0 15</inkml:trace>
  <inkml:trace contextRef="#ctx0" brushRef="#br0" timeOffset="88544.01">15807 6400 0,'11'23'0,"-1"2"0,-5 0 0,-3 2 0,1 1 0,-1 4 0,1-8 0,0 5 0,-1-6 0,1-2 0,-3-21 0,0 0 0,0 25 0,0-25 15,0 0 1,2 36-16,-2-36 0,0 0 0,0 0 15,3 48-15,2 14 0,2-8 32,-4-8-32,4-8 0,-5-9 15,3-5-15,0-7 16,-3-6-16,-2-4 0,0-7 0,0-1 16,0 1-16,0 0 0,0 0 15</inkml:trace>
  <inkml:trace contextRef="#ctx0" brushRef="#br0" timeOffset="89062.741">15664 6770 0,'5'7'16,"-5"0"-16,3-1 0,-3-2 16,3 2-16,1 7 15,4 2-15,0 6 16,2-4-16,5 3 0,1-3 0,2-2 0,-3-2 0,-3 0 16,7 3-16,-4-1 15,3 0-15,0 1 16,-1-3-16,-17-13 0,0 0 15,0 0-15,27 10 32,-27-10-32,0 0 0,0 0 15,28 2-15,-28-2 16,41-7-16,0-7 0,-13-1 16,-56 30-16,92-46 15,-64 31-15,0 0 0,0 0 16,29-16-16,-29 16 15,0 0-15,0 0 0,26-16 16,-26 16-16,0 0 16,17-5-16,-17 5 0,0 0 15,0 0-15,-10 7 16,10-7-16,0 0 0,-23 15 16,-11 3-16,16-3 15,5 15-15,13-30 16,0 0-16,0 0 0</inkml:trace>
  <inkml:trace contextRef="#ctx0" brushRef="#br0" timeOffset="106146.07">15833 6549 0,'5'30'0,"0"-2"0,-5 1 0,3-2 0,-3 4 0,0 2 0,0-6 0,2 3 0,-2-30 0,0 0 0,5 37 0,-5-37 0,0 0 0,5 42 16,-5-42-16,0 0 15,0 0-15,5 46 0,0 9 16,1 0-1,-2-8-15,-2-13 0,-2-5 0,0-5 16,0-24-16,0 0 16,0 0-16,3 21 15,2-9-15,-5-12 16,0 0-16,0 0 0</inkml:trace>
  <inkml:trace contextRef="#ctx0" brushRef="#br0" timeOffset="106540.739">15677 6936 0,'0'0'0,"0"6"15,0-1-15,0-3 16,5 2-16,-3-2 0,3-2 16,1 0-16,-6 0 15,3 0-15,-1 2 0,6 4 16,7 1-16,5 2 16,-4 4-16,-4 1 0,-2-4 15,6 3-15,-4 0 16,7 2-16,1-2 0,-2 2 15,4 0 1,-2 4-16,-20-19 0,0 0 0,0 0 16,23 17-16,-23-17 15,0 0-15,0 0 0,33 19 16,-33-19-16,0 0 16,0 0-16</inkml:trace>
  <inkml:trace contextRef="#ctx0" brushRef="#br0" timeOffset="106801.539">16197 7022 0,'5'0'0,"-5"5"0,3-1 0,-3-1 16,0-1-16,0 0 15,0-2-15,0 0 0,-5 4 16,-2 1-16,-7 8 15,-1 1-15,0-2 0,-3 8 16,0-2-16,1 5 16,-5 0-16,-1-1 0,23-22 15,-24 27-15,24-27 16,0 0 0,-40 41-16,40-41 15,0 0-15,0 0 16</inkml:trace>
  <inkml:trace contextRef="#ctx0" brushRef="#br0" timeOffset="130348.765">30284 12737 0,'-29'4'0,"3"2"0,-2 3 0,-5-5 0,1 0 0,-7-4 0,1 1 0,38-1 0,-50 3 0,50-3 0,-55 3 0,-9 4 0,-8-2 0,2-3 16,70-2-16,-81 4 16,81-4-16,-92 0 0,-31 0 15,-17 2-15,11 1 16,19-1-16,9 4 16,7-5-16,-1 5 0,-3-1 15,0 0-15,98-5 16,-102 0-16,-14-3 15,116 3-15,0 0 0,0 0 16</inkml:trace>
  <inkml:trace contextRef="#ctx0" brushRef="#br0" timeOffset="150640.822">26572 12973 0,'-30'0'0,"-5"0"0,2 0 0,5 0 0,-5 0 0,-8 0 0,3 0 0,38 0 0,0 0 0,-51 0 0,51 0 0,-77 3 0,-11 3 0,-2 1 32,6 0-32,5-5 0,12-2 15,67 0-15,-70-2 0,70 2 0,-86-2 16,-37-3-16,-14 2 0,137 3 16,-129-2-16,6 2 15,123 0-15,-124-2 0,0 4 16,124-2-16,-131-2 15,-2-2-15,-8 4 0,17 0 32,19 0-32,10 0 0,0 4 0,95-4 0,0 0 15,0 0-15</inkml:trace>
  <inkml:trace contextRef="#ctx0" brushRef="#br0" timeOffset="151573.94">12694 17084 0,'5'15'0,"-2"6"0,4-4 0,-3-7 16,-4 5-16,2 2 15,-2 4-15,0-6 16,0-4-16,0-7 16,0 2-16,0-1 15,0-3-15,0 2 16,5 3-16,-1 1 15,0-3-15,4-4 16,2 3-16,0-2 16,4-2-16,-3 3 15,-1-1-15,4-2 16,-2 0-16,-1 0 0,6-2 16,-6-1-16,10 1 15,-3-6 1,-3 0-1,1 0-15,-4 3 0,2-2 0,1-2 16,-3 2-16,3-1 16,-2 1-16,5 0 15,-18 7 1,19-14-16,-19 14 0,0 0 31,23-17-31,-23 17 0,0 0 16,0 0-16,33-20 0,-33 20 15,0 0-15,0 0 0,44-21 16,10-6 0,-5 4-16,-9 6 15,-6 6-15,-9 4 0,-4 1 16,-1 1-16,-7 1 0,0-2 16,-13 6-16,0 0 15,20-2-15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5T10:17:01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1716 7016 0,'0'0'0,"9"3"0,-3 5 0,7 3 0,1 4 0,3-8 0,3 0 0,2 1 0,-3-8 0,1-5 0,6-5 0,5-3 0,6-7 0,12-7 0,14-13 15,7-4-15,4-2 16,15-18-16,1-8 0,-90 72 15,0 0-15,0 0 16</inkml:trace>
  <inkml:trace contextRef="#ctx0" brushRef="#br0" timeOffset="14759.963">13970 8562 0,'-44'-6'0,"4"1"0,-2 5 0,-1-2 0,43 2 0,-52 0 0,52 0 0,-70 0 0,-14 0 0,0 0 0,-9 0 0,11 0 0,11 0 0,-5-6 0,-2 1 16,0-1-16,4 5 16,-6-5-16,-10 3 0,-21-1 31,-16-4-31,12 2 0,-1 3 16,0 1-16,-7 2 0,-6-4 15,-1 8-15,-11 1 16,-14 3-16,-16 2 0,-7-1 15,15-2-15,12 2 0,151-9 16,0 0-16,0 0 16</inkml:trace>
  <inkml:trace contextRef="#ctx0" brushRef="#br0" timeOffset="25470.671">6787 8399 0,'34'-23'0,"-4"6"0,4-4 0,1 1 0,-35 20 0,44-33 0,-44 33 0,0 0 0,0 0 0</inkml:trace>
  <inkml:trace contextRef="#ctx0" brushRef="#br0" timeOffset="48657.937">2135 9535 0,'0'0'0,"0"0"15,0 0-15,0 0 16,7 0-16,11 0 0,12 0 15,9-6-15,-1 2 0,6-11 16,11-7-16,8-9 16,10-4-16,-73 35 0,0 0 15,0 0-15</inkml:trace>
  <inkml:trace contextRef="#ctx0" brushRef="#br0" timeOffset="77663.267">1698 11112 0,'46'-22'0,"0"0"0,3-6 0,7-3 0,6-3 0,8 2 0,-70 32 0,0 0 0,0 0 0</inkml:trace>
  <inkml:trace contextRef="#ctx0" brushRef="#br0" timeOffset="78351.574">1798 12600 0,'13'8'16,"-4"-1"-16,2-1 0,-3-3 15,4-6-15,17-4 16,18-9-16,9-6 0,3-4 0,6 2 16,9-2-16,4 2 15,-78 24-15,0 0 0,0 0 31</inkml:trace>
  <inkml:trace contextRef="#ctx0" brushRef="#br0" timeOffset="108900.453">1777 15008 0,'0'0'0,"0"0"0,0 0 0,0 0 0,0 0 0,0 0 0,0 0 0,9 1 0,3 5 0,-2 4 0,-1-2 0,-3 2 0,0-3 0,1 1 16,4-1-16,2 5 0,-1-7 0,6-3 16,1-4-16,7-3 15,5-4-15,-1-1 0,-30 10 16,40-12-16,-40 12 16,46-24-16,-46 24 0,0 0 15,71-31-15,-6-2 0,-6 4 16,-15 8-16,-7-1 15,-13 7 1,-3 2-16,-1-2 16,-20 15-16,0 0 0,0 0 0</inkml:trace>
  <inkml:trace contextRef="#ctx0" brushRef="#br0" timeOffset="123139.954">13953 15254 0,'0'0'0,"0"0"0,0 0 0,0 0 0,-13 0 0,-13 0 0,-16 5 0,3 2 0,4-2 0,-1-5 0,5 3 0,31-3 0,-38 0 15,38 0-15,-52 3 16,-19-1-16,-6 3 0,-6-3 16,83-2-16,-92 0 15,-32 0-15,-12-2 0,0 0 32,11-1-32,17 1 15,7-1-15,-1 6 0,-3-3 16,-2 2-16,-4 1 15,-4 4-15,-4 1 0,7 0 16,-6-3-16,2-3 16,-2 4-16,-1-1 15,5 1-15,-1-5 0,0 2 16,-2-3-16,9 3 16,9-3-16,3 2 0,2-2 15,94 0-15,-99 0 16,2 0-16,9-2 0,7-1 15,26-6-15,55 9 16,-55-9-16,-2-7 0,57 16 16,0 0-16,0 0 15</inkml:trace>
  <inkml:trace contextRef="#ctx0" brushRef="#br0" timeOffset="184839.544">1968 13389 0,'0'0'15,"0"0"-15,0 0 0,7 0 0,1 8 0,2 3 0,-2-1 0,-4-3 0,-1 1 0,0-4 0,2 2 0,0-6 0,6-3 0,3-3 0,7-3 16,3-1-16,7-8 16,2 0-16,6-6 0,-39 24 15,43-30-15,-43 30 16,0 0-16,0 0 0,43-30 16,-43 30-16,44-42 15,-44 42-15,0 0 0,0 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3:44:02.7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2926 8269 0,'17'0'0,"5"0"0,1 0 0,4 0 0,1 0 0,5-8 16,3-4-16,7-15 0,8-6 0,6-3 0,8-10 0,2-5 16,-2-4-16,-65 55 15,0 0-15,0 0 0</inkml:trace>
  <inkml:trace contextRef="#ctx0" brushRef="#br0" timeOffset="1749.121">2719 11045 0,'-2'-11'0,"-1"3"0,2 4 15,1 1-15,0 3 0,-3-5 0,-3 0 0,-1-1 0,3 2 0,1 4 0,0-3 0,1 3 0,2-3 16,-4 3-16,4 0 0,-2 3 0,-2-3 16,4 0-16,0 3 0,0-1 15,4 0-15,-4 1 16,2 3-16,-2-4 0,0 3 16,2-2-1,0-1 1,3 4-16,-2-2 0,3-1 0,2 0 0,2-3 15,5-3-15,0 0 16,6-5 0,5-4-16,2-1 15,5-2-15,8-3 0,8-5 0,8-5 16,-1-3-16,6-2 0,0-1 31,3 1-31,9-3 16,0 3-16,-3-4 0,-1 4 15,-70 33-15,72-36 0,-2 1 16,-70 35-16,76-30 16,-8 1-16,-4-1 0,-64 30 15,60-31-15,-19 13 16,-41 18-16,57-27 0,-7 3 16,-50 24-16,0 0 15,0 0-15</inkml:trace>
  <inkml:trace contextRef="#ctx0" brushRef="#br0" timeOffset="4973.212">10145 13887 0,'-38'6'0,"3"-4"0,-3 0 0,-7 2 0,-1-4 0,46 0 0,-59 0 0,59 0 0,-77-4 0,-18 0 0,95 4 0,-113-6 0,-2 2 0,6-2 16,17 1-16,4-1 15,0 6-15,-4 4 16,-1-4-16,-7 0 0,-2-6 16,-3 0-16,-3 1 15,-5 3-15,-8 0 0,0-4 16,1 4-16,2 0 16,-1-1-16,1 3 0,-7 5 15,-4 0 1,-1 0-16,-1 1 15,-3-5-15,-7 2 0,-3 0 0,3-1 16,0 2-16,0 6 0,6-3 16,3 7-16,11-5 15,1 0-15,-1-1 16,11 1-16,3-2 0,5-4 16,102-3-16,-110 7 15,-11-1-15,121-6 0,-135 11 16,1-1-16,9 0 15,125-10-15,-107 11 16,19-4-16,10-1 0,28-10 16,4 0-16,-1-1 15,47 5-15,0 0 0,0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3:50:36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2648 5378 0,'0'0'0,"6"3"0,-1 12 0,5 6 0,-4-2 0,0-1 0,-2-2 0,4-8 0,0-5 0,1-3 0,-2-3 0,6-2 0,4-8 0,7-3 0,-1-4 15,7-6-15,9-5 16,13-8-16,2-1 16,5-4-16,-4 3 0,2 2 15,-11 7-15,-46 32 0,0 0 16,40-36-16,-40 36 16,0 0-16,0 0 0</inkml:trace>
  <inkml:trace contextRef="#ctx0" brushRef="#br0" timeOffset="1578.808">2791 9599 0,'5'16'0,"4"-6"0,-3-3 0,5-2 0,0 1 0,-5-2 0,6 2 0,-2 2 0,-1-6 0,3 0 0,2-2 0,2 0 0,2-4 0,8-2 0,3-3 16,4-8-16,10 0 15,19-7-15,4-7 16,8-1-16,-1-5 0,-1 0 16,-72 37-16,0 0 15,0 0-15</inkml:trace>
  <inkml:trace contextRef="#ctx0" brushRef="#br0" timeOffset="3584.27">2368 11818 0,'0'0'0,"0"0"0,0 0 0,0 0 0,0 0 0,0 10 0,-4 13 0,-2 7 0,2-10 0,4-1 0,0-2 0,4 3 0,-8-2 0,4 0 0,0-6 15,4 4-15,-1-4 0,2-1 0,2-3 16,2-3-16,10-3 16,-1-4-16,7-6 15,5-8 1,11-2-16,5-7 0,15-12 0,2 2 0,4-2 16,1 5-1,-68 32-15,76-34 16,-76 34-16,80-31 0,-80 31 15,95-38-15,-11 4 0,-84 34 16,0 0-16,0 0 0</inkml:trace>
  <inkml:trace contextRef="#ctx0" brushRef="#br0" timeOffset="26152.725">4218 8310 0,'51'0'0,"-2"0"0,1 0 0,-50 0 0,53 0 0,-53 0 0,69 0 0,13 0 0,-2 0 0,-80 0 0,80 0 0,-80 0 0,87 0 0,-87 0 0,117 8 16,-1-4-16,-11 5 15,-17-4-15,-7 0 0,-14 3 16,-67-8-16,71 2 16,15 1-16,-86-3 0,122 3 15,18-1-15,-2-2 0,-138 0 16,139 3-16,-6-3 16,-3 0-16,-21-3 15,-1 1-15,-108 2 16,116-3-16,11 6 0,-127-3 0,148 2 15,-1-4-15,3 2 16,-19 0 0,-15 2-16,-7 1 0,1-3 15,7-3-15,3 1 16,1-1-16,0 0 0,3 1 16,8-1-16,1-2 0,9 0 0,-9 1 31,3 0-31,-3 1 0,3 3 15,-3 0-15,2 0 0,1 0 16,5 0-16,-1 0 0,-4 0 16,3 0-16,-1-4 0,8-2 15,3 1-15,3-4 16,-6 5-16,-2 1 0,8-2 31,12-8-31,-164 13 0,0 0 0,0 0 0</inkml:trace>
  <inkml:trace contextRef="#ctx0" brushRef="#br0" timeOffset="65717.761">2737 9229 0,'0'0'0,"0"0"0,0 0 0,0 0 0,0 0 0,8 2 0,-1 11 0,7 6 0,-2-6 0,1-3 0,1-3 0,1-4 0,4-3 0,8-3 16,1-7-16,8-2 0,-36 12 15,41-24-15,12-10 16,1-3-16,-54 37 0,0 0 16,0 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3:53:13.6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12492 6051 0,'41'0'0,"-6"0"0,3 0 0,-3 0 0,6 0 0,-3 0 0,-38 0 0,47 0 0,-47 0 0,0 0 0,57 0 0,17 0 0,2 3 0,-76-3 16,70 6 0,-1-3-16,5 0 0,-74-3 15,83 1-15,6 4 0,24-5 0,3 0 16,-13 0-1,-8-5-15,0 4 16,-1-2-16,5 0 0,-3 6 16,5-3-16,4-3 0,7 3 15,8 0-15,4 0 16,-2-6-16,5-1 0,2 1 16,-4 3-16,6-1 0,5 4 31,7-4-31,9 4 0,-14 0 0,1 4 0,-6 0 15,-4 1-15,-129-5 0,0 0 32,0 0-32</inkml:trace>
  <inkml:trace contextRef="#ctx0" brushRef="#br0" timeOffset="20095.222">13949 7016 0,'-35'0'0,"-2"0"0,-7 0 0,4 0 0,-4 0 0,44 0 0,-56 0 0,56 0 0,-70 0 0,-9 6 0,2 3 0,77-9 0,-82 13 0,0 3 0,-1-2 0,-4-6 16,-23 2-16,-15-2 0,1-2 16,-6-3-16,-12 1 15,-16-6-15,-23-6 16,181 8-16,0 0 0,0 0 15</inkml:trace>
  <inkml:trace contextRef="#ctx0" brushRef="#br0" timeOffset="53985.229">8983 16671 0,'-35'5'0,"2"-2"0,-4 2 0,4-1 0,-2 4 0,-5 0 0,40-8 0,-49 11 0,49-11 0,-54 9 0,54-9 0,-66 7 0,-6 5 0,-2-4 0,74-8 0,-74 8 16,-3-5-16,5 2 0,72-5 15,-73 1-15,7 4 0,0-2 0,66-3 16,0 0-16,-67 3 16,-1-3-16,5 0 15,63 0-15,0 0 0,-59 2 16,6-2-16,0 0 16,16-2-16,11-1 15,7 0-15,5-2 0,14 5 16,-22-9-16,22 9 0,0 0 31,0 0-31</inkml:trace>
  <inkml:trace contextRef="#ctx0" brushRef="#br0" timeOffset="58635.615">13582 16463 0,'-33'5'0,"-3"0"0,1-3 0,-8 2 0,5-2 0,3 1 0,35-3 0,0 0 0,-47 4 0,-3 4 0,50-8 0,-58 8 16,0-3-16,1 0 0,7 1 0,50-6 16,0 0-1,-55 2-15,55-2 0,0 0 16,-65 5-16,-3-3 0,11-2 15,21-2-15,36 2 16,-10 0-16,10 0 16,0 0-16,0 0 0</inkml:trace>
  <inkml:trace contextRef="#ctx0" brushRef="#br0" timeOffset="59715.954">17925 16588 0,'0'0'0,"0"0"0,0 0 0,0 0 0,0 0 0,-10 0 0,-3 0 0,-5 0 0,4 4 0,-3 0 0,1-1 0,-4 0 0,0-1 0,-1 0 15,-2 3-15,0 1 0,-5-5 16,1 3-16,2-2 16,25-2-16,0 0 0,-43 3 15,43-3 1,-54 3 0,54-3-16,0 0 0,-62 0 15,-5-3-15,11 0 0,15 1 0,41 2 0,0 0 16,0 0-16</inkml:trace>
  <inkml:trace contextRef="#ctx0" brushRef="#br0" timeOffset="65812.168">21715 16279 0,'-31'9'0,"-2"4"0,2-8 0,1 0 0,2-2 0,-4 1 0,6 5 0,4-1 0,22-8 0,0 0 0,-23 5 0,23-5 0,-33 5 0,33-5 0,0 0 0,0 0 0,-47 5 0,-10-5 0,4-2 0,11-1 16,42 3-16,0 0 0,-19-8 16,19 8-16,0 0 15,0 0-15</inkml:trace>
  <inkml:trace contextRef="#ctx0" brushRef="#br0" timeOffset="67130.323">26486 16256 0,'-28'0'0,"-3"0"0,-6 0 0,0 0 0,-3 6 0,3 0 0,0-3 0,-7 1 0,44-4 0,-49 9 0,49-9 0,-60 8 0,-6-1 0,66-7 16,-79 7-16,79-7 15,-78 2-15,-3 4 0,3 2 16,78-8-16,0 0 16,0 0-16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3:55:23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7506 8167 0,'0'0'0,"0"0"0,0 0 0,0 0 0,0 0 0,7 2 0,5 11 0,6 2 0,-3-3 0,-3-3 0,0-5 0,3-4 0,0 0 0,4-4 0,1 1 16,3-6-16,4-4 15,-5-6-15,5 4 0,-27 15 16,0 0-16,0 0 16</inkml:trace>
  <inkml:trace contextRef="#ctx0" brushRef="#br0" timeOffset="445.603">7616 7609 0,'0'0'0,"-4"0"0,-2 0 16,3 0-16,1 0 15,-1 0-15,3 0 0,0 0 16,0 0-16,0 0 15,0 0-15,0 0 0,0-6 16,0 5-16,0-5 16,0 1-16,3 3 15,8-2-15,1 2 0,0-2 16,3 4-16,3-5 16,6-1-16,4-5 15,2 1-15,5 1 0,-7-7 16,-5-4-16,-23 20 0,0 0 15,0 0-15</inkml:trace>
  <inkml:trace contextRef="#ctx0" brushRef="#br0" timeOffset="1172.612">7464 6836 0,'0'0'0,"0"6"0,0-1 0,0-3 15,0 2-15,0-2 0,0-2 0,0 0 0,0 0 0,0 0 0,0 0 16,0 0-16,8 0 16,2 0-16,12 0 15,-1 0-15,10-6 0,6-1 16,1-4-16,0 3 0,-3 3 16,2-4-16,5-6 15,-42 15-15,0 0 16,0 0-16</inkml:trace>
  <inkml:trace contextRef="#ctx0" brushRef="#br0" timeOffset="23420.221">14525 6953 0,'17'10'0,"4"-1"0,-4 1 0,-1-6 0,5 2 0,1-3 0,7-6 0,4-3 0,4-5 0,1-7 0,-7-3 0,-31 21 0,0 0 16,0 0-1</inkml:trace>
  <inkml:trace contextRef="#ctx0" brushRef="#br0" timeOffset="24332.362">14506 7706 0,'-4'11'0,"-1"-3"0,2-4 0,3 2 0,-2-6 0,2 3 0,0-3 0,2 0 0,6-3 0,9-3 0,1-10 0,5-4 0,3-5 31,2 3-31,-3-5 0,4 7 0,-1 3 0,0-2 16,-4 3-16,-4-2 16,-7 6-16,-3-2 0,-2 5 31,-5 0-31,-1 2 0,1-1 0,-3 8 15,0 0 1,0 0-16</inkml:trace>
  <inkml:trace contextRef="#ctx0" brushRef="#br0" timeOffset="25006.021">14527 8454 0,'0'0'0,"0"0"0,0 0 15,0 0-15,0 0 0,5 0 0,0 0 0,7 0 0,4-5 0,5-1 0,4-6 0,3-7 16,1 1-16,4-2 0,4-3 16,-37 23-16,49-33 15,-49 33-15,0 0 0,0 0 16</inkml:trace>
  <inkml:trace contextRef="#ctx0" brushRef="#br0" timeOffset="35950.933">16210 8618 0,'0'0'0,"-3"0"0,-11 0 0,-10 0 0,-4 0 0,2 0 0,1 0 0,-1 6 0,3-2 0,2-1 0,1-1 0,-3-2 0,23 0 0,-31 5 16,31-5-16,-44 0 0,44 0 0,0 0 0,-69 0 15,-13 3-15,82-3 16,-90 0-16,-20-3 0,-14-4 16,124 7-16,-117-7 31,11-1-31,7-4 0,99 12 0,-104-7 0,-16 3 15,120 4-15,0 0 0,0 0 16</inkml:trace>
  <inkml:trace contextRef="#ctx0" brushRef="#br0" timeOffset="42722.818">22262 6505 0,'32'0'0,"2"0"0,3 5 15,-7 0-15,4-3 0,1 2 0,-35-4 0,43 2 0,-43-2 0,63 5 0,-63-5 0,69 8 0,2-3 0,-71-5 0,81 6 0,6-2 0,-87-4 16,114 3-16,2-3 0,-116 0 15,111 0-15,-9-5 0,-102 5 16,0 0-16,0 0 16</inkml:trace>
  <inkml:trace contextRef="#ctx0" brushRef="#br0" timeOffset="55602.311">21682 6957 0,'0'0'0,"0"0"0,0 0 0,0 0 0,6 0 0,10 0 0,13-4 0,5 0 0,-3-3 0,-1-7 0,-1-1 0,6-8 16,-35 23-16,0 0 16,0 0-16</inkml:trace>
  <inkml:trace contextRef="#ctx0" brushRef="#br0" timeOffset="56319.014">21615 7511 0,'0'0'16,"5"0"-16,-2 6 0,1-1 0,2-3 0,-6 1 0,3-1 0,-3-2 0,0 0 0,0 0 0,0 0 0,0 0 16,5 0-16,0 0 15,10 0-15,3 0 16,5-5-16,6-2 0,2-7 16,0-1-16,1-3 15,5-2-15,-37 20 0,38-26 16,8-17-16,-46 43 0,0 0 15,0 0-15</inkml:trace>
  <inkml:trace contextRef="#ctx0" brushRef="#br0" timeOffset="72293.008">16682 11006 0,'6'26'0,"-6"-1"0,3-1 16,-3 1-16,0 1 0,0-1 0,0 0 0,0 2 0,-5 1 0,-1 0 0,6-28 0,-6 34 0,6-34 0,-5 37 0,5-37 0,-5 40 15,5-40-15,-2 44 0,-1 9 16,1 2-16,2-55 16,2 50-16,-2-50 0,3 55 15,-3-55 1,2 56-16,-2 4 0,0-13 0,0-47 15,0 0 1,0 0-16,-2 53 16,2-53-16,0 0 0,-5 52 0,2 0 15,1-8-15,-3-10 16,5-13-16,0-21 16,0 7-16,5-13 0,-5 6 15,0 0-15,0 0 16</inkml:trace>
  <inkml:trace contextRef="#ctx0" brushRef="#br0" timeOffset="73273.094">16527 10601 0,'0'-5'0,"5"-1"0,-3-4 0,3 2 16,0 3-16,-5 3 0,2-1 0,-2 0 0,0 3 0,0 6 0,0 1 16,-5 3-16,-4 7 15,-2 1-15,-2 4 0,4 4 16,-2-1-16,0 2 15,3-5-15,-3-4 0,4-3 16,-3 0-16,0 1 16,-1 3-16,4-2 0,-3 4 15,2-3-15,3 0 16,5-18-16,0 0 0,0 0 16,-5 16-16,5-16 15,0 0-15,-8 12 0,3-4 16,0-7-16,5-4 0,3-3 15,-3-4-15,2-1 16,1 1-16,2-3 16,0-2-16,0 0 0,0-3 15,1 0-15,1-3 16,0 3-16,1-6 0,0 5 16,2-2-16,0 3 15,1-3-15,-6 0 0,-3-2 16,-2 3-16,5 2 15,0 2-15,1 1 0,-1-1 16,1-1-16,-1 4 16,0 3-16,-3 0 0,1 1 15,-1 5-15,-2-2 16,5 4-16,1-1 0,2 6 16,-3-3-16,-1 2 15,-1 4-15,2-4 16,-3 3-16,2 3 0,-4 0 15,5 2-15,-3-2 16,6 3-16,-3 3 0,2-1 16,-1 0-16,-1 2 15,0-1-15,0 2 16,0 1-16,0 0 0,3 4 16,2-3-16,0 3 15,-2 2-15,2-3 0,0-2 16,1 0-16,2-2 0,0 2 15,0 1-15,-6-2 16,-7-17-16,0 0 0,0 0 16,10 18-16,-10-18 0,11 23 15,-11-23-15,0 0 16,0 0-16,0 0 0</inkml:trace>
  <inkml:trace contextRef="#ctx0" brushRef="#br0" timeOffset="85443.287">24356 10893 0,'0'24'0,"0"-4"0,0 3 0,5-3 0,-3 3 0,3 0 0,-1 1 0,-4 1 0,5 3 0,-10 1 0,4 3 0,1-32 0,0 0 0,-3 29 0,3-29 0,0 0 0,-2 41 15,-1 6-15,-3 15 16,2-4-16,4-58 0,-2 57 16,2-57-16,0 62 15,2 5-15,-2-67 16,0 71-16,0-1 0,-2 1 16,2-71-16,-5 67 15,-4 4-15,9-71 0,-7 75 16,2 0-16,5-75 15,-7 79-15,7-79 0,-11 81 16,2-2-16,9-79 16,-6 82-16,6-82 0,-7 83 15,1 2 1,3 17-16,-2-8 0,0-5 16,5-89-16,-10 76 15,10-76-15,0 0 0,-4 69 16,0 1-16,-1-3 0,5-67 15,-6 61-15,6-61 16,-6 60-16,6-60 0,0 0 16,-5 66-16,5-66 15,-5 72-15,5-5 0,0-67 16,0 0 0,0 59-16,0-59 15,0 59-15,-1-3 0,1-56 0,0 0 16,0 0-16,0 51 0,0-51 15,0 0-15,0 0 16,-3 52-16,1-3 16,2-8-16,0-41 0,0 0 15,0 0-15,0 30 16,0-30-16,0 0 0,0 24 16,0 0-1,-3-7-15,1-2 0,-2-4 16,1-2-16,-2 2 0,2-5 15,-3-2-15,4 2 16,-3-4-16,-2-2 0,3 0 16,-1 0-16,-3 0 0,0 0 15,1-2-15,-4 2 0,-1 0 16,2 0-16,-4 0 31,14 0-31,0 0 0,0 0 0,-17 2 0,-7 4 16,24-6-16,0 0 0,-32 5 31,-1-1-31,-9 0 0,42-4 0,0 0 31,-42 5-31,-6 3 0,-8 1 16,56-9-16,-55 10 16,55-10-16,-57 9 0,2-5 15,55-4-15,-58 7 16,0-1-16,58-6 15,-61 11-15,-3-1 0,64-10 16,-69 8-16,69-8 16,-72 9-16,72-9 0,-86 8 15,-21 3-15,107-11 16,-109 10-16,109-10 16,-111 5-16,2 0 0,109-5 15,-94 0-15,1 3 16,93-3-16,-98 1 0,98-1 15,-97 0-15,-4 4 16,101-4-16,-100 0 16,6-4-16,1 4 15,6 0-15,87 0 0,-87 0 16,0-4-16,-1-1 16,8 0-16,17 3 0,63 2 15,-67 0-15,67 0 16,-80-3-16,80 3 0,-97-5 15,-24 3-15,-2-4 16,123 6-16,-108 0 0,19 0 16,89 0-16,-90 0 15,3 0-15,4-3 16,83 3-16,-69 0 0,69 0 16,-66-2-16,66 2 15,-82-2-15,82 2 0,0 0 16,-83-4-16,-20 4 15,103 0-15,-97-2 16,21 2-16,76 0 0,0 0 16,-63-2-16,63 2 15,0 0-15,0 0 16,-53 0-16,-1-3 0,54 3 16,-43-7-1,43 7-15,0 0 0,0 0 0,-43-13 16,5-11-16,38 24 15,0 0-15,0 0 0</inkml:trace>
  <inkml:trace contextRef="#ctx0" brushRef="#br0" timeOffset="85993.635">20068 13934 0,'0'0'0,"0"0"0,0 0 0,0 0 0,0 0 0,0 0 0,0 0 0,-3 2 15,-13 5-15,-9 7 0,-3-7 16,5 1-16,0 3 16,1-1-16,7-6 15,2 2 1,-4-1-16,-1 3 0,-1-1 0,0-2 16,-5 3-16,24-8 15,0 0-15,-28 5 16,28-5-16,0 0 0,-35 8 15,35-8-15,0 0 16,0 0-16,-44 10 0,44-10 16,0 0-16,0 0 15,-57 13-15,57-13 0,0 0 16,0 0-16,-49 13 16,49-13-16,0 0 15,0 0-15,-30 16 0,30-16 16,-11 15-16,11-15 15,8 18-15,-8-18 0,0 0 16,28 28-16,-9-10 16,-19-18-16,43 28 0,-43-28 15,0 0-15,0 0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4:00:18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3575 6942 0,'11'0'0,"11"0"0,10 0 0,4 0 0,6 0 0,4-6 0,11-2 0,11-10 0,7-6 0,9-2 0,38-18 0,-122 44 0,0 0 16,0 0-16</inkml:trace>
  <inkml:trace contextRef="#ctx0" brushRef="#br0" timeOffset="16519.858">3256 9186 0,'7'-8'0,"5"-2"0,15-7 0,2 3 0,-7 1 0,2 1 0,-2 1 0,6-2 0,3-3 0,-31 16 0,42-17 0,-42 17 0,60-27 0,-60 27 0,64-29 0,-6-5 0,1 3 0,-59 31 16,51-38-16,-51 38 0,0 0 15,0 0-15</inkml:trace>
  <inkml:trace contextRef="#ctx0" brushRef="#br0" timeOffset="17040.099">3347 8001 0,'0'0'0,"0"0"0,4 0 0,-2-4 0,11 0 0,5-10 0,10-2 0,1-1 16,3 1-16,1-3 15,11 2-15,11-5 0,3 0 16,-58 22-16,0 0 15,0 0-15</inkml:trace>
  <inkml:trace contextRef="#ctx0" brushRef="#br0" timeOffset="-93123.69">17347 11507 0,'-22'0'0,"1"0"0,-1 0 0,-3 0 0,3 0 0,-4 0 0,-5 0 0,3 0 0,0 0 0,-3 0 0,31 0 0,0 0 0,-41 2 0,41-2 0,0 0 0,-49 3 0,-10 5 15,-1 0-15,4 1 0,56-9 16,0 0-16,-62 9 16,-4-2-16,-4-2 0,70-5 15,-66 8-15,66-8 16,-74 5-16,74-5 16,-82 5-16,82-5 0,-85 8 15,85-8-15,0 0 16,-111 8-16,111-8 0,-123 7 15,13-5 1,30 2-16,29 0 0,51-4 0,-44 3 16,44-3-1,0 0-15,-56 6 0,-3-2 0,59-4 16,-62 3-16,62-3 16,0 0-16,0 0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4:07:08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2038 7000 0,'31'6'0,"2"-3"0,2-2 0,3 2 0,1-3 0,2 0 0,-41 0 0,51 0 0,-51 0 0,64 0 0,7 0 0,3-3 16,-12 2-16,-62 1 0,65-6 15,-3 6-15,0 3 16,-62-3-16,69 3 0,-69-3 16,85 1-16,32 2 0,-117-3 15,142 3-15,-5 0 16,-8 2 0,-26 0-16,-15 0 0,-6-1 0,-82-4 0,76 6 15,4-1-15,13 0 31,19 4-31,11 2 0,-7-6 16,-6-2-16,-2 0 16,-4-3-16,1 1 0,-1 3 15,3-2-15,0 1 0,3-3 0,10 0 0,0 0 32,-4 0-32,2 0 0,3-3 15,-1 3-15,6 0 16,2 0-16,1 0 15,0-2-15,-2-2 0,-8 3 16,-119 1-16,0 0 16,0 0-16</inkml:trace>
  <inkml:trace contextRef="#ctx0" brushRef="#br0" timeOffset="14337.513">1916 8313 0,'28'-6'0,"3"3"0,-5-4 0,6-1 0,8-1 0,5-8 15,2 0-15,19-7 0,14-3 0,18-7 0,39-9 0,-137 43 0,0 0 16,0 0-16</inkml:trace>
  <inkml:trace contextRef="#ctx0" brushRef="#br0" timeOffset="91035.55">2098 9494 0,'9'-15'0,"-4"4"0,3 6 0,-4 7 0,4 4 0,2 7 0,-1-3 0,0-3 0,-1 2 0,-1-1 0,2-2 0,-3-2 0,4-4 0,4 0 0,1-4 16,5-8-16,4-4 15,3-6-15,4-5 16,2-4-16,14-10 0,2-3 15,4-1-15,1-7 0,3 4 16,2-1-16,-59 49 16,58-49-16,-58 49 15,55-50-15,-3 3 0,-52 47 16,0 0-16,0 0 16</inkml:trace>
  <inkml:trace contextRef="#ctx0" brushRef="#br0" timeOffset="132154.823">2114 10972 0,'23'4'0,"3"2"0,5-2 0,-1-8 0,7-3 0,8-10 0,7-11 0,9-6 0,0 0 0,7-4 0,6 0 0,-3-5 0,-3-4 0,-68 47 0,0 0 15,0 0-15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06T04:11:55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16031 4630 0,'22'-13'0,"-1"5"0,6 2 0,-4 1 0,-1 2 0,4 3 0,2-3 0,10 3 0,-10 0 0,-28 0 0,34 0 0,-34 0 0,36 3 0,-36-3 15,49 4-15,17 6 0,1-3 16,-3 0-16,-64-7 15,67 7-15,8 1 16,4 2-16,0 1 0,-79-11 16,86 10-16,26 0 0,19 6 15,-12-6 1,-119-10-16,118 12 0,-3 3 16,0 4-16,-12-4 0,-5-8 15,-1 5-15,3-5 16,0 4-16,-1-4 0,5 6 15,1-4-15,3 0 0,2-2 16,6 1-16,-3 0 16,-1 0-16,2-3 15,-1 3-15,2 2 16,0-2-16,3 0 0,1-3 16,-1 1-16,-3-2 0,0 4 15,4-7 1,9 2-16,-3-3 15,1 3-15,-1 2 0,2 1 0,-2-6 16,6 2-16,3-4 16,3 2-16,0 0 0,-6 4 15,-10 1-15,4-2 16,-1 0-16,-6 2 0,-1-2 16,-8-1-1,-14 0-15,-5 1 0,-1-3 16,-4 0-16,-85 0 0,54 0 31,-54 0-31,0 0 0,0 0 16</inkml:trace>
  <inkml:trace contextRef="#ctx0" brushRef="#br0" timeOffset="862.784">25056 4803 0,'0'0'0,"0"0"0,0 0 0,0 0 0,0 0 0,15 0 0,9 0 0,11 0 0,1 0 0,1 0 0,2 0 0,-1 0 16,5 0-16,-43 0 0,54 0 0,-54 0 15,71 0 1,21 0-16,-92 0 0,120 2 15,4-4-15,3 0 0,-12-7 16,-1 2-16,0-5 0,8 3 16,6-4-16,8-6 15,13 0-15,12-2 0,7 1 16,-2 1-16,7 4 31,1 7-31,-4 8 0,-3 11 16,-1 1-16,-7 4 0,-14 5 0,-145-21 0,0 0 31,0 0-31</inkml:trace>
  <inkml:trace contextRef="#ctx0" brushRef="#br0" timeOffset="177252.709">20178 10179 0,'-48'0'0,"-9"0"0,57 0 0,-75 0 0,-10 0 0,-17 0 0,1 5 0,5 1 0,-2-2 0,-3-1 0,-1 5 0,-8 0 0,-11 3 0,-10 6 0,-2-4 15,-22 0-15,-24-1 0,179-12 16,0 0-16,0 0 0</inkml:trace>
  <inkml:trace contextRef="#ctx0" brushRef="#br0" timeOffset="198798.957">10722 12432 0,'-34'-6'0,"0"4"0,1-4 0,-1 2 0,6 4 0,-7-3 0,-1 3 0,36 0 0,-52 0 0,52 0 0,-62-3 0,-15 3 0,6-5 0,5-2 0,-6 0 0,-6-4 16,-1 3-16,-6 0 16,85 8-16,-116-10 15,-23-1-15,-9 3 16,4 1-16,5-4 16,4 4-16,-6-4 0,-6 3 15,-8-3-15,-12-3 0,-12-1 16,0 3-16,-10 1 0,-5 3 0,-8-2 15,-7 2 1,-26 4-16,-15 1 0,-22 6 16,9 1-16,12 4 0,-5-1 15,-9 0-15,265-7 16,0 0-16,0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09:47:21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5206 16575 0,'35'21'16,"-9"0"-16,-8-3 0,1 2 15,-3 1-15,-5-1 0,0 4 0,-8-4 0,-3 1 16,-11-1-16,1 1 31,-6-3-31,-1 2 0,-4-1 16,21-19-16,0 0 15,-23 17-15,23-17 16,0 0-16,-19 29 0,19-29 16,0 0-16,-20 40 15,8 17-15,10 0 0,-1-11 16,0 0-16,3-46 16,-8 44-16,8-44 15,-11 44-15,11-44 0,-22 46 16,-7-5-16,2-2 15,-1-6-15,4-2 0,24-31 16,0 0-16,-18 27 16,18-27-16,-10 36 0,10 6 15,9-2-15,-9-40 16,0 0-16,0 0 0</inkml:trace>
  <inkml:trace contextRef="#ctx0" brushRef="#br0" timeOffset="33753.86">1646 11801 0,'16'0'0,"-4"0"0,-3 0 0,-5 0 0,3 0 0,-5 0 0,5 8 0,-5 1 0,3 1 0,-3 1 0,-2-1 16,2 0-16,3-3 0,1 0 0,2 1 0,3 1 0,4-2 16,3-3-16,6 0 0,4-1 15,5-3-15,16-3 16,17-2-16,9-2 15,2-2-15,-77 9 0,83-11 16,-3-3-16,-2-2 0,-78 16 0,71-15 16,5 2-1,-76 13-15,0 0 0,0 0 16</inkml:trace>
  <inkml:trace contextRef="#ctx0" brushRef="#br0" timeOffset="37239.11">1638 12821 0,'0'0'0,"0"0"0,0 0 0,0 0 0,0 0 0,0 0 0,0 0 0,0 0 0,0 0 0,0 0 0,0 0 0,0 0 0,0 0 0,0 0 16,0 0-16,8 3 0,5 7 15,5 1-15,5 0 0,4-2 16,4-2-1,9-1-15,13-6 0,31-2 16,14-9-16,50-7 16,50-8-16,-198 26 0,0 0 15,0 0-15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09:48:07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1536 5124 0,'10'20'0,"6"-3"0,-3-5 0,1-3 0,0-3 0,5-2 0,2 0 0,10-4 0,9-6 16,8-2-16,19-7 0,0-5 0,5-9 0,-72 29 0,0 0 0,0 0 0</inkml:trace>
  <inkml:trace contextRef="#ctx0" brushRef="#br0" timeOffset="773.07">1409 4659 0,'0'13'0,"0"1"0,0 9 0,0-2 0,0 6 15,0 1-15,0 3 0,0-1 0,0 1 0,0 1 0,0-3 16,0 2-16,-3-10 0,-6-13 0,-4-16 16,13 8-16,0 0 0,0 0 15</inkml:trace>
  <inkml:trace contextRef="#ctx0" brushRef="#br0" timeOffset="1043.303">1283 4398 0,'28'1'0,"8"3"16,10-4-16,7-5 0,4 5 0,-57 0 16,64 1-16,1 14 0,-65-15 15,51 31-15,-51-31 31,33 45-31,-33-45 0,13 61 16,-17 13-16,-21 2 0,-13-5 0,-12 3 16,-28 21-16,-29 12 0,-3 6 15,-9 14-15,119-127 0,0 0 16,0 0 0</inkml:trace>
  <inkml:trace contextRef="#ctx0" brushRef="#br0" timeOffset="54051.899">13217 9768 0,'48'0'0,"-3"0"0,7 0 0,-52 0 0,60 0 0,-60 0 0,68 8 0,14 5 0,0-3 0,5 3 0,13-1 0,-3-4 15,-6 7-15,4-5 0,5 4 0,10-3 0,17-1 16,5-3-16,13 5 15,12-5-15,12-1 0,5-2 16,10 0-16,6 2 16,0-1-16,-3 5 0,6 5 15,5 7-15,4-9 16,-202-13-16,0 0 0,0 0 16,0 0-16</inkml:trace>
  <inkml:trace contextRef="#ctx0" brushRef="#br0" timeOffset="151349.12">1512 12732 0,'8'9'0,"4"8"0,-2-7 0,6-2 0,-5-1 0,2-1 0,3-4 0,-2-2 0,8-2 0,3-4 0,3-6 0,10-3 0,-38 15 16,43-24-16,-43 24 0,61-36 15,6 4-15,-8-4 16,-11 8-16,-5 4 16,-4 0-16,-39 24 0,0 0 15,0 0-15,47-26 16,-47 26-16,0 0 0,0 0 15</inkml:trace>
  <inkml:trace contextRef="#ctx0" brushRef="#br0" timeOffset="162467.61">13716 13209 0,'33'0'0,"4"0"0,-5 0 0,3 0 0,-5 0 0,6 0 0,2 3 0,-38-3 0,54 4 0,-54-4 0,67 9 0,8-7 16,3 4-16,-78-6 16,88 3-16,31 4 15,16 1-15,-135-8 0,139 7 16,1 4-16,2 2 15,-16-4-15,-19-2 0,-1-3 16,-7 2-16,10 1 16,-2 0-16,7 1 0,7 5 15,-1-3-15,-5 1 16,-5-1-16,-5-2 16,-10-1-16,6-1 0,1-4 15,7-8-15,-109 6 16,0 0-16,0 0 0,0 0 15</inkml:trace>
  <inkml:trace contextRef="#ctx0" brushRef="#br0" timeOffset="175278.079">1696 14164 0,'0'0'0,"7"2"0,4 6 0,4 7 0,0-11 0,0 4 15,0-3-15,1-1 0,0-4 0,1-4 0,-1 0 0,5-5 0,3-4 0,8-5 16,4-5-16,-36 23 0,41-29 31,-41 29-31,51-40 0,3-2 16,-1 1-16,-10 7 16,-6 4-16,-1 4 0,-8 3 0,-28 23 0,0 0 15,0 0 1,22-16-16,-22 16 15,0 0-15,0 0 0,18-12 0,-18 12 16,0 0-16,0 0 16,17-12-16,-17 12 0,0 0 15,0 0-15</inkml:trace>
  <inkml:trace contextRef="#ctx0" brushRef="#br0" timeOffset="183964.201">20645 14576 0,'-31'0'0,"0"0"0,-7 0 0,-2 0 0,1 0 0,0 0 0,39 0 0,-51-6 0,51 6 0,-70-2 0,-14-4 0,-15 2 16,16 1-16,8 6 0,8 0 15,1 1-15,-6 3 0,-8 1 0,-6 3 16,-13-4-16,-19-1 16,-3-6-16,-1-6 0,9-1 15,-3-1-15,-4 8 16,1 6-16,1 3 16,0 5-16,1 1 0,-7 8 15,-5-1-15,-1-5 16,-8-4-16,-14-6 15,-7-4-15,-5-8 0,2-5 16,0-7-16,-10-2 16,3 2-16,0 6 0,2-2 15,-3 2-15,-6 4 16,-2-2-16,-4 2 0,-1-2 16,3 2-16,6-2 15,174 9-15,0 0 16,0 0-16</inkml:trace>
  <inkml:trace contextRef="#ctx0" brushRef="#br0" timeOffset="-187494.273">1598 15286 0,'0'0'0,"0"0"0,0 0 0,0 0 0,0 0 0,0 0 0,0 0 0,0 0 0,9 5 0,6 9 0,0 2 0,-2-1 0,-1-2 16,7-3-16,0-6 0,6-4 16,3-4-16,1-3 15,8-9-15,-2-8 16,10-4-16,6-13 0,0 0 16,0 0-16,4 1 15,-55 40-15,50-42 0,-50 42 16,55-42-16,0 2 15,-5 4-15,-15 2 0,-8 4 16,-27 30-16,0 0 16,0 0-16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09:57:50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18710 8934 0,'37'-8'15,"-2"3"-15,3-2 16,3 3-16,0 1 15,-41 3-15,55-3 0,-55 3 16,64-5-16,14-3 16,-2-2-16,-5 1 0,0 2 15,8-1-15,-2 2 0,5 1 16,7 1-16,19 0 16,2 0-16,1-5 0,-9 8 31,-9-2-31,1 0 15,9-2-15,3 2 0,-1 1 0,5-2 0,9-1 16,-3-1-16,3 1 16,2-1-16,-4 6 0,2-2 15,-1-2-15,3 3 16,-1 2-16,3-1 0,-2 0 16,-1 0-16,4 0 15,-6-4-15,2 4 16,2 0-16,-2 3 0,1-3 15,-10-3-15,8 0 16,-10 3 0,-10 0-16,-9-1 15,-1-5-15,-1 1 0,0-1 0,-2 1 16,-3 5-16,-18 0 0,-65 0 16,77-2-16,-77 2 15,0 0-15,0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09:59:31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511 5617 0,'0'0'15,"0"0"-15,7 3 0,1 12 0,3 2 0,0 1 0,4-4 0,1-4 0,8-6 0,-5 2 0,5-4 0,3-4 0,6-4 0,4 2 0,9-9 0,16-3 0,2-7 0,8-2 0,2-1 16,3-4 0,-3 5-16,-74 25 0,73-27 0,-73 27 15,77-24-15,-2-1 16,-75 25-16,71-31 0,-71 31 0,0 0 16,0 0-1</inkml:trace>
  <inkml:trace contextRef="#ctx0" brushRef="#br0" timeOffset="3521.25">1895 7206 0,'34'-10'0,"27"-11"0</inkml:trace>
  <inkml:trace contextRef="#ctx0" brushRef="#br0" timeOffset="4795.007">1369 9072 0,'35'-28'0,"7"-4"0,9-5 0,-2-4 0,6-2 0,-6-2 0,-49 45 0,0 0 0,0 0 0</inkml:trace>
  <inkml:trace contextRef="#ctx0" brushRef="#br0" timeOffset="5384.921">1427 10511 0,'0'2'0,"0"3"0,0-2 16,0 0-16,6-1 0,0-2 16,7 0-16,9 0 0,16-2 15,12-5-15,14-15 16,13-6-16,8-5 16,-85 33-16,0 0 0,0 0 15</inkml:trace>
  <inkml:trace contextRef="#ctx0" brushRef="#br0" timeOffset="58541.02">1366 7611 0,'0'0'0,"0"0"0,0 0 0,0 0 0,0 0 0,0 0 0,0 0 0,10-2 0,1-1 0,6 3 0,-6-3 0,1 2 0,4-2 0,-3-2 0,2 0 0,6-5 16,1-1-16,3-7 0,-2-3 15,4-5-15,-27 26 16,0 0-16,23-27 0,-23 27 15,0 0-15,29-36 16,-29 36-16,0 0 0,42-48 16,-42 48-16,0 0 15,42-48-15,-5 7 16,-7 5-16,-3 9 0,-10 9 16,-3 2-16,-4 2 0,-1 1 15,0 4-15,-3 2 16,-6 7-16,0 0 0,0 0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10:01:51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12618 11664 0,'20'0'0,"1"0"0,2 0 0,4 0 0,-4 0 0,8 0 0,6 2 0,8 5 0,-45-7 0,58 14 0,8-2 0,-66-12 0,78 10 0,-78-10 0,78 9 0,-78-9 0,95 4 16,-95-4-16,121 3 16,-121-3-16,137-3 0,-137 3 15,0 0-15,132-2 16,14 2-16,-146 0 0,0 0 15,0 0-15</inkml:trace>
  <inkml:trace contextRef="#ctx0" brushRef="#br0" timeOffset="754.199">19758 11920 0,'40'5'0,"8"-2"0,1 0 0,6-1 0,-55-2 0,59 0 0,-59 0 16,74 0-16,9 0 0,4 4 0,-87-4 0,100 7 0,-6 8 0,-9-2 0,-85-13 15,84 15-15,12-1 16,-96-14-1,0 0-15,0 0 0</inkml:trace>
  <inkml:trace contextRef="#ctx0" brushRef="#br0" timeOffset="2156.457">5814 13277 0,'59'-8'16,"7"0"-16,15-6 0,-5-3 0,5-1 0,5 1 0,30-7 0,23 0 0,1-1 0,10 3 0,-5 8 0,2 6 0,-15 6 0,-21-1 0,-111 3 0,0 0 0,0 0 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10:03:40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2766 8618 0,'24'0'0,"-3"-5"0,10 2 0,9-10 0,4-4 0,1-12 0,6-4 0,10-9 0,10-6 0,18-18 16,15-14-16,-16 5 0,-14 6 0,-17 7 0,-57 62 15,0 0-15,0 0 16</inkml:trace>
  <inkml:trace contextRef="#ctx0" brushRef="#br0" timeOffset="3466.811">12514 8757 0,'16'-19'0,"-3"5"0,2 6 0,-5 4 0,10 0 0,-6 4 0,4 4 0,0 0 0,0 1 0,6-1 0,-2 4 0,1 3 0,6-1 0,-29-10 15,35 11-15,9 0 16,-44-11-16,70 15 0,-70-15 16,79 13-16,11-4 15,25 3-15,8-1 16,-10-9-16,-3 2 0,-2-4 16,-3-4-16,6 0 15,15-5-15,7 0 16,14-3-16,9 4 0,11 0 15,-8 6-15,-2 7 16,-6 3-16,-8-1 0,-143-7 16,0 0-16,0 0 0</inkml:trace>
  <inkml:trace contextRef="#ctx0" brushRef="#br0" timeOffset="10389.379">28691 10061 0,'56'0'0,"5"0"0,15 0 0,6 0 0,12 0 0,24 0 0,7 0 0,11 0 0,11 7 0,-147-7 0,0 0 0,0 0 16</inkml:trace>
  <inkml:trace contextRef="#ctx0" brushRef="#br0" timeOffset="13229.088">7257 10899 0,'-33'0'0,"-3"0"0,-4 4 0,-8 2 0,-2-3 0,-8-1 0,-6 1 0,-16-3 0,-10 0 0,-25 0 0,-3-3 0,-7-2 0,-14-5 0,-18-3 15,-31-1-15,-9 7 0,-5 0 16,-7 3 0,-14 3-16,223 1 0,0 0 15,0 0-15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10:06:24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2985 9188 0,'0'0'0,"0"0"0,0 0 0,0 0 0,6 0 0,7 5 0,13 1 0,-1-6 0,-2-3 0,-5-5 0,4-2 0,0-3 0,5-8 0,4-4 0,3-6 16,12-10-16,7-7 15,-2-4-15,-1-4 16,2-4-16,-4 4 0,-3 2 16,-5 2-16,-40 52 15,0 0-15,0 0 0</inkml:trace>
  <inkml:trace contextRef="#ctx0" brushRef="#br0" timeOffset="12997.317">9857 10651 0,'22'-4'0,"3"4"0,-4-2 0,3 2 0,1 0 0,2 0 0,1 0 0,7 0 0,6 0 0,14 5 0,-55-5 0,92 7 0,-92-7 0,0 0 0,0 0 0</inkml:trace>
  <inkml:trace contextRef="#ctx0" brushRef="#br0" timeOffset="14668.736">12528 10603 0,'33'-4'0,"0"-2"16,-2 6-16,8-3 0,6 3 0,0 0 16,-45 0-16,51 0 15,11 9-15,-62-9 0,66 12 16,5 1 0,10 0-16,-81-13 0,0 0 0,0 0 15</inkml:trace>
  <inkml:trace contextRef="#ctx0" brushRef="#br0" timeOffset="15539.878">16896 10724 0,'-34'0'0,"-5"0"16,-1 0-16,-3 6 0,-6 1 0,49-7 0,-75 10 0,75-10 0,0 0 0,0 0 0</inkml:trace>
  <inkml:trace contextRef="#ctx0" brushRef="#br0" timeOffset="28979.79">23122 11753 0,'-54'0'0,"-6"0"0,60 0 15,-75 0-15,75 0 16,-86 0-16,-27 0 0,3 0 16,8 0-16,6 9 15,1 1-15,-1-1 0,-3-6 16,-4-6-16,-5 0 16,1-2-16,-9 1 15,-15 2-15,-5-3 0,-13 0 16,-12 1-16,-11 4 15,8-2-15,0 0 0,-2-4 16,166 6-16,0 0 0,0 0 16</inkml:trace>
  <inkml:trace contextRef="#ctx0" brushRef="#br0" timeOffset="38372.875">26239 12065 0,'-44'1'0,"-5"3"0,-4-8 0,53 4 0,-68-7 0,-11 0 0,-8-4 0,-7-4 0,5-2 0,89 17 0,0 0 0,0 0 0</inkml:trace>
  <inkml:trace contextRef="#ctx0" brushRef="#br0" timeOffset="46140.52">12001 12712 0,'-44'-6'0,"-6"3"0,-4 3 0,54 0 0,-67 6 0,67-6 0,-87 3 0,-32 1 0,119-4 0,-130 3 0,-7-1 16,-11 1-16,5 0 16,10 4-16,5 0 0,6-7 15,122 0-15,0 0 0,0 0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638.34998" units="1/cm"/>
          <inkml:channelProperty channel="T" name="resolution" value="1" units="1/dev"/>
        </inkml:channelProperties>
      </inkml:inkSource>
      <inkml:timestamp xml:id="ts0" timeString="2026-01-12T10:08:09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4056 8364 0,'6'30'0,"-6"1"0,0 6 0,-2 0 0,-4-4 0,3 7 0,0-2 0,3-38 0,0 0 0,-2 47 0,2-47 0,0 49 0,2 5 0,-2-54 0,0 0 0,0 0 15</inkml:trace>
  <inkml:trace contextRef="#ctx0" brushRef="#br0" timeOffset="347.252">4171 8022 0,'0'0'0,"0"-3"0,6-1 16,0-2-16,7 1 0,5 2 15,7 3-15,9 5 16,0 8-16,5 11 0,-3 5 15,-3 5-15,4 6 16,-3 9-16,-34-49 16,18 61-16,-13 14 0,-13 9 15,-19 13-15,-19 4 16,-19-1-16,65-100 0,0 0 16,0 0-16</inkml:trace>
  <inkml:trace contextRef="#ctx0" brushRef="#br0" timeOffset="1490.906">3799 11175 0,'0'0'0,"0"-4"0,0-1 0,-5-5 0,1-1 0,4-4 0,2-3 0,3-4 0,6 3 0,2 1 0,-1 2 0,4 3 0,-1 6 0,1 2 0,-1-4 16,2 2-16,0 1 16,-3 2-16,2 0 0,-1 4 15,-2 7-15,-3-6 16,3 5-16,0 4 0,-5 1 16,-1 4-16,-1 1 15,-6 1-15,-6 4 0,-3 2 16,-2 0-16,-6 1 15,-1 1-15,-6 1 0,-4-3 16,-1 0-16,1 2 16,3-2-16,-3-2 15,4 0-15,4-4 0,0-1 16,4 0-16,1-1 16,5-4-16,0 1 0,8-5 15,4 1-15,5 0 16,-7-8-16,13 9 15,6-9-15,0 0 0,7-4 16,9 4-16,9-1 16,11-6-16,-9 2 15,-46 5-15,46-5 0,-46 5 16,0 0-16,0 0 16,50-10-16,10-6 0,-60 16 15,0 0-15,0 0 16</inkml:trace>
  <inkml:trace contextRef="#ctx0" brushRef="#br0" timeOffset="1866.185">4337 10687 0,'0'0'0,"4"0"0,5 0 0,11 0 0,4 0 0,-3 0 0,6 12 0,-8 6 15,2 4-15,-6 4 0,1 2 16,-4 5-16,-12-33 15,11 43-15,-1 20 16,-8 6-16,-2 1 0,-9 2 16,-5 3-16,-7 0 15,-4 10-15,-23 29 0,-17 16 16,-26 7-16,-17 5 16,-8-4-16,116-138 0,0 0 15,0 0-15</inkml:trace>
  <inkml:trace contextRef="#ctx0" brushRef="#br0" timeOffset="6486.092">30643 10665 0,'21'-11'0,"-1"4"0,-2 3 0,-2-2 0,-4 0 0,-1 1 0,2 5 0,0 0 0,-4 5 0,3 1 0,-3 2 0,-2 1 0,-7 4 0,0 2 0,-4-1 16,-1-2-16,-5 4 0,-6-6 16,1 3-16,-5-1 15,0 0-15,3-3 16,0 1-16,1-1 16,-2-7-1,5 3-15,0-3 0,2-2 16,7 4-16,4-8 0,2 2 15,4-1-15,1 1 0,0 0 16,3-1-16,1 3 16,2 0-16,-3 0 0,0 0 15,0 5-15,1 2 16,1 2-16,2 4 0,-3 0 16,-7-2-16,0 4 15,1 2-15,-3 0 0,-4 2 16,-3-1-16,1-4 15,-5 1-15,-4 2 0,-3-4 16,-5 0-16,1-6 0,-7 0 31,-1 1-31,1-5 0,-1-3 0,-3-5 16,3-3-16,4-2 0,24 10 16,0 0-16,0 0 31</inkml:trace>
  <inkml:trace contextRef="#ctx0" brushRef="#br0" timeOffset="6832.672">31123 10493 0,'0'24'0,"6"3"0,-6 9 0,3 8 0,-6 1 0,0 7 16,3-52-16,-4 61 15,-17 15-15,-7-8 0,-10-5 16,-2-4-16,-6-1 16,-13 0-16,-9-3 0,-13 10 15,81-65 1,0 0-16,0 0 0</inkml:trace>
  <inkml:trace contextRef="#ctx0" brushRef="#br0" timeOffset="9514.316">31298 3618 0,'-12'32'0,"3"-2"0,6-1 0,-5-1 0,-1-5 0,0-3 0,2-2 0,7 0 0,0 4 0,0-6 0,0 3 0,1 1 0,5-4 0,-6-16 0,0 0 0,0 0 0,10 15 16,-10-15-16,0 0 0,28 15 16,-28-15-16,37 14 0,-37-14 15,55 10-15,-55-10 16,0 0-16,67 8 16,-67-8-16,0 0 15,0 0-15,70-4 0,-70 4 16,0 0-16,0 0 0,64-21 15,-64 21-15,0 0 0,0 0 16</inkml:trace>
  <inkml:trace contextRef="#ctx0" brushRef="#br0" timeOffset="9812.616">31560 3707 0,'0'2'0,"0"3"0,0-3 0,-5 0 15,-2 1-15,5-3 16,-2 2-16,-2 9 0,1 7 16,1 8-16,2 5 15,2-1-15,-7 4 16,0 10-16,-1-2 0,8-42 16,-7 39-16,7-39 15,-9 44-15,9-44 16,-13 65-16,-6 1 0,3-1 0,16-65 15,0 0-15,0 0 16,-16 58-16,16-58 16,-15 46-16,15-46 0,0 0 15,0 0-15</inkml:trace>
  <inkml:trace contextRef="#ctx0" brushRef="#br0" timeOffset="10274.35">31740 3437 0,'4'13'0,"4"-4"0,8 2 0,5-1 0,16 5 0,-10 0 0,2 7 16,-7-2-16,-1 8 0,-5 4 15,-16-32-15,9 42 0,-12 18 16,-7 10-16,-5-1 16,-13 5-16,-13 3 15,-26 26 1,-36 15-16,-20 8 0,-14-4 0,137-122 15,0 0-15,0 0 16</inkml:trace>
  <inkml:trace contextRef="#ctx0" brushRef="#br0" timeOffset="94311.426">16844 11178 0,'-12'0'0,"-7"0"0,-1 0 0,-3 0 0,3 0 0,-4 4 0,1 4 0,-6 1 0,7-5 0,-2 2 0,6-3 0,-7-1 0,25-2 0,-34 4 0,34-4 0,-45 4 16,45-4-16,-67 4 0,0 7 15,67-11-15,-74 9 0,74-9 16,-82 7-16,82-7 16,-96 4-16,-30 7 15,-10-4-15,11 2 16,125-9-16,-116 5 0,3-1 16,-2-1-16,12-3 0,8 3 15,6-1-15,-4 4 16,-7-1-16,0 1 0,-13-5 15,-3 2-15,-1 3 16,-1-2-16,-1-4 0,119 0 16,0 0-16,0 0 0</inkml:trace>
  <inkml:trace contextRef="#ctx0" brushRef="#br0" timeOffset="152952.446">17064 12400 0,'0'0'0,"0"0"0,-12 0 0,-14 0 0,-9 0 0,4 0 0,1 0 0,-1 6 0,2-1 0,1-2 0,2 1 0,26-4 0,-36 3 0,36-3 0,-44 5 16,44-5-16,-69 2 16,-5 2-16,74-4 15,-82 0-15,-1 0 0,83 0 16,-95-4-16,-26 4 15,-9-4-15,9 1 0,13 3 16,14-3 0,-1 3-16,-3-2 0,-3 2 0,0-5 15,-6 0 1,107 5-16,0 0 0,0 0 16</inkml:trace>
  <inkml:trace contextRef="#ctx0" brushRef="#br0" timeOffset="177094.333">8841 15691 0,'-29'-4'0,"1"4"0,-2-3 0,2 3 0,-5 0 0,0 0 0,33 0 0,-43 0 0,43 0 0,0 0 0,-64-1 0,64 1 0,-85-3 0,-21-3 0,106 6 0,-102-5 16,6 2-16,96 3 0,-102-4 15,2 1 1,100 3-16,-113-3 15,-13-5-15,11 4 0,7-4 0,13 3 32,-8 0-32,6 2 0,-3-2 15,6 3-15,1-2 0,3 2 0,0 2 16,3 0-16,2 2 0,85-2 16,0 0-16,0 0 15</inkml:trace>
  <inkml:trace contextRef="#ctx0" brushRef="#br0" timeOffset="181160.101">13706 15652 0,'-38'0'0,"-1"0"0,-2 0 0,0 0 0,41 0 0,-52 0 0,52 0 0,-70 0 0,-17 2 0,87-2 0,-110 5 0,-2 2 0,112-7 0,-119 0 16,4 3-16,115-3 0,-126-3 16,0 3-16,1 3 15,8 1-15,11-4 0,5-4 16,-1 8-16,-1-4 15,6-4 1,97 4-16,0 0 0,0 0 0</inkml:trace>
  <inkml:trace contextRef="#ctx0" brushRef="#br0" timeOffset="-191863.439">29546 13583 0,'0'0'0,"0"0"0,0 0 0,0 0 0,0 0 0,10-8 16,2-9-16,0 5 0,-2 5 0,1 4 0,3 3 0,0 4 0,2-1 0,0 5 0,0-4 0,-6 5 0,-1 2 16,3-3-16,-3 0 0,0 3 0,-3 1 15,0-4 1,-3 6-16,-2-3 16,-1 6-16,0-2 15,0 0-15,-1 5 0,-2-1 16,1 1-16,-5 1 15,3 2-15,-4 1 0,1 1 16,7-25-16,-8 28 16,8-28-16,-10 36 15,10-36-15,-11 47 0,11-47 16,-10 59-16,4 2 16,5-1-16,1-60 0,1 56 15,-1-56-15,0 0 16,16 60-16,11 3 0,-27-63 15,33 58-15,-33-58 16,34 53-16,-34-53 16,0 0-16,0 0 0,42 45 15,-42-45-15,0 0 16,0 0-16,30 39 0,-30-39 16,0 0-16,0 0 15,19 30-15,-19-30 0,0 0 16,0 0-16,0 24 15,-15 2-15,-4-1 0,-1 0 16,1-1-16,19-24 16,-18 26-16,18-26 15,-20 36-15,20-36 0,-17 45 16,-4 18-16,21-63 16,-19 67-16,8-1 15,11-66-15,-10 75 0,7 3 16,0 0-16,3-3 0,0-75 15,-4 80-15,4-80 16,-2 83-16,2-83 16,-12 121-16,-9 8 0,21-129 15,-28 118-15,-5-22 16,33-96-16,-42 76 0,42-76 16,-50 71-16,50-71 15,-58 63-15,58-63 0,-74 54 16,74-54-16,0 0 15,0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DEEC4-C612-582A-75F2-C9EA872142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37177-27EB-7C5F-6A70-7B1550A48E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BD1BD4B-7C2A-48FC-91A9-8B3CA5A534C3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185702-F7E5-E868-F61E-8765C0C54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586584B-9170-134E-0879-2C5B593B7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9E80A-D662-C8BD-347D-A1903091B2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0D5D2-B8AC-899F-C94C-20BD2E4FB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7CF09C8-2E1A-4C48-B9B5-93298D99DB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45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227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320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64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419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5763-E837-4B19-B0E3-BB904907DD0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38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881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388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582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237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217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356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2010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3491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3692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1628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0751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3071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805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54257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534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2737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34470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91102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8722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8479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8145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00507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4918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Standalone Digital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0845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9549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BD0B96F-5D72-F28A-1B91-DF4507F99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1375E0-6DEE-46A9-9777-19DE8B73C642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81D3E6D3-9292-A589-09A3-C17843456B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77" tIns="46589" rIns="93177" bIns="46589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E9D1DB6F-1C57-46EC-A90C-CFD91BAFF2B4}" type="slidenum">
              <a:rPr lang="en-US" altLang="en-US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 algn="r">
                <a:spcBef>
                  <a:spcPct val="0"/>
                </a:spcBef>
              </a:pPr>
              <a:t>44</a:t>
            </a:fld>
            <a:endParaRPr lang="en-US" altLang="en-US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4492046C-C4C9-95E4-356D-995C5F7F43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A1277C9F-7917-97F9-526F-A494D4FE9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1699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956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4304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1536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1368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22734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0682F531-D2F2-D0EE-8EF8-90084484ED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4F156B-313B-4AFC-807E-B2D96F7883CE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12291" name="Rectangle 7">
            <a:extLst>
              <a:ext uri="{FF2B5EF4-FFF2-40B4-BE49-F238E27FC236}">
                <a16:creationId xmlns:a16="http://schemas.microsoft.com/office/drawing/2014/main" id="{EFA0F63D-0196-87B4-F427-DBFFDD46D8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77" tIns="46589" rIns="93177" bIns="46589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A7C8336-6B55-48A0-BBD1-4F5FC72F2755}" type="slidenum">
              <a:rPr lang="en-US" altLang="en-US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 algn="r">
                <a:spcBef>
                  <a:spcPct val="0"/>
                </a:spcBef>
              </a:pPr>
              <a:t>55</a:t>
            </a:fld>
            <a:endParaRPr lang="en-US" altLang="en-US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23084BCC-8C5A-9CA5-BA65-8701C12501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27063" y="31750"/>
            <a:ext cx="5641975" cy="3175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67B5CB56-CB48-4966-FD62-9D1456066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3349625"/>
            <a:ext cx="6119813" cy="532765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53725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76096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599D403-6005-D411-17D9-B49A7A53F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0F6C3D-1470-4039-BF75-313D2470D630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59FAE780-8232-2726-BBE4-99B44C71424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77" tIns="46589" rIns="93177" bIns="46589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4C2CEAC4-24EC-4182-B634-C5388C25C390}" type="slidenum">
              <a:rPr lang="en-US" altLang="en-US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 algn="r">
                <a:spcBef>
                  <a:spcPct val="0"/>
                </a:spcBef>
              </a:pPr>
              <a:t>58</a:t>
            </a:fld>
            <a:endParaRPr lang="en-US" altLang="en-US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47A8C2F0-4E7C-2656-17DC-C7B61758F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4EB99A8A-2685-59AE-DCFA-EC625743F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5038" y="4416425"/>
            <a:ext cx="514032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072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E8695-3E11-0734-9892-EB30EBB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07642-B497-484C-9E30-30B3ED183217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A9C53-A0CA-3483-BE44-7AA27BA6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BB58-E689-13E7-D9B7-3E086515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620FE-F445-4191-9979-D435BF06A0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23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E450-F812-EFDE-E7CB-07FF5E4F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B8ECD-CE95-4265-AF72-2DD3BFBEF549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9AB5-256B-2C38-1C5D-51C631C5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502EA-A2DC-116B-06EE-C97A0B17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AFA8E7-4949-4DD9-B276-53D6770856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00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3A34-87C3-6F42-8936-9C4AA9BB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531CA-A648-4119-8D9E-868FFBBE32BC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E502-640C-5341-1B1A-8C301362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C68D-B53F-63A2-79CF-8DC7CCB2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5C1CE-D1E6-429B-9E73-C0966EBDB7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19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40154E-1B81-0435-1066-105AD9FD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8AEE0-B73D-4AE5-B106-E50B36C03AF7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DA47D2-612A-C5DF-23D6-EBAAE017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71DE37-9F3F-9919-E38D-87E88D31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597F96-3A3C-4606-9E7A-A24F4FA20D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80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8625602-8BEB-99FA-14B5-3569B170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1B01C-7C08-4B5F-B158-E8547EFF8AE4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B003D5-3DBC-38DC-23B4-EF3B1F44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3E000-2AC5-6AD5-557F-6B3E460D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79474-6520-4F81-AEC3-63C268CFDA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24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09494B8-3F69-C3D8-8A6D-A0A53930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09BA9-6CDE-445C-BA1D-4148B10FA5FE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AB82069-C770-A118-D6BA-17A6D803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F49A77-8188-AB1C-D194-02FD3554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B524F-AF78-4C42-81E9-3BC029748A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87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868DDF3-D8E4-7D27-ABC8-8A9E2057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6546E-1B8F-4F66-BB56-2C5CFD54E28E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C281E7D-2007-DAA8-FBC9-AC11F47D4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F734CC8-3653-1A34-185E-5824DE09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BBB0EA-0397-4B11-A1CF-916E4B8244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9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2FA11D-9C63-6970-63AC-BF70DF31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51B59-440C-403C-8154-787047073F7A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B28ADD-7607-6D5B-912B-DB345DCB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6F409D-CA7A-72DE-20AC-0775E2B4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0D57E-8900-4866-A131-FE84E8AAEB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78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F01D01-A504-57A9-F214-30C0448A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38DE0-CDEA-4292-B07E-75694C8F44AC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E1CFC0-A3B3-E527-5938-B13F7E8F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481B2-A1D7-D16D-9FCC-2BF252D0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58E41-B795-4138-ACD2-C06D835149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615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8B550-4BB6-9D3E-200D-FF810BE9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26F93-D6A0-4B3B-BFA5-521A68D35885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AE90-08E1-6115-0D54-FE943DE8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0B0B1-C159-D6B7-D65C-086D7123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6A6347-575D-4AD6-BC2D-A40601007E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26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26465-A73B-18F9-58D3-BD64AB1D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BF12D-0497-48C5-8D35-FDC4117B3D47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76E94-C7E7-5BFF-F688-BCFC0B4B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4D0EE-6B40-A0CD-DAF4-219C3615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A808B-6069-480E-B74E-5476D474F8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891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025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7"/>
          <p:cNvSpPr txBox="1">
            <a:spLocks noGrp="1"/>
          </p:cNvSpPr>
          <p:nvPr>
            <p:ph type="title"/>
          </p:nvPr>
        </p:nvSpPr>
        <p:spPr>
          <a:xfrm>
            <a:off x="916939" y="177164"/>
            <a:ext cx="33274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sng">
                <a:solidFill>
                  <a:srgbClr val="3542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7"/>
          <p:cNvSpPr txBox="1">
            <a:spLocks noGrp="1"/>
          </p:cNvSpPr>
          <p:nvPr>
            <p:ph type="body" idx="1"/>
          </p:nvPr>
        </p:nvSpPr>
        <p:spPr>
          <a:xfrm>
            <a:off x="916939" y="1061085"/>
            <a:ext cx="1035812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7808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8"/>
          <p:cNvSpPr txBox="1">
            <a:spLocks noGrp="1"/>
          </p:cNvSpPr>
          <p:nvPr>
            <p:ph type="title"/>
          </p:nvPr>
        </p:nvSpPr>
        <p:spPr>
          <a:xfrm>
            <a:off x="916939" y="177164"/>
            <a:ext cx="33274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sng">
                <a:solidFill>
                  <a:srgbClr val="3542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35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ED3EAC7-C742-3F9E-7114-79B62C0BEF8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135684E-3F4A-905C-93D0-58AD235611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455F-EB7A-BD7B-BC79-97A98040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1B2DA42-D3F1-4F72-A220-EC908B3121E3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8D00-D490-F20B-03F4-E5C0A10CB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9F5E-00F2-7C3E-6184-D6CA02B2B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D12CF9AD-37FB-4235-9739-ADD4072B385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.xml"/><Relationship Id="rId5" Type="http://schemas.openxmlformats.org/officeDocument/2006/relationships/image" Target="../media/image7.png"/><Relationship Id="rId4" Type="http://schemas.openxmlformats.org/officeDocument/2006/relationships/customXml" Target="../ink/ink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0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customXml" Target="../ink/ink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29.xml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CAC0A1D-5DE1-436C-8B52-580E2147F2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909955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  <a:t>ICS 222 </a:t>
            </a:r>
            <a:b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  <a:t>Object Oriented Analysis and Design </a:t>
            </a:r>
            <a:b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b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  <a:t>Module -1</a:t>
            </a:r>
            <a:b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  <a:t>(Part 1 and Part 2)</a:t>
            </a:r>
            <a:br>
              <a:rPr lang="en-US" sz="4800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endParaRPr lang="en-US" sz="4800" dirty="0">
              <a:solidFill>
                <a:srgbClr val="00B050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727A-A77E-5847-716F-066C556A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Textbooks/ 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1F8DD-F901-9A85-BB9C-0F55B8A6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1. Grady Booch James Rumbaugh, Ivar Jacobson, The Unified Modeling Language User Guide, Addison Wesley, 2012.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2. Grady Booch, Object Oriented Analysis and Design With Applications, Third Edition, Pearson Education, 2009. 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3. Michael Blaha, James Rumbaugh, Object Oriented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Modeling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and Design with UML, Second Edition, Pearson Education, 2005.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D69DFD-D517-46BD-87BA-A104C99458F4}"/>
                  </a:ext>
                </a:extLst>
              </p14:cNvPr>
              <p14:cNvContentPartPr/>
              <p14:nvPr/>
            </p14:nvContentPartPr>
            <p14:xfrm>
              <a:off x="713160" y="2015280"/>
              <a:ext cx="307080" cy="415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D69DFD-D517-46BD-87BA-A104C99458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800" y="2005920"/>
                <a:ext cx="325800" cy="417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850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727A-A77E-5847-716F-066C556A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Textbooks/ Reference contd.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1F8DD-F901-9A85-BB9C-0F55B8A6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4. Martin Fowler, UML Distilled: A Brief Guide to Standard Object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Modeling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Third Edition, Addison Wesley, 2015. 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5. Brett D. McLaughlin, Gary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Pollice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and Dave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West,Head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First Object-Oriented Analysis and Design, First Edition, O’Reilly, 2006. 6. Elias M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Awad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System Analysis and Design, Second Edition,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Galgottia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Publications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Pvt.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Ltd, 2015</a:t>
            </a:r>
          </a:p>
        </p:txBody>
      </p:sp>
    </p:spTree>
    <p:extLst>
      <p:ext uri="{BB962C8B-B14F-4D97-AF65-F5344CB8AC3E}">
        <p14:creationId xmlns:p14="http://schemas.microsoft.com/office/powerpoint/2010/main" val="160493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>
            <a:spLocks noGrp="1"/>
          </p:cNvSpPr>
          <p:nvPr>
            <p:ph type="ctrTitle"/>
          </p:nvPr>
        </p:nvSpPr>
        <p:spPr>
          <a:xfrm>
            <a:off x="1524000" y="1122362"/>
            <a:ext cx="9144000" cy="40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Times New Roman"/>
              <a:buNone/>
            </a:pPr>
            <a:r>
              <a:rPr lang="en-US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OOAD – Module 1</a:t>
            </a:r>
            <a:br>
              <a:rPr lang="en-US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C456-7481-4469-AD98-B70BAD55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Engineers Really Build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25DC-2660-4C97-9F99-8823F2E5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Build Things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Civil →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Mechanical →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Electrical →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Computer Science →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2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713B-FD56-4416-8BD6-D4A83F34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Begin…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DD67-695A-4276-BBA0-8D72905B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37683"/>
            <a:ext cx="10756100" cy="62164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writing a program the same as building a software system?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B391AC-AD89-45D3-A217-C9FD9D4FA641}"/>
              </a:ext>
            </a:extLst>
          </p:cNvPr>
          <p:cNvGraphicFramePr>
            <a:graphicFrameLocks noGrp="1"/>
          </p:cNvGraphicFramePr>
          <p:nvPr/>
        </p:nvGraphicFramePr>
        <p:xfrm>
          <a:off x="1254706" y="3168649"/>
          <a:ext cx="8753070" cy="3097560"/>
        </p:xfrm>
        <a:graphic>
          <a:graphicData uri="http://schemas.openxmlformats.org/drawingml/2006/table">
            <a:tbl>
              <a:tblPr/>
              <a:tblGrid>
                <a:gridCol w="2917690">
                  <a:extLst>
                    <a:ext uri="{9D8B030D-6E8A-4147-A177-3AD203B41FA5}">
                      <a16:colId xmlns:a16="http://schemas.microsoft.com/office/drawing/2014/main" val="4133115907"/>
                    </a:ext>
                  </a:extLst>
                </a:gridCol>
                <a:gridCol w="2917690">
                  <a:extLst>
                    <a:ext uri="{9D8B030D-6E8A-4147-A177-3AD203B41FA5}">
                      <a16:colId xmlns:a16="http://schemas.microsoft.com/office/drawing/2014/main" val="3780204472"/>
                    </a:ext>
                  </a:extLst>
                </a:gridCol>
                <a:gridCol w="2917690">
                  <a:extLst>
                    <a:ext uri="{9D8B030D-6E8A-4147-A177-3AD203B41FA5}">
                      <a16:colId xmlns:a16="http://schemas.microsoft.com/office/drawing/2014/main" val="3777037312"/>
                    </a:ext>
                  </a:extLst>
                </a:gridCol>
              </a:tblGrid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 / Topic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825012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&amp; Complexity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681117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Scope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158294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071122"/>
                  </a:ext>
                </a:extLst>
              </a:tr>
              <a:tr h="811560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527645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Effort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88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013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713B-FD56-4416-8BD6-D4A83F34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Begin…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DD67-695A-4276-BBA0-8D72905B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37683"/>
            <a:ext cx="10756100" cy="42619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writing a program the same as building a software system?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B391AC-AD89-45D3-A217-C9FD9D4FA641}"/>
              </a:ext>
            </a:extLst>
          </p:cNvPr>
          <p:cNvGraphicFramePr>
            <a:graphicFrameLocks noGrp="1"/>
          </p:cNvGraphicFramePr>
          <p:nvPr/>
        </p:nvGraphicFramePr>
        <p:xfrm>
          <a:off x="1155700" y="3077210"/>
          <a:ext cx="8753070" cy="3108960"/>
        </p:xfrm>
        <a:graphic>
          <a:graphicData uri="http://schemas.openxmlformats.org/drawingml/2006/table">
            <a:tbl>
              <a:tblPr/>
              <a:tblGrid>
                <a:gridCol w="2917690">
                  <a:extLst>
                    <a:ext uri="{9D8B030D-6E8A-4147-A177-3AD203B41FA5}">
                      <a16:colId xmlns:a16="http://schemas.microsoft.com/office/drawing/2014/main" val="4133115907"/>
                    </a:ext>
                  </a:extLst>
                </a:gridCol>
                <a:gridCol w="2917690">
                  <a:extLst>
                    <a:ext uri="{9D8B030D-6E8A-4147-A177-3AD203B41FA5}">
                      <a16:colId xmlns:a16="http://schemas.microsoft.com/office/drawing/2014/main" val="3780204472"/>
                    </a:ext>
                  </a:extLst>
                </a:gridCol>
                <a:gridCol w="2917690">
                  <a:extLst>
                    <a:ext uri="{9D8B030D-6E8A-4147-A177-3AD203B41FA5}">
                      <a16:colId xmlns:a16="http://schemas.microsoft.com/office/drawing/2014/main" val="3777037312"/>
                    </a:ext>
                  </a:extLst>
                </a:gridCol>
              </a:tblGrid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 / Topic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825012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&amp; Complexity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681117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Scope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158294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071122"/>
                  </a:ext>
                </a:extLst>
              </a:tr>
              <a:tr h="811560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Little or no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detailed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527645"/>
                  </a:ext>
                </a:extLst>
              </a:tr>
              <a:tr h="45086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Effort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Written by one 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a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88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1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713B-FD56-4416-8BD6-D4A83F34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Begin…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DD67-695A-4276-BBA0-8D72905B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37683"/>
            <a:ext cx="10756100" cy="42619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best defines Software Engineering?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It mainly focuses on writing correct and efficient code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It deals only with software testing and debugging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It includes requirement analysis, design, development, testing, and maintenance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It focuses on learning programming languages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94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3B1A-0D3A-430D-BCEB-845B4D73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3C4A-4E1A-4BF7-8186-9183107F4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deals with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3B04CC-507B-4258-80B6-FBAE7FB92DF7}"/>
                  </a:ext>
                </a:extLst>
              </p14:cNvPr>
              <p14:cNvContentPartPr/>
              <p14:nvPr/>
            </p14:nvContentPartPr>
            <p14:xfrm>
              <a:off x="608040" y="2270520"/>
              <a:ext cx="388800" cy="237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3B04CC-507B-4258-80B6-FBAE7FB92D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680" y="2261160"/>
                <a:ext cx="407520" cy="239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129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B215-A12C-444F-B753-640251D2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OOAD Focuses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6945B-E4CB-4F54-AF0E-D4BCE00D1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820" y="2370743"/>
            <a:ext cx="8825659" cy="34163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OOAD concentrates 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problem domain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objects and classes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relationships and interactions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system structure before coding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4CAC35-8E2A-4AEE-AB2F-26BF320B0E8F}"/>
                  </a:ext>
                </a:extLst>
              </p14:cNvPr>
              <p14:cNvContentPartPr/>
              <p14:nvPr/>
            </p14:nvContentPartPr>
            <p14:xfrm>
              <a:off x="961200" y="3045240"/>
              <a:ext cx="3579480" cy="1530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4CAC35-8E2A-4AEE-AB2F-26BF320B0E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840" y="3035880"/>
                <a:ext cx="3598200" cy="154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037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/>
        </p:nvSpPr>
        <p:spPr>
          <a:xfrm>
            <a:off x="707749" y="685800"/>
            <a:ext cx="10967987" cy="4953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Module 1</a:t>
            </a: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Systems Concepts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Definition. Characteristics  of a System: Organization, Interaction, Interdependence,  Integration. Elements of a System: Inputs and Outputs,  Processor(s), Control, Feedback, Environment. Types of  Systems: Physical/Abstract Systems, Open/Closed Systems,  Man-made Information Systems.</a:t>
            </a: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Modelling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 importance of Modelling, Principles of Modelling, Object-  Oriented Modelling </a:t>
            </a: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2700" marR="508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UML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Practices of  Software Engineering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Develop Iteratively, Models and  visualization, UML, Software Development Life Cycle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SRS, Rational  Unified Process: Process, Phases in RUP, RUP Workflows, Process, Lifecycle.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just" rtl="0">
              <a:spcBef>
                <a:spcPts val="585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27FD98-230A-4662-9A3A-CCD040E216F6}"/>
                  </a:ext>
                </a:extLst>
              </p14:cNvPr>
              <p14:cNvContentPartPr/>
              <p14:nvPr/>
            </p14:nvContentPartPr>
            <p14:xfrm>
              <a:off x="725760" y="59868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27FD98-230A-4662-9A3A-CCD040E216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400" y="59774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2001094" y="2630185"/>
            <a:ext cx="862236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System Concepts</a:t>
            </a:r>
            <a:endParaRPr sz="4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55F868-D782-4842-B0FD-F78CF884C102}"/>
                  </a:ext>
                </a:extLst>
              </p14:cNvPr>
              <p14:cNvContentPartPr/>
              <p14:nvPr/>
            </p14:nvContentPartPr>
            <p14:xfrm>
              <a:off x="1648080" y="3217320"/>
              <a:ext cx="159120" cy="333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55F868-D782-4842-B0FD-F78CF884C1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8720" y="3207960"/>
                <a:ext cx="177840" cy="35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2367371" y="114814"/>
            <a:ext cx="8736825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System Concepts</a:t>
            </a:r>
            <a:endParaRPr sz="40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90600" y="1033965"/>
            <a:ext cx="10410703" cy="460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5"/>
              </a:spcBef>
              <a:spcAft>
                <a:spcPts val="0"/>
              </a:spcAft>
              <a:buNone/>
            </a:pPr>
            <a:endParaRPr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7665" marR="62230" lvl="0" indent="0" algn="ctr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F2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“System is an interrelated set of components used within one unit, working together for some purpose. ”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5"/>
              </a:spcBef>
              <a:spcAft>
                <a:spcPts val="0"/>
              </a:spcAft>
              <a:buNone/>
            </a:pPr>
            <a:endParaRPr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F2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7414" marR="0" lvl="0" indent="-537209" algn="l" rtl="0">
              <a:spcBef>
                <a:spcPts val="660"/>
              </a:spcBef>
              <a:spcAft>
                <a:spcPts val="0"/>
              </a:spcAft>
              <a:buClr>
                <a:srgbClr val="1F2023"/>
              </a:buClr>
              <a:buSzPts val="2800"/>
              <a:buFont typeface="Times New Roman"/>
              <a:buChar char="•"/>
            </a:pPr>
            <a:r>
              <a:rPr lang="en-US" sz="2800" dirty="0">
                <a:solidFill>
                  <a:srgbClr val="1F2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library management system.</a:t>
            </a:r>
          </a:p>
          <a:p>
            <a:pPr marL="907414" marR="0" lvl="0" indent="-537209" algn="l" rtl="0">
              <a:spcBef>
                <a:spcPts val="660"/>
              </a:spcBef>
              <a:spcAft>
                <a:spcPts val="0"/>
              </a:spcAft>
              <a:buClr>
                <a:srgbClr val="1F2023"/>
              </a:buClr>
              <a:buSzPts val="2800"/>
              <a:buFont typeface="Times New Roman"/>
              <a:buChar char="•"/>
            </a:pPr>
            <a:r>
              <a:rPr lang="en-US" sz="2800" dirty="0">
                <a:solidFill>
                  <a:srgbClr val="1F2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 in the payroll department keeps track of checks.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7414" marR="0" lvl="0" indent="-537209" algn="l" rtl="0">
              <a:spcBef>
                <a:spcPts val="660"/>
              </a:spcBef>
              <a:spcAft>
                <a:spcPts val="0"/>
              </a:spcAft>
              <a:buClr>
                <a:srgbClr val="1F2023"/>
              </a:buClr>
              <a:buSzPts val="2800"/>
              <a:buFont typeface="Times New Roman"/>
              <a:buChar char="•"/>
            </a:pPr>
            <a:r>
              <a:rPr lang="en-US" sz="2800" dirty="0">
                <a:solidFill>
                  <a:srgbClr val="1F2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inventory system keeps track of supplies.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C00000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Example: Air </a:t>
            </a:r>
            <a:r>
              <a:rPr lang="en-US" altLang="en-US" dirty="0">
                <a:solidFill>
                  <a:srgbClr val="C00000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</a:t>
            </a:r>
            <a:r>
              <a:rPr lang="en-US" altLang="en-US" sz="4400" dirty="0">
                <a:solidFill>
                  <a:srgbClr val="C00000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ravel system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3583CD-CBDD-864E-8D26-0A29FF1403C0}"/>
              </a:ext>
            </a:extLst>
          </p:cNvPr>
          <p:cNvSpPr txBox="1">
            <a:spLocks noChangeArrowheads="1"/>
          </p:cNvSpPr>
          <p:nvPr/>
        </p:nvSpPr>
        <p:spPr>
          <a:xfrm>
            <a:off x="2345096" y="6081243"/>
            <a:ext cx="9529651" cy="54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 series of steps, involving many services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6700FC8-9E28-1D45-9971-F07DEE93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ticket (purchase)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baggage (check)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gates (load)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runway takeoff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48D3D19-7497-FE45-B7B5-B81AA421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ticket (complain)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baggage (claim)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gates (unload)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runway landing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E16D6DCC-156C-2147-81DA-F433EE3A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F85E233E-0BC2-2743-AB47-FA853651C08B}"/>
              </a:ext>
            </a:extLst>
          </p:cNvPr>
          <p:cNvSpPr>
            <a:spLocks/>
          </p:cNvSpPr>
          <p:nvPr/>
        </p:nvSpPr>
        <p:spPr bwMode="auto">
          <a:xfrm>
            <a:off x="879891" y="2080182"/>
            <a:ext cx="7827767" cy="3289301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9" h="10000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9478D4E-B913-5E48-A41F-691CE28FDFE4}"/>
              </a:ext>
            </a:extLst>
          </p:cNvPr>
          <p:cNvSpPr/>
          <p:nvPr/>
        </p:nvSpPr>
        <p:spPr>
          <a:xfrm flipH="1">
            <a:off x="8627458" y="2106453"/>
            <a:ext cx="1822537" cy="3263030"/>
          </a:xfrm>
          <a:custGeom>
            <a:avLst/>
            <a:gdLst>
              <a:gd name="connsiteX0" fmla="*/ 1822537 w 1822537"/>
              <a:gd name="connsiteY0" fmla="*/ 3263030 h 3263030"/>
              <a:gd name="connsiteX1" fmla="*/ 6263 w 1822537"/>
              <a:gd name="connsiteY1" fmla="*/ 2743200 h 3263030"/>
              <a:gd name="connsiteX2" fmla="*/ 0 w 1822537"/>
              <a:gd name="connsiteY2" fmla="*/ 0 h 326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537" h="3263030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w="44450">
            <a:solidFill>
              <a:srgbClr val="C00000"/>
            </a:solidFill>
            <a:tailEnd type="triangl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089D51D-215F-BA43-9D35-CA7FEB77B669}"/>
              </a:ext>
            </a:extLst>
          </p:cNvPr>
          <p:cNvSpPr txBox="1">
            <a:spLocks noChangeArrowheads="1"/>
          </p:cNvSpPr>
          <p:nvPr/>
        </p:nvSpPr>
        <p:spPr>
          <a:xfrm>
            <a:off x="1882900" y="5634038"/>
            <a:ext cx="9529651" cy="542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would you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define/discuss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system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airline travel?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CB9233-79E6-BA4F-9D93-E564447F7C10}"/>
              </a:ext>
            </a:extLst>
          </p:cNvPr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558E98-4E3D-6E48-9595-2F6059226384}"/>
              </a:ext>
            </a:extLst>
          </p:cNvPr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end-to-end transfer of person plus baggage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89B52-D8A0-B841-AE4D-367CE4C080B3}"/>
              </a:ext>
            </a:extLst>
          </p:cNvPr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id="22" name="Picture 11" descr="yylgaifm[1]">
              <a:extLst>
                <a:ext uri="{FF2B5EF4-FFF2-40B4-BE49-F238E27FC236}">
                  <a16:creationId xmlns:a16="http://schemas.microsoft.com/office/drawing/2014/main" id="{07194610-EC25-D04B-8A29-162F15606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F2D1C1C2-445D-BD44-9E5D-B94BC5DF4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61182" y="43026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E3D0F8A1-57E5-0348-B7BD-5D6EB952C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08782" y="44550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41A01E04-873D-7D43-8A11-021CF72C1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56382" y="46074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03A291-3ABD-5A48-BE94-CDE7BE41D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Introduction: 1-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13D282-5CBD-412B-9CC6-5FBC45F3C9ED}"/>
                  </a:ext>
                </a:extLst>
              </p14:cNvPr>
              <p14:cNvContentPartPr/>
              <p14:nvPr/>
            </p14:nvContentPartPr>
            <p14:xfrm>
              <a:off x="932040" y="2217240"/>
              <a:ext cx="347400" cy="244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13D282-5CBD-412B-9CC6-5FBC45F3C9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2680" y="2207880"/>
                <a:ext cx="366120" cy="245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126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 animBg="1"/>
      <p:bldP spid="3" grpId="0" animBg="1"/>
      <p:bldP spid="15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3D16B69-45D9-7743-ADEA-3DAD4240D5C8}"/>
              </a:ext>
            </a:extLst>
          </p:cNvPr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425220C-9838-8D45-9BAA-2D96FF83A2F1}"/>
                </a:ext>
              </a:extLst>
            </p:cNvPr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D8EE791-0739-6F48-8733-238C908C9A99}"/>
                </a:ext>
              </a:extLst>
            </p:cNvPr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68A0430-7325-D84E-8C11-99062FE5509D}"/>
                </a:ext>
              </a:extLst>
            </p:cNvPr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632A966-C6C7-424C-80FC-0FFB2F0BC371}"/>
                </a:ext>
              </a:extLst>
            </p:cNvPr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58753E-88F3-B34F-B3B9-946C3E6C15F1}"/>
                </a:ext>
              </a:extLst>
            </p:cNvPr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1839DF-A204-F147-901F-403EDC096FCD}"/>
              </a:ext>
            </a:extLst>
          </p:cNvPr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15A186-9ECD-7646-A746-B390E05134BE}"/>
                </a:ext>
              </a:extLst>
            </p:cNvPr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ED9F09-CF30-0E4F-B280-1114E1973095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2421466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190042-F4C0-EC46-9AF0-FF1083E60F8B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009694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EF134E-EA30-E347-8AE4-94F83CF21DB0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581400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8AEB97-F690-7742-BC15-87C7C38DE30C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4115129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3438F92-3E54-F248-B85E-6C7214C6DAB3}"/>
              </a:ext>
            </a:extLst>
          </p:cNvPr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C00000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Contd.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6700FC8-9E28-1D45-9971-F07DEE93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ticket (purchase)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baggage (check)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gates (load)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runway takeoff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48D3D19-7497-FE45-B7B5-B81AA421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ticket (complain)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baggage (claim)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gates (unload)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runway landing</a:t>
            </a:r>
          </a:p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8FFC7C-C6FB-584F-8F6E-FFA01C23964A}"/>
              </a:ext>
            </a:extLst>
          </p:cNvPr>
          <p:cNvCxnSpPr>
            <a:cxnSpLocks/>
          </p:cNvCxnSpPr>
          <p:nvPr/>
        </p:nvCxnSpPr>
        <p:spPr>
          <a:xfrm>
            <a:off x="948276" y="2568866"/>
            <a:ext cx="29294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8B1716-D4D2-3649-99C0-55319689F97F}"/>
              </a:ext>
            </a:extLst>
          </p:cNvPr>
          <p:cNvCxnSpPr>
            <a:cxnSpLocks/>
          </p:cNvCxnSpPr>
          <p:nvPr/>
        </p:nvCxnSpPr>
        <p:spPr>
          <a:xfrm>
            <a:off x="948276" y="3157094"/>
            <a:ext cx="29294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A253EA2-F916-EE42-B3CA-CA7A3F485F2C}"/>
              </a:ext>
            </a:extLst>
          </p:cNvPr>
          <p:cNvCxnSpPr>
            <a:cxnSpLocks/>
          </p:cNvCxnSpPr>
          <p:nvPr/>
        </p:nvCxnSpPr>
        <p:spPr>
          <a:xfrm>
            <a:off x="948276" y="3728800"/>
            <a:ext cx="29294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EF4F97-2C46-FF44-9C8B-77221BDB15DC}"/>
              </a:ext>
            </a:extLst>
          </p:cNvPr>
          <p:cNvCxnSpPr>
            <a:cxnSpLocks/>
          </p:cNvCxnSpPr>
          <p:nvPr/>
        </p:nvCxnSpPr>
        <p:spPr>
          <a:xfrm>
            <a:off x="948276" y="4262529"/>
            <a:ext cx="29294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E38E25-A98C-CC40-BE63-1E70E5A1D89B}"/>
              </a:ext>
            </a:extLst>
          </p:cNvPr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E16D6DCC-156C-2147-81DA-F433EE3A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airplane routing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EEAE621-B95A-384F-A62F-7E5903AD8FBF}"/>
              </a:ext>
            </a:extLst>
          </p:cNvPr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B4A6AAF-FC59-FA44-ACE5-C72FA686C0C2}"/>
                </a:ext>
              </a:extLst>
            </p:cNvPr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ticketing service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B20036-2BB5-4241-87A9-6D4052E720AA}"/>
                </a:ext>
              </a:extLst>
            </p:cNvPr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baggage service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14652E-AC11-9744-91B6-642D2DAB1815}"/>
                </a:ext>
              </a:extLst>
            </p:cNvPr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gate service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4AEF81B-DB1C-5E49-A5CE-1930E0CD97F9}"/>
                </a:ext>
              </a:extLst>
            </p:cNvPr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runway service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1D67CFB-C1C3-034A-88B0-DF85F0C59330}"/>
                </a:ext>
              </a:extLst>
            </p:cNvPr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FCD8885-2FFE-5644-B703-7DA1C8AD8286}"/>
                  </a:ext>
                </a:extLst>
              </p:cNvPr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6025D16-29A9-4843-944E-D0F547FAEFB7}"/>
                  </a:ext>
                </a:extLst>
              </p:cNvPr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routing service</a:t>
                </a:r>
              </a:p>
            </p:txBody>
          </p:sp>
        </p:grpSp>
      </p:grpSp>
      <p:sp>
        <p:nvSpPr>
          <p:cNvPr id="61" name="Rectangle 40">
            <a:extLst>
              <a:ext uri="{FF2B5EF4-FFF2-40B4-BE49-F238E27FC236}">
                <a16:creationId xmlns:a16="http://schemas.microsoft.com/office/drawing/2014/main" id="{8CA0C9F3-42E1-954A-929E-FDF9EBC1EB0B}"/>
              </a:ext>
            </a:extLst>
          </p:cNvPr>
          <p:cNvSpPr txBox="1">
            <a:spLocks noChangeArrowheads="1"/>
          </p:cNvSpPr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layer implements a service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via its own internal-layer actions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relying on services provided by layer below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44756CF3-22F7-2F4D-8F3B-F8371F6A8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Introduction: 1-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07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493594"/>
            <a:ext cx="9144000" cy="605960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A715EE-C6D8-4024-A074-F7502AB9802C}"/>
                  </a:ext>
                </a:extLst>
              </p14:cNvPr>
              <p14:cNvContentPartPr/>
              <p14:nvPr/>
            </p14:nvContentPartPr>
            <p14:xfrm>
              <a:off x="2747160" y="3684960"/>
              <a:ext cx="5834880" cy="2296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A715EE-C6D8-4024-A074-F7502AB980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7800" y="3675600"/>
                <a:ext cx="5853600" cy="23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2FCF1B-F9C0-4B30-A594-2ED2E9D996BE}"/>
                  </a:ext>
                </a:extLst>
              </p14:cNvPr>
              <p14:cNvContentPartPr/>
              <p14:nvPr/>
            </p14:nvContentPartPr>
            <p14:xfrm>
              <a:off x="2635200" y="2879640"/>
              <a:ext cx="1857600" cy="2010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2FCF1B-F9C0-4B30-A594-2ED2E9D996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25840" y="2870280"/>
                <a:ext cx="1876320" cy="20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8799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403746"/>
            <a:ext cx="9144000" cy="60732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67C2DD-75D9-4A74-B4FA-9774670BE6A5}"/>
                  </a:ext>
                </a:extLst>
              </p14:cNvPr>
              <p14:cNvContentPartPr/>
              <p14:nvPr/>
            </p14:nvContentPartPr>
            <p14:xfrm>
              <a:off x="2329560" y="3251520"/>
              <a:ext cx="329400" cy="296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67C2DD-75D9-4A74-B4FA-9774670BE6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0200" y="3242160"/>
                <a:ext cx="348120" cy="29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B09E20-15A4-4EC1-8F17-80FA9AF3A5C2}"/>
                  </a:ext>
                </a:extLst>
              </p14:cNvPr>
              <p14:cNvContentPartPr/>
              <p14:nvPr/>
            </p14:nvContentPartPr>
            <p14:xfrm>
              <a:off x="2429280" y="3462840"/>
              <a:ext cx="2819880" cy="2926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B09E20-15A4-4EC1-8F17-80FA9AF3A5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9920" y="3453480"/>
                <a:ext cx="2838600" cy="29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8487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"/>
            <a:ext cx="107442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C7B7F5-AD11-400B-834B-DC9EE734D3E7}"/>
              </a:ext>
            </a:extLst>
          </p:cNvPr>
          <p:cNvSpPr/>
          <p:nvPr/>
        </p:nvSpPr>
        <p:spPr>
          <a:xfrm>
            <a:off x="838200" y="4953000"/>
            <a:ext cx="9372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Object Oriented Analysis and Design, Organization helps us identify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order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0E78DB-C183-4327-B64D-6321D7C2AABE}"/>
                  </a:ext>
                </a:extLst>
              </p14:cNvPr>
              <p14:cNvContentPartPr/>
              <p14:nvPr/>
            </p14:nvContentPartPr>
            <p14:xfrm>
              <a:off x="1522800" y="2586600"/>
              <a:ext cx="4894560" cy="339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0E78DB-C183-4327-B64D-6321D7C2AA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3440" y="2577240"/>
                <a:ext cx="4913280" cy="341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53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0352" y="176800"/>
            <a:ext cx="10224448" cy="447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74220B-3A3D-40E0-9F19-9D6CD7C260AE}"/>
              </a:ext>
            </a:extLst>
          </p:cNvPr>
          <p:cNvSpPr/>
          <p:nvPr/>
        </p:nvSpPr>
        <p:spPr>
          <a:xfrm>
            <a:off x="381000" y="4897779"/>
            <a:ext cx="10896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 a system: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one component depends on input from another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outputs of one component become inputs to another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components must coordinate their actions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Without interaction, components remain independent and the system fails.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E3D42B-9FA0-4C61-9F9B-0278CD037779}"/>
                  </a:ext>
                </a:extLst>
              </p14:cNvPr>
              <p14:cNvContentPartPr/>
              <p14:nvPr/>
            </p14:nvContentPartPr>
            <p14:xfrm>
              <a:off x="2773800" y="6416640"/>
              <a:ext cx="2995560" cy="5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E3D42B-9FA0-4C61-9F9B-0278CD0377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4440" y="6407280"/>
                <a:ext cx="3014280" cy="7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212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8591" y="272954"/>
            <a:ext cx="9144000" cy="6353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908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1561"/>
            <a:ext cx="9144000" cy="6353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2913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9660" y="177420"/>
            <a:ext cx="9144000" cy="65236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0208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>
            <a:spLocks noGrp="1"/>
          </p:cNvSpPr>
          <p:nvPr>
            <p:ph type="title"/>
          </p:nvPr>
        </p:nvSpPr>
        <p:spPr>
          <a:xfrm>
            <a:off x="1340358" y="457200"/>
            <a:ext cx="9937242" cy="627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the System</a:t>
            </a:r>
            <a:endParaRPr sz="40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1851660" y="2732532"/>
            <a:ext cx="1670685" cy="61595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6200" rIns="0" bIns="0" anchor="t" anchorCtr="0">
            <a:spAutoFit/>
          </a:bodyPr>
          <a:lstStyle/>
          <a:p>
            <a:pPr marL="63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4920996" y="3881628"/>
            <a:ext cx="1670685" cy="61595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5575" rIns="0" bIns="0" anchor="t" anchorCtr="0">
            <a:spAutoFit/>
          </a:bodyPr>
          <a:lstStyle/>
          <a:p>
            <a:pPr marL="3873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920996" y="1539239"/>
            <a:ext cx="1670685" cy="61595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5575" rIns="0" bIns="0" anchor="t" anchorCtr="0">
            <a:spAutoFit/>
          </a:bodyPr>
          <a:lstStyle/>
          <a:p>
            <a:pPr marL="4845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4920996" y="2732532"/>
            <a:ext cx="1670685" cy="61595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6200" rIns="0" bIns="0" anchor="t" anchorCtr="0">
            <a:spAutoFit/>
          </a:bodyPr>
          <a:lstStyle/>
          <a:p>
            <a:pPr marL="3333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7901940" y="2732532"/>
            <a:ext cx="1668780" cy="61595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6200" rIns="0" bIns="0" anchor="t" anchorCtr="0">
            <a:spAutoFit/>
          </a:bodyPr>
          <a:lstStyle/>
          <a:p>
            <a:pPr marL="493394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14"/>
          <p:cNvGrpSpPr/>
          <p:nvPr/>
        </p:nvGrpSpPr>
        <p:grpSpPr>
          <a:xfrm>
            <a:off x="2572512" y="2286000"/>
            <a:ext cx="6287135" cy="1988057"/>
            <a:chOff x="2572512" y="2286000"/>
            <a:chExt cx="6287135" cy="1988057"/>
          </a:xfrm>
        </p:grpSpPr>
        <p:sp>
          <p:nvSpPr>
            <p:cNvPr id="191" name="Google Shape;191;p14"/>
            <p:cNvSpPr/>
            <p:nvPr/>
          </p:nvSpPr>
          <p:spPr>
            <a:xfrm>
              <a:off x="3611879" y="2930651"/>
              <a:ext cx="1219200" cy="219710"/>
            </a:xfrm>
            <a:custGeom>
              <a:avLst/>
              <a:gdLst/>
              <a:ahLst/>
              <a:cxnLst/>
              <a:rect l="l" t="t" r="r" b="b"/>
              <a:pathLst>
                <a:path w="1219200" h="219710" extrusionOk="0">
                  <a:moveTo>
                    <a:pt x="1109472" y="0"/>
                  </a:moveTo>
                  <a:lnTo>
                    <a:pt x="1109472" y="54863"/>
                  </a:lnTo>
                  <a:lnTo>
                    <a:pt x="0" y="54863"/>
                  </a:lnTo>
                  <a:lnTo>
                    <a:pt x="0" y="164592"/>
                  </a:lnTo>
                  <a:lnTo>
                    <a:pt x="1109472" y="164592"/>
                  </a:lnTo>
                  <a:lnTo>
                    <a:pt x="1109472" y="219456"/>
                  </a:lnTo>
                  <a:lnTo>
                    <a:pt x="1219200" y="109727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3611879" y="2930651"/>
              <a:ext cx="1219200" cy="219710"/>
            </a:xfrm>
            <a:custGeom>
              <a:avLst/>
              <a:gdLst/>
              <a:ahLst/>
              <a:cxnLst/>
              <a:rect l="l" t="t" r="r" b="b"/>
              <a:pathLst>
                <a:path w="1219200" h="219710" extrusionOk="0">
                  <a:moveTo>
                    <a:pt x="0" y="54863"/>
                  </a:moveTo>
                  <a:lnTo>
                    <a:pt x="1109472" y="54863"/>
                  </a:lnTo>
                  <a:lnTo>
                    <a:pt x="1109472" y="0"/>
                  </a:lnTo>
                  <a:lnTo>
                    <a:pt x="1219200" y="109727"/>
                  </a:lnTo>
                  <a:lnTo>
                    <a:pt x="1109472" y="219456"/>
                  </a:lnTo>
                  <a:lnTo>
                    <a:pt x="1109472" y="164592"/>
                  </a:lnTo>
                  <a:lnTo>
                    <a:pt x="0" y="164592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637020" y="2930651"/>
              <a:ext cx="1219200" cy="219710"/>
            </a:xfrm>
            <a:custGeom>
              <a:avLst/>
              <a:gdLst/>
              <a:ahLst/>
              <a:cxnLst/>
              <a:rect l="l" t="t" r="r" b="b"/>
              <a:pathLst>
                <a:path w="1219200" h="219710" extrusionOk="0">
                  <a:moveTo>
                    <a:pt x="1109472" y="0"/>
                  </a:moveTo>
                  <a:lnTo>
                    <a:pt x="1109472" y="54863"/>
                  </a:lnTo>
                  <a:lnTo>
                    <a:pt x="0" y="54863"/>
                  </a:lnTo>
                  <a:lnTo>
                    <a:pt x="0" y="164592"/>
                  </a:lnTo>
                  <a:lnTo>
                    <a:pt x="1109472" y="164592"/>
                  </a:lnTo>
                  <a:lnTo>
                    <a:pt x="1109472" y="219456"/>
                  </a:lnTo>
                  <a:lnTo>
                    <a:pt x="1219200" y="109727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637020" y="2930651"/>
              <a:ext cx="1219200" cy="219710"/>
            </a:xfrm>
            <a:custGeom>
              <a:avLst/>
              <a:gdLst/>
              <a:ahLst/>
              <a:cxnLst/>
              <a:rect l="l" t="t" r="r" b="b"/>
              <a:pathLst>
                <a:path w="1219200" h="219710" extrusionOk="0">
                  <a:moveTo>
                    <a:pt x="0" y="54863"/>
                  </a:moveTo>
                  <a:lnTo>
                    <a:pt x="1109472" y="54863"/>
                  </a:lnTo>
                  <a:lnTo>
                    <a:pt x="1109472" y="0"/>
                  </a:lnTo>
                  <a:lnTo>
                    <a:pt x="1219200" y="109727"/>
                  </a:lnTo>
                  <a:lnTo>
                    <a:pt x="1109472" y="219456"/>
                  </a:lnTo>
                  <a:lnTo>
                    <a:pt x="1109472" y="164592"/>
                  </a:lnTo>
                  <a:lnTo>
                    <a:pt x="0" y="164592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5626607" y="2286000"/>
              <a:ext cx="218440" cy="358140"/>
            </a:xfrm>
            <a:custGeom>
              <a:avLst/>
              <a:gdLst/>
              <a:ahLst/>
              <a:cxnLst/>
              <a:rect l="l" t="t" r="r" b="b"/>
              <a:pathLst>
                <a:path w="218439" h="358139" extrusionOk="0">
                  <a:moveTo>
                    <a:pt x="163449" y="0"/>
                  </a:moveTo>
                  <a:lnTo>
                    <a:pt x="54482" y="0"/>
                  </a:lnTo>
                  <a:lnTo>
                    <a:pt x="54482" y="249174"/>
                  </a:lnTo>
                  <a:lnTo>
                    <a:pt x="0" y="249174"/>
                  </a:lnTo>
                  <a:lnTo>
                    <a:pt x="108965" y="358139"/>
                  </a:lnTo>
                  <a:lnTo>
                    <a:pt x="217931" y="249174"/>
                  </a:lnTo>
                  <a:lnTo>
                    <a:pt x="163449" y="249174"/>
                  </a:lnTo>
                  <a:lnTo>
                    <a:pt x="163449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5626607" y="2286000"/>
              <a:ext cx="218440" cy="358140"/>
            </a:xfrm>
            <a:custGeom>
              <a:avLst/>
              <a:gdLst/>
              <a:ahLst/>
              <a:cxnLst/>
              <a:rect l="l" t="t" r="r" b="b"/>
              <a:pathLst>
                <a:path w="218439" h="358139" extrusionOk="0">
                  <a:moveTo>
                    <a:pt x="0" y="249174"/>
                  </a:moveTo>
                  <a:lnTo>
                    <a:pt x="54482" y="249174"/>
                  </a:lnTo>
                  <a:lnTo>
                    <a:pt x="54482" y="0"/>
                  </a:lnTo>
                  <a:lnTo>
                    <a:pt x="163449" y="0"/>
                  </a:lnTo>
                  <a:lnTo>
                    <a:pt x="163449" y="249174"/>
                  </a:lnTo>
                  <a:lnTo>
                    <a:pt x="217931" y="249174"/>
                  </a:lnTo>
                  <a:lnTo>
                    <a:pt x="108965" y="358139"/>
                  </a:lnTo>
                  <a:lnTo>
                    <a:pt x="0" y="249174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2572512" y="3348227"/>
              <a:ext cx="6287135" cy="925830"/>
            </a:xfrm>
            <a:custGeom>
              <a:avLst/>
              <a:gdLst/>
              <a:ahLst/>
              <a:cxnLst/>
              <a:rect l="l" t="t" r="r" b="b"/>
              <a:pathLst>
                <a:path w="6287134" h="925829" extrusionOk="0">
                  <a:moveTo>
                    <a:pt x="2242058" y="802386"/>
                  </a:moveTo>
                  <a:lnTo>
                    <a:pt x="152400" y="802386"/>
                  </a:lnTo>
                  <a:lnTo>
                    <a:pt x="152400" y="228600"/>
                  </a:lnTo>
                  <a:lnTo>
                    <a:pt x="228600" y="228600"/>
                  </a:lnTo>
                  <a:lnTo>
                    <a:pt x="209550" y="190500"/>
                  </a:lnTo>
                  <a:lnTo>
                    <a:pt x="114300" y="0"/>
                  </a:lnTo>
                  <a:lnTo>
                    <a:pt x="0" y="228600"/>
                  </a:lnTo>
                  <a:lnTo>
                    <a:pt x="76200" y="228600"/>
                  </a:lnTo>
                  <a:lnTo>
                    <a:pt x="76200" y="878586"/>
                  </a:lnTo>
                  <a:lnTo>
                    <a:pt x="2242058" y="878586"/>
                  </a:lnTo>
                  <a:lnTo>
                    <a:pt x="2242058" y="840486"/>
                  </a:lnTo>
                  <a:lnTo>
                    <a:pt x="2242058" y="802386"/>
                  </a:lnTo>
                  <a:close/>
                </a:path>
                <a:path w="6287134" h="925829" extrusionOk="0">
                  <a:moveTo>
                    <a:pt x="6286754" y="179832"/>
                  </a:moveTo>
                  <a:lnTo>
                    <a:pt x="6285865" y="180733"/>
                  </a:lnTo>
                  <a:lnTo>
                    <a:pt x="6285865" y="141732"/>
                  </a:lnTo>
                  <a:lnTo>
                    <a:pt x="6210554" y="141732"/>
                  </a:lnTo>
                  <a:lnTo>
                    <a:pt x="6210554" y="772922"/>
                  </a:lnTo>
                  <a:lnTo>
                    <a:pt x="4293108" y="772922"/>
                  </a:lnTo>
                  <a:lnTo>
                    <a:pt x="4293108" y="696722"/>
                  </a:lnTo>
                  <a:lnTo>
                    <a:pt x="4064508" y="811022"/>
                  </a:lnTo>
                  <a:lnTo>
                    <a:pt x="4293108" y="925322"/>
                  </a:lnTo>
                  <a:lnTo>
                    <a:pt x="4293108" y="849122"/>
                  </a:lnTo>
                  <a:lnTo>
                    <a:pt x="6286754" y="849122"/>
                  </a:lnTo>
                  <a:lnTo>
                    <a:pt x="6286754" y="811022"/>
                  </a:lnTo>
                  <a:lnTo>
                    <a:pt x="6286754" y="772922"/>
                  </a:lnTo>
                  <a:lnTo>
                    <a:pt x="6286754" y="217932"/>
                  </a:lnTo>
                  <a:lnTo>
                    <a:pt x="6286754" y="179832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4"/>
          <p:cNvSpPr txBox="1"/>
          <p:nvPr/>
        </p:nvSpPr>
        <p:spPr>
          <a:xfrm>
            <a:off x="1340358" y="1442466"/>
            <a:ext cx="9711055" cy="341693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73619" marR="0" lvl="0" indent="0" algn="l" rtl="0">
              <a:spcBef>
                <a:spcPts val="114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Boundary and Interface</a:t>
            </a: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8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14"/>
          <p:cNvGrpSpPr/>
          <p:nvPr/>
        </p:nvGrpSpPr>
        <p:grpSpPr>
          <a:xfrm>
            <a:off x="1631441" y="2475738"/>
            <a:ext cx="8455787" cy="1797812"/>
            <a:chOff x="1631441" y="2475738"/>
            <a:chExt cx="8455787" cy="1797812"/>
          </a:xfrm>
        </p:grpSpPr>
        <p:sp>
          <p:nvSpPr>
            <p:cNvPr id="200" name="Google Shape;200;p14"/>
            <p:cNvSpPr/>
            <p:nvPr/>
          </p:nvSpPr>
          <p:spPr>
            <a:xfrm>
              <a:off x="9640823" y="3040380"/>
              <a:ext cx="446405" cy="1233170"/>
            </a:xfrm>
            <a:custGeom>
              <a:avLst/>
              <a:gdLst/>
              <a:ahLst/>
              <a:cxnLst/>
              <a:rect l="l" t="t" r="r" b="b"/>
              <a:pathLst>
                <a:path w="446404" h="1233170" extrusionOk="0">
                  <a:moveTo>
                    <a:pt x="293624" y="1004189"/>
                  </a:moveTo>
                  <a:lnTo>
                    <a:pt x="217424" y="1004189"/>
                  </a:lnTo>
                  <a:lnTo>
                    <a:pt x="331724" y="1232789"/>
                  </a:lnTo>
                  <a:lnTo>
                    <a:pt x="426974" y="1042289"/>
                  </a:lnTo>
                  <a:lnTo>
                    <a:pt x="293624" y="1042289"/>
                  </a:lnTo>
                  <a:lnTo>
                    <a:pt x="293624" y="1004189"/>
                  </a:lnTo>
                  <a:close/>
                </a:path>
                <a:path w="446404" h="1233170" extrusionOk="0">
                  <a:moveTo>
                    <a:pt x="293624" y="39878"/>
                  </a:moveTo>
                  <a:lnTo>
                    <a:pt x="293624" y="1042289"/>
                  </a:lnTo>
                  <a:lnTo>
                    <a:pt x="369824" y="1042289"/>
                  </a:lnTo>
                  <a:lnTo>
                    <a:pt x="369824" y="77978"/>
                  </a:lnTo>
                  <a:lnTo>
                    <a:pt x="331724" y="77978"/>
                  </a:lnTo>
                  <a:lnTo>
                    <a:pt x="293624" y="39878"/>
                  </a:lnTo>
                  <a:close/>
                </a:path>
                <a:path w="446404" h="1233170" extrusionOk="0">
                  <a:moveTo>
                    <a:pt x="446024" y="1004189"/>
                  </a:moveTo>
                  <a:lnTo>
                    <a:pt x="369824" y="1004189"/>
                  </a:lnTo>
                  <a:lnTo>
                    <a:pt x="369824" y="1042289"/>
                  </a:lnTo>
                  <a:lnTo>
                    <a:pt x="426974" y="1042289"/>
                  </a:lnTo>
                  <a:lnTo>
                    <a:pt x="446024" y="1004189"/>
                  </a:lnTo>
                  <a:close/>
                </a:path>
                <a:path w="446404" h="1233170" extrusionOk="0">
                  <a:moveTo>
                    <a:pt x="76200" y="0"/>
                  </a:moveTo>
                  <a:lnTo>
                    <a:pt x="0" y="0"/>
                  </a:lnTo>
                  <a:lnTo>
                    <a:pt x="0" y="77978"/>
                  </a:lnTo>
                  <a:lnTo>
                    <a:pt x="293624" y="77978"/>
                  </a:lnTo>
                  <a:lnTo>
                    <a:pt x="293624" y="39878"/>
                  </a:lnTo>
                  <a:lnTo>
                    <a:pt x="76200" y="39878"/>
                  </a:lnTo>
                  <a:lnTo>
                    <a:pt x="38100" y="1778"/>
                  </a:lnTo>
                  <a:lnTo>
                    <a:pt x="76200" y="1778"/>
                  </a:lnTo>
                  <a:lnTo>
                    <a:pt x="76200" y="0"/>
                  </a:lnTo>
                  <a:close/>
                </a:path>
                <a:path w="446404" h="1233170" extrusionOk="0">
                  <a:moveTo>
                    <a:pt x="369824" y="1778"/>
                  </a:moveTo>
                  <a:lnTo>
                    <a:pt x="76200" y="1778"/>
                  </a:lnTo>
                  <a:lnTo>
                    <a:pt x="76200" y="39878"/>
                  </a:lnTo>
                  <a:lnTo>
                    <a:pt x="293624" y="39878"/>
                  </a:lnTo>
                  <a:lnTo>
                    <a:pt x="331724" y="77978"/>
                  </a:lnTo>
                  <a:lnTo>
                    <a:pt x="369824" y="77978"/>
                  </a:lnTo>
                  <a:lnTo>
                    <a:pt x="369824" y="1778"/>
                  </a:lnTo>
                  <a:close/>
                </a:path>
                <a:path w="446404" h="1233170" extrusionOk="0">
                  <a:moveTo>
                    <a:pt x="76200" y="1778"/>
                  </a:moveTo>
                  <a:lnTo>
                    <a:pt x="38100" y="1778"/>
                  </a:lnTo>
                  <a:lnTo>
                    <a:pt x="76200" y="39878"/>
                  </a:lnTo>
                  <a:lnTo>
                    <a:pt x="76200" y="1778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1631441" y="2475738"/>
              <a:ext cx="8209915" cy="1278890"/>
            </a:xfrm>
            <a:custGeom>
              <a:avLst/>
              <a:gdLst/>
              <a:ahLst/>
              <a:cxnLst/>
              <a:rect l="l" t="t" r="r" b="b"/>
              <a:pathLst>
                <a:path w="8209915" h="1278889" extrusionOk="0">
                  <a:moveTo>
                    <a:pt x="0" y="1278636"/>
                  </a:moveTo>
                  <a:lnTo>
                    <a:pt x="8209788" y="1278636"/>
                  </a:lnTo>
                  <a:lnTo>
                    <a:pt x="8209788" y="0"/>
                  </a:lnTo>
                  <a:lnTo>
                    <a:pt x="0" y="0"/>
                  </a:lnTo>
                  <a:lnTo>
                    <a:pt x="0" y="1278636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47B71-9C8A-4A29-AA8B-FE6580BB9623}"/>
                  </a:ext>
                </a:extLst>
              </p14:cNvPr>
              <p14:cNvContentPartPr/>
              <p14:nvPr/>
            </p14:nvContentPartPr>
            <p14:xfrm>
              <a:off x="2586960" y="2304000"/>
              <a:ext cx="8315640" cy="3916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47B71-9C8A-4A29-AA8B-FE6580BB96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7600" y="2294640"/>
                <a:ext cx="8334360" cy="39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8644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>
            <a:off x="3731894" y="37465"/>
            <a:ext cx="556450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the System</a:t>
            </a:r>
            <a:endParaRPr sz="40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919500" y="533400"/>
            <a:ext cx="10353000" cy="6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41300" marR="22225" lvl="0" indent="-229234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irreducible part or aggregation of parts that makes up a system;  also called a subsystem.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5080" lvl="0" indent="-229234" algn="just" rtl="0">
              <a:lnSpc>
                <a:spcPct val="107916"/>
              </a:lnSpc>
              <a:spcBef>
                <a:spcPts val="10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Interrelated components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Dependence of one part of the system on one or more  other system parts.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334645" lvl="0" indent="-229234" algn="just" rtl="0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Boundary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line that marks the inside and outside of a system and that sets  off the system from its environment.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overall goal or function of a system.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 external to a system that interacts with the system.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lnSpc>
                <a:spcPct val="113958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of contact where a system meets its environment or where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0" algn="just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subsystems meet each other.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limit to what a system can accomplish.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Inputs are the information that enters into the system for processing.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lnSpc>
                <a:spcPct val="113958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objective of a system is to get an output which is helpful for its</a:t>
            </a:r>
            <a:endParaRPr dirty="0"/>
          </a:p>
          <a:p>
            <a:pPr marL="241300" marR="0" lvl="0" indent="0" algn="just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user. Output is the final outcome of processing.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61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535" y="231390"/>
            <a:ext cx="9144000" cy="6462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4593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126" y="92212"/>
            <a:ext cx="9144000" cy="6598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415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2239" y="136478"/>
            <a:ext cx="9144000" cy="6407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9739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0" y="104775"/>
            <a:ext cx="10544175" cy="6667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0674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534" y="436728"/>
            <a:ext cx="9144000" cy="6107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666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2239" y="232012"/>
            <a:ext cx="9144000" cy="6421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7660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4817" y="204716"/>
            <a:ext cx="9144000" cy="6421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4768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943" y="150125"/>
            <a:ext cx="9144000" cy="65304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9905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45660"/>
            <a:ext cx="9144000" cy="6318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320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5C-33F9-462C-B049-BC1DB457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/>
          <a:p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Example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9A314E-9A13-4B53-8359-6B49902AF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960063"/>
              </p:ext>
            </p:extLst>
          </p:nvPr>
        </p:nvGraphicFramePr>
        <p:xfrm>
          <a:off x="838200" y="1676400"/>
          <a:ext cx="10439400" cy="3901440"/>
        </p:xfrm>
        <a:graphic>
          <a:graphicData uri="http://schemas.openxmlformats.org/drawingml/2006/table">
            <a:tbl>
              <a:tblPr/>
              <a:tblGrid>
                <a:gridCol w="2537354">
                  <a:extLst>
                    <a:ext uri="{9D8B030D-6E8A-4147-A177-3AD203B41FA5}">
                      <a16:colId xmlns:a16="http://schemas.microsoft.com/office/drawing/2014/main" val="1384897422"/>
                    </a:ext>
                  </a:extLst>
                </a:gridCol>
                <a:gridCol w="7902046">
                  <a:extLst>
                    <a:ext uri="{9D8B030D-6E8A-4147-A177-3AD203B41FA5}">
                      <a16:colId xmlns:a16="http://schemas.microsoft.com/office/drawing/2014/main" val="4011302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Element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400" b="1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ATM 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725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Input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Card data, PIN, Withdrawal amount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08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Processing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Verifying PIN, checking balance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5257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400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Cash, </a:t>
                      </a:r>
                      <a:r>
                        <a:rPr lang="en-IN" sz="2400" kern="1200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Receipt, Transaction Successful message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985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Control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400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Daily limits, Security checks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660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Feedback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Insufficient Funds or Wrong PIN messages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9276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Interface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The Touch Screen / UI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2294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Environment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The Customer and the Bank’s central server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20627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3DEE29-1A96-47AA-9188-539CEBE19373}"/>
                  </a:ext>
                </a:extLst>
              </p14:cNvPr>
              <p14:cNvContentPartPr/>
              <p14:nvPr/>
            </p14:nvContentPartPr>
            <p14:xfrm>
              <a:off x="611280" y="2424240"/>
              <a:ext cx="4418280" cy="3097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3DEE29-1A96-47AA-9188-539CEBE193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20" y="2414880"/>
                <a:ext cx="4437000" cy="31165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11B9650-B20A-4956-8BF1-20EED949B52B}"/>
              </a:ext>
            </a:extLst>
          </p:cNvPr>
          <p:cNvSpPr/>
          <p:nvPr/>
        </p:nvSpPr>
        <p:spPr>
          <a:xfrm>
            <a:off x="609600" y="5808215"/>
            <a:ext cx="1120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Boundary -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is the limit of the ATM software. It doesn't own the bank's main database, only interacts with it.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52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EDAB-FB4C-0289-ABBC-5CF2B78C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6093461" cy="984885"/>
          </a:xfrm>
        </p:spPr>
        <p:txBody>
          <a:bodyPr/>
          <a:lstStyle/>
          <a:p>
            <a:r>
              <a:rPr lang="en-US" dirty="0"/>
              <a:t>Classification of Systems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C06C7-14B7-3825-4006-6F9DF8F9D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061085"/>
            <a:ext cx="10358120" cy="3939540"/>
          </a:xfrm>
        </p:spPr>
        <p:txBody>
          <a:bodyPr/>
          <a:lstStyle/>
          <a:p>
            <a:r>
              <a:rPr lang="en-US" dirty="0"/>
              <a:t>Systems have been classified in different ways. Common classifications are:</a:t>
            </a:r>
          </a:p>
          <a:p>
            <a:endParaRPr lang="en-US" dirty="0"/>
          </a:p>
          <a:p>
            <a:r>
              <a:rPr lang="en-US" dirty="0"/>
              <a:t>(1) Physical or abstract</a:t>
            </a:r>
          </a:p>
          <a:p>
            <a:endParaRPr lang="en-US" dirty="0"/>
          </a:p>
          <a:p>
            <a:r>
              <a:rPr lang="en-US" dirty="0"/>
              <a:t>(2) Open or closed</a:t>
            </a:r>
          </a:p>
          <a:p>
            <a:endParaRPr lang="en-US" dirty="0"/>
          </a:p>
          <a:p>
            <a:r>
              <a:rPr lang="en-US" dirty="0"/>
              <a:t>(3) "Man-made" information systems.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91BB14-9135-4D75-B5B0-7E82E4614743}"/>
                  </a:ext>
                </a:extLst>
              </p14:cNvPr>
              <p14:cNvContentPartPr/>
              <p14:nvPr/>
            </p14:nvContentPartPr>
            <p14:xfrm>
              <a:off x="963000" y="2880360"/>
              <a:ext cx="2689560" cy="216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91BB14-9135-4D75-B5B0-7E82E46147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3640" y="2871000"/>
                <a:ext cx="2708280" cy="21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947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648" y="191069"/>
            <a:ext cx="9144000" cy="6380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3852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3182" y="341193"/>
            <a:ext cx="9144000" cy="62165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3175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7730-6D2A-D162-08C4-0A3E986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6703061" cy="984885"/>
          </a:xfrm>
        </p:spPr>
        <p:txBody>
          <a:bodyPr/>
          <a:lstStyle/>
          <a:p>
            <a:r>
              <a:rPr lang="en-US" dirty="0"/>
              <a:t>Open v/s Closed Systems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77F82-23F0-FC8E-5CC6-D16CBCFC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061085"/>
            <a:ext cx="10358120" cy="4924425"/>
          </a:xfrm>
        </p:spPr>
        <p:txBody>
          <a:bodyPr/>
          <a:lstStyle/>
          <a:p>
            <a:r>
              <a:rPr lang="en-US" b="1" dirty="0"/>
              <a:t>Open system</a:t>
            </a:r>
            <a:r>
              <a:rPr lang="en-US" dirty="0"/>
              <a:t> has many interfaces with its environment.</a:t>
            </a:r>
          </a:p>
          <a:p>
            <a:pPr marL="228600" indent="0"/>
            <a:r>
              <a:rPr lang="en-US" dirty="0"/>
              <a:t>- It permits interaction across its boundary</a:t>
            </a:r>
          </a:p>
          <a:p>
            <a:pPr marL="228600" indent="0"/>
            <a:r>
              <a:rPr lang="en-US" dirty="0"/>
              <a:t>-  It receives inputs from and delivers outputs to the outside world. </a:t>
            </a:r>
          </a:p>
          <a:p>
            <a:r>
              <a:rPr lang="en-US" dirty="0"/>
              <a:t>An information system falls into this category, since it must adapt to the changing demands of the user. </a:t>
            </a:r>
          </a:p>
          <a:p>
            <a:endParaRPr lang="en-US" b="1" dirty="0"/>
          </a:p>
          <a:p>
            <a:r>
              <a:rPr lang="en-US" b="1" dirty="0"/>
              <a:t>Closed system</a:t>
            </a:r>
            <a:r>
              <a:rPr lang="en-US" dirty="0"/>
              <a:t> is isolated from environmental influences.</a:t>
            </a:r>
          </a:p>
          <a:p>
            <a:r>
              <a:rPr lang="en-US" dirty="0"/>
              <a:t>- </a:t>
            </a:r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IN" dirty="0"/>
              <a:t>Standalone Digital Calculator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663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EF8B-597F-3212-CF0D-AD34B64E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9293862" cy="1477328"/>
          </a:xfrm>
        </p:spPr>
        <p:txBody>
          <a:bodyPr/>
          <a:lstStyle/>
          <a:p>
            <a:r>
              <a:rPr lang="en-US" dirty="0"/>
              <a:t>Man-made Information Systems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218A6-4F94-4855-CA30-8F22D6BA8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8" y="990600"/>
            <a:ext cx="10358120" cy="5416868"/>
          </a:xfrm>
        </p:spPr>
        <p:txBody>
          <a:bodyPr/>
          <a:lstStyle/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It is a set of devices, procedures and operating systems designed around user based criteria to produce information and communicate it to the user for planning, control and performance.</a:t>
            </a:r>
          </a:p>
          <a:p>
            <a:pPr marL="685800" indent="-457200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+mj-lt"/>
                <a:ea typeface="Times New Roman"/>
                <a:cs typeface="Times New Roman" panose="02020603050405020304" pitchFamily="18" charset="0"/>
                <a:sym typeface="Times New Roman"/>
              </a:rPr>
              <a:t>Many organizations consider Information systems to be essential to  their ability to compete or gain competitive advantage.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business has several information systems.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Each of this is designed for a purpose and works to accommodate data flow, communications, decision making, control and effectiveness.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27848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C06C3-D7CF-736E-08F7-863F9C34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177164"/>
            <a:ext cx="3327400" cy="492443"/>
          </a:xfrm>
        </p:spPr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B7DDD-263F-6E60-0628-CA863C8EC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061085"/>
            <a:ext cx="10358120" cy="4924425"/>
          </a:xfrm>
        </p:spPr>
        <p:txBody>
          <a:bodyPr/>
          <a:lstStyle/>
          <a:p>
            <a:r>
              <a:rPr lang="en-US" dirty="0"/>
              <a:t>Man-made information systems are divided into </a:t>
            </a:r>
            <a:r>
              <a:rPr lang="en-US" b="1" dirty="0"/>
              <a:t>three types</a:t>
            </a:r>
          </a:p>
          <a:p>
            <a:r>
              <a:rPr lang="en-US" b="1" dirty="0"/>
              <a:t>Formal Information System</a:t>
            </a:r>
            <a:r>
              <a:rPr lang="en-US" dirty="0"/>
              <a:t> − It is based on the flow of information in the form of memos, instructions, etc., from top level to lower levels of management.</a:t>
            </a:r>
          </a:p>
          <a:p>
            <a:r>
              <a:rPr lang="en-US" b="1" dirty="0"/>
              <a:t>Informal Information System</a:t>
            </a:r>
            <a:r>
              <a:rPr lang="en-US" dirty="0"/>
              <a:t> − This is employee based system which solves the day to day work related problems.</a:t>
            </a:r>
          </a:p>
          <a:p>
            <a:r>
              <a:rPr lang="en-US" b="1" dirty="0"/>
              <a:t>Computer Based System</a:t>
            </a:r>
            <a:r>
              <a:rPr lang="en-US" dirty="0"/>
              <a:t> − This system is directly dependent on the computer for managing business applications. For example, automatic library system, railway reservation system, banking system, </a:t>
            </a:r>
            <a:r>
              <a:rPr lang="en-US" dirty="0" err="1"/>
              <a:t>etc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F67A25-D2D0-4126-8C87-523744A5E145}"/>
                  </a:ext>
                </a:extLst>
              </p14:cNvPr>
              <p14:cNvContentPartPr/>
              <p14:nvPr/>
            </p14:nvContentPartPr>
            <p14:xfrm>
              <a:off x="847440" y="1834560"/>
              <a:ext cx="3264840" cy="250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F67A25-D2D0-4126-8C87-523744A5E1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080" y="1825200"/>
                <a:ext cx="3283560" cy="25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4118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F36D-BF7D-1889-2D45-C8217459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6855461" cy="984885"/>
          </a:xfrm>
        </p:spPr>
        <p:txBody>
          <a:bodyPr/>
          <a:lstStyle/>
          <a:p>
            <a:r>
              <a:rPr lang="en-US" sz="3200" dirty="0"/>
              <a:t>Information System - components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F813B-AB3A-32FC-9903-B6F2499B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061085"/>
            <a:ext cx="10358120" cy="2215991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2400" dirty="0"/>
              <a:t>An information system can be defined technically as a set of interrelated components that collect (or retrieve), process, store, and distribute information to support decision making and control in an organization.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They may also help managers and workers analyze problems, visualize complex subjects, and create new products.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80120-427F-44C1-2CE4-CC2E85AA1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47999"/>
            <a:ext cx="8067468" cy="27489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78C932-314D-4ACE-A50B-B5F8CFEBC356}"/>
                  </a:ext>
                </a:extLst>
              </p14:cNvPr>
              <p14:cNvContentPartPr/>
              <p14:nvPr/>
            </p14:nvContentPartPr>
            <p14:xfrm>
              <a:off x="2716560" y="2170800"/>
              <a:ext cx="6818760" cy="387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78C932-314D-4ACE-A50B-B5F8CFEBC3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7200" y="2161440"/>
                <a:ext cx="6837480" cy="38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992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3DF4-B626-F6CF-D72A-2F1030B0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9217661" cy="984885"/>
          </a:xfrm>
        </p:spPr>
        <p:txBody>
          <a:bodyPr/>
          <a:lstStyle/>
          <a:p>
            <a:r>
              <a:rPr lang="en-US" dirty="0"/>
              <a:t>Functions of an Information System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F330-EBB5-F061-36B7-8F1A17764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D7FA8-D3CC-1907-7004-007DF462D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95400"/>
            <a:ext cx="7010400" cy="43911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411C57-B2EC-4DA1-BDB8-61A1830F7A3E}"/>
                  </a:ext>
                </a:extLst>
              </p14:cNvPr>
              <p14:cNvContentPartPr/>
              <p14:nvPr/>
            </p14:nvContentPartPr>
            <p14:xfrm>
              <a:off x="2687040" y="2341800"/>
              <a:ext cx="6089040" cy="277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411C57-B2EC-4DA1-BDB8-61A1830F7A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7680" y="2332440"/>
                <a:ext cx="6107760" cy="27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7613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xfrm>
            <a:off x="3575713" y="2551874"/>
            <a:ext cx="590936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Modelling</a:t>
            </a:r>
            <a:endParaRPr sz="5400" u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D7D359-E36B-5D00-DB82-C3374DE186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76200"/>
            <a:ext cx="8229600" cy="1143000"/>
          </a:xfrm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Models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8864CD3-B79F-5C07-888C-9B1D721C1C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00200"/>
            <a:ext cx="8763000" cy="4114800"/>
          </a:xfrm>
        </p:spPr>
        <p:txBody>
          <a:bodyPr vert="horz" wrap="square" lIns="90487" tIns="44450" rIns="90487" bIns="4445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 model is an abstraction of a system</a:t>
            </a:r>
          </a:p>
          <a:p>
            <a:pPr marL="685800" lvl="1" indent="-228600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 system that no longer exists</a:t>
            </a:r>
          </a:p>
          <a:p>
            <a:pPr marL="685800" lvl="1" indent="-228600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An existing system</a:t>
            </a:r>
          </a:p>
          <a:p>
            <a:pPr marL="685800" lvl="1" indent="-228600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 future system to be built.</a:t>
            </a:r>
            <a:b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Times" panose="02020603050405020304" pitchFamily="18" charset="0"/>
                <a:cs typeface="Times" panose="02020603050405020304" pitchFamily="18" charset="0"/>
              </a:rPr>
              <a:t>Eg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constructing a kennel, house, office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B1B8F6-143E-4E59-9CBA-D9F16ED58D8A}"/>
                  </a:ext>
                </a:extLst>
              </p14:cNvPr>
              <p14:cNvContentPartPr/>
              <p14:nvPr/>
            </p14:nvContentPartPr>
            <p14:xfrm>
              <a:off x="1172160" y="2453760"/>
              <a:ext cx="5073120" cy="173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B1B8F6-143E-4E59-9CBA-D9F16ED58D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2800" y="2444400"/>
                <a:ext cx="5091840" cy="17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92606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170A-0B6F-3D5F-2660-89F3CEF4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C08A-9CA0-5A65-41E0-246791283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A model is an abstraction of something for the purpose of understanding it before building it. Its purpose are:</a:t>
            </a:r>
          </a:p>
          <a:p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Testing a physical entity before building it.</a:t>
            </a:r>
          </a:p>
          <a:p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Communication with customers.</a:t>
            </a:r>
          </a:p>
          <a:p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Visualization.</a:t>
            </a:r>
          </a:p>
          <a:p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Reduction of complexity.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B6C5EA-8872-4C05-8CC4-06D330635569}"/>
                  </a:ext>
                </a:extLst>
              </p14:cNvPr>
              <p14:cNvContentPartPr/>
              <p14:nvPr/>
            </p14:nvContentPartPr>
            <p14:xfrm>
              <a:off x="689760" y="2520000"/>
              <a:ext cx="1703160" cy="143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B6C5EA-8872-4C05-8CC4-06D3306355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400" y="2510640"/>
                <a:ext cx="1721880" cy="14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0157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916938" y="103454"/>
            <a:ext cx="8608061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916939" y="1032129"/>
            <a:ext cx="10779192" cy="302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241300" marR="104139" lvl="0" indent="-229234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software rapidly, efficiently, and effectively, with a  minimum of software scrap and rework - right people, the right  tools, and the right focus.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1098550" lvl="0" indent="-229234" algn="just" rtl="0">
              <a:lnSpc>
                <a:spcPct val="95937"/>
              </a:lnSpc>
              <a:spcBef>
                <a:spcPts val="9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is a proven and well-accepted engineering  technique</a:t>
            </a:r>
            <a:endParaRPr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53975" lvl="0" indent="-229234" algn="just" rtl="0">
              <a:lnSpc>
                <a:spcPct val="80000"/>
              </a:lnSpc>
              <a:spcBef>
                <a:spcPts val="10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is a central part of all the activities that lead up to the  deployment of good software.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916938" y="103454"/>
            <a:ext cx="8608061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Modeling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304800" y="1032129"/>
            <a:ext cx="11506200" cy="654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12066" marR="1200150" lvl="0" algn="just" rtl="0">
              <a:lnSpc>
                <a:spcPct val="96071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Build models to communicate the desired structure and  behavior of our system.</a:t>
            </a:r>
          </a:p>
          <a:p>
            <a:pPr lvl="0"/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-what parts the system has (</a:t>
            </a:r>
            <a:r>
              <a:rPr lang="en-US" altLang="en-US" sz="24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structure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  <a:p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-how it works (</a:t>
            </a:r>
            <a:r>
              <a:rPr lang="en-US" altLang="en-US" sz="24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behavior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b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           - 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Online Food Ordering System</a:t>
            </a:r>
          </a:p>
          <a:p>
            <a:pPr marL="12066" lvl="0" algn="just"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Build models to visualize and control the system's architecture.</a:t>
            </a:r>
            <a:b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Models give a high-level view to organize and manage system architecture</a:t>
            </a:r>
            <a:b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en-IN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E-commerce Website has Separate layers</a:t>
            </a:r>
            <a:endParaRPr sz="24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066" marR="151765" lvl="0" algn="just" rtl="0">
              <a:lnSpc>
                <a:spcPct val="96071"/>
              </a:lnSpc>
              <a:spcBef>
                <a:spcPts val="985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Build models to better understand the system we are building,  often exposing opportunities for simplification and reuse</a:t>
            </a:r>
            <a:endParaRPr dirty="0"/>
          </a:p>
          <a:p>
            <a:pPr marL="12066" marR="0" lvl="0" algn="just" rtl="0"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Build models to manage risk. </a:t>
            </a:r>
          </a:p>
          <a:p>
            <a:pPr marL="12066" marR="0" lvl="0" algn="just" rtl="0"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 New Roman"/>
              </a:rPr>
              <a:t>-</a:t>
            </a:r>
            <a:r>
              <a:rPr lang="en-US" sz="2400" dirty="0" err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 New Roman"/>
              </a:rPr>
              <a:t>Eg.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 New Roman"/>
              </a:rPr>
              <a:t> Online ticket booking system</a:t>
            </a:r>
          </a:p>
          <a:p>
            <a:pPr marL="12066" marR="0" lvl="0" algn="just" rtl="0"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b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66" marR="0" lvl="0" algn="just" rtl="0"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4C6B338-F691-4EAD-8920-BEF34637B890}"/>
                  </a:ext>
                </a:extLst>
              </p14:cNvPr>
              <p14:cNvContentPartPr/>
              <p14:nvPr/>
            </p14:nvContentPartPr>
            <p14:xfrm>
              <a:off x="1969560" y="1653120"/>
              <a:ext cx="8268480" cy="28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4C6B338-F691-4EAD-8920-BEF34637B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0200" y="1643760"/>
                <a:ext cx="8287200" cy="28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95291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/>
        </p:nvSpPr>
        <p:spPr>
          <a:xfrm>
            <a:off x="10033507" y="6448280"/>
            <a:ext cx="10160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1"/>
          <p:cNvSpPr txBox="1">
            <a:spLocks noGrp="1"/>
          </p:cNvSpPr>
          <p:nvPr>
            <p:ph type="title"/>
          </p:nvPr>
        </p:nvSpPr>
        <p:spPr>
          <a:xfrm>
            <a:off x="2450043" y="924412"/>
            <a:ext cx="747331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 Why We Model</a:t>
            </a:r>
            <a:endParaRPr/>
          </a:p>
        </p:txBody>
      </p:sp>
      <p:sp>
        <p:nvSpPr>
          <p:cNvPr id="342" name="Google Shape;342;p41"/>
          <p:cNvSpPr txBox="1"/>
          <p:nvPr/>
        </p:nvSpPr>
        <p:spPr>
          <a:xfrm>
            <a:off x="1809743" y="2001686"/>
            <a:ext cx="7833751" cy="285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069" marR="0" lvl="0" indent="-421004" algn="l" rtl="0">
              <a:spcBef>
                <a:spcPts val="19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importance of modeling</a:t>
            </a:r>
            <a:endParaRPr dirty="0"/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4659" marR="0" lvl="0" indent="-442595" algn="l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principles of modeling</a:t>
            </a:r>
            <a:endParaRPr dirty="0"/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4659" marR="0" lvl="0" indent="-44259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modeling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/>
        </p:nvSpPr>
        <p:spPr>
          <a:xfrm>
            <a:off x="10033507" y="6431686"/>
            <a:ext cx="101600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42"/>
          <p:cNvSpPr txBox="1"/>
          <p:nvPr/>
        </p:nvSpPr>
        <p:spPr>
          <a:xfrm>
            <a:off x="762001" y="340274"/>
            <a:ext cx="10427110" cy="573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modeling 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5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26719" marR="0" lvl="0" indent="-414654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model is a simplification of reality.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1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4991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build models so that we can better understand the system  we are developing.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5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just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modeling, we achieve four aims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4325" marR="0" lvl="0" indent="-30226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help us to visualize a system as it is or as we want it to be.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4325" marR="0" lvl="0" indent="-302260" algn="just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permit us to specify the structure or behavior of a system.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4325" marR="0" lvl="0" indent="-30226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give us a template that guides us in constructing a system.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Models document the decisions we have made.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/>
        </p:nvSpPr>
        <p:spPr>
          <a:xfrm>
            <a:off x="10008107" y="6448281"/>
            <a:ext cx="1524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2463190" y="571323"/>
            <a:ext cx="6757010" cy="68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Principles of Modeling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685800" y="1828799"/>
            <a:ext cx="10820400" cy="345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4659" marR="0" lvl="0" indent="-44259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principles of modeling:</a:t>
            </a:r>
            <a:endParaRPr dirty="0"/>
          </a:p>
          <a:p>
            <a:pPr marL="0" marR="0" lvl="0" indent="0" algn="just" rtl="0">
              <a:spcBef>
                <a:spcPts val="5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180975" lvl="0" indent="-457833" algn="just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choice of what models to create has a profound  influence on how a problem is attacked and how a  solution is shaped.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244475" lvl="0" indent="-457833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model may be expressed at different levels of  precision.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833" algn="just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models are connected to reality.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5080" lvl="0" indent="-457833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single model is sufficient. Every nontrivial system  is best approached through a small set of nearly  independent models.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2FD3F7-F561-4FDA-983B-E32E1E89FF83}"/>
                  </a:ext>
                </a:extLst>
              </p14:cNvPr>
              <p14:cNvContentPartPr/>
              <p14:nvPr/>
            </p14:nvContentPartPr>
            <p14:xfrm>
              <a:off x="589680" y="4248360"/>
              <a:ext cx="1334880" cy="207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2FD3F7-F561-4FDA-983B-E32E1E89FF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320" y="4239000"/>
                <a:ext cx="1353600" cy="209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89CE-AE21-4449-92D4-F84EEB0F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2764-7202-4631-84FE-00181045E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choice of what models to create has a profound  influence on how a problem is attacked and how a  solution is shaped</a:t>
            </a:r>
          </a:p>
          <a:p>
            <a:pPr>
              <a:buFontTx/>
              <a:buChar char="-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Choose your models well</a:t>
            </a:r>
          </a:p>
          <a:p>
            <a:pPr marL="0" indent="0">
              <a:buNone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-  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Good models help us understand complex problems that are otherwise hard to see.</a:t>
            </a:r>
          </a:p>
          <a:p>
            <a:pPr marL="0" indent="0">
              <a:buNone/>
            </a:pPr>
            <a:b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 software, the models you choose can greatly affect your world view.</a:t>
            </a:r>
            <a:b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en-IN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Database developer </a:t>
            </a:r>
            <a:r>
              <a:rPr lang="en-IN" dirty="0"/>
              <a:t>- 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focus on entity-relationship models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Structured analyst - 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models that are algorithmic-centric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Object-oriented developer -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sea of classes and the 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patterns of interaction </a:t>
            </a:r>
            <a:endParaRPr lang="en-IN" sz="24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59C5EE-224C-4352-B232-B03DE3D3A588}"/>
                  </a:ext>
                </a:extLst>
              </p14:cNvPr>
              <p14:cNvContentPartPr/>
              <p14:nvPr/>
            </p14:nvContentPartPr>
            <p14:xfrm>
              <a:off x="431280" y="1583280"/>
              <a:ext cx="7001280" cy="3947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59C5EE-224C-4352-B232-B03DE3D3A5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920" y="1573920"/>
                <a:ext cx="7020000" cy="39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3214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CF88-1A1C-4849-BD18-D80E8A40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223C-2E28-47C6-930C-BACC41691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model may be expressed at different levels of  precision.</a:t>
            </a:r>
          </a:p>
          <a:p>
            <a:pPr marL="0" indent="0">
              <a:buNone/>
            </a:pP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Tx/>
              <a:buChar char="-"/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Modeling ranges from simple executable user interface prototypes to detailed technical specifications for interfaces and performance issues.</a:t>
            </a:r>
          </a:p>
          <a:p>
            <a:pPr marL="0" indent="0">
              <a:buNone/>
            </a:pPr>
            <a:b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- Good models allow different levels of detail based on who is viewing them and why.</a:t>
            </a:r>
          </a:p>
          <a:p>
            <a:pPr marL="0" indent="0">
              <a:buNone/>
            </a:pPr>
            <a: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analyst or an end user - issues of 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what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   -  a developer -  issues of </a:t>
            </a:r>
            <a:r>
              <a:rPr lang="en-US" sz="24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how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45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24A8-84D9-48FB-A593-F21397AD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BDE5-DD8D-47C5-8487-F790440A8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models are connected to reality.</a:t>
            </a: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-IN" dirty="0"/>
              <a:t>-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All models simplify reality 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Be sure that your simplifications don't mask any important details.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1DEA73-CEAA-48CA-AFDA-2038810D4A7C}"/>
                  </a:ext>
                </a:extLst>
              </p14:cNvPr>
              <p14:cNvContentPartPr/>
              <p14:nvPr/>
            </p14:nvContentPartPr>
            <p14:xfrm>
              <a:off x="6735600" y="3147840"/>
              <a:ext cx="1886400" cy="6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1DEA73-CEAA-48CA-AFDA-2038810D4A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6240" y="3138480"/>
                <a:ext cx="1905120" cy="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293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372E-E302-4BC1-AA81-9A0B50BF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10972800" cy="4525963"/>
          </a:xfrm>
        </p:spPr>
        <p:txBody>
          <a:bodyPr/>
          <a:lstStyle/>
          <a:p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single model is sufficient. Every nontrivial system  is best approached through a small set of nearly  independent models.</a:t>
            </a: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object-oriented software systems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  a use case view (exposing the requirements of the system)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-   a design view (capturing the vocabulary of the problem space and the solution space),        -   a process view (modeling the distribution of the system's processes and threads)</a:t>
            </a:r>
          </a:p>
          <a:p>
            <a:pPr>
              <a:buFontTx/>
              <a:buChar char="-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an implementation view (addressing the physical realization of the system)</a:t>
            </a:r>
          </a:p>
          <a:p>
            <a:pPr>
              <a:buFontTx/>
              <a:buChar char="-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deployment view (focusing on system engineering issues).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3E9F1-C294-48D9-90A1-5A495B587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869316"/>
            <a:ext cx="6668078" cy="29872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3B3098-650E-4A2E-94BD-AC6136EBA949}"/>
                  </a:ext>
                </a:extLst>
              </p14:cNvPr>
              <p14:cNvContentPartPr/>
              <p14:nvPr/>
            </p14:nvContentPartPr>
            <p14:xfrm>
              <a:off x="183960" y="1954440"/>
              <a:ext cx="532800" cy="1835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3B3098-650E-4A2E-94BD-AC6136EBA9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600" y="1945080"/>
                <a:ext cx="551520" cy="185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1539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219B11-A1DD-A54D-DE04-37865F1F3D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vert="horz" wrap="square" lIns="90487" tIns="44450" rIns="90487" bIns="4445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We use Models to describe Software Systems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6EA4087-0161-B129-0A31-979D05786A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434844"/>
            <a:ext cx="9944100" cy="4922837"/>
          </a:xfrm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285750" indent="-285750" eaLnBrk="1" hangingPunct="1"/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Object model: What is the structure of the system?</a:t>
            </a:r>
          </a:p>
          <a:p>
            <a:pPr marL="285750" indent="-285750" eaLnBrk="1" hangingPunct="1"/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Functional model: What are the functions of the system? </a:t>
            </a:r>
          </a:p>
          <a:p>
            <a:pPr marL="285750" indent="-285750" eaLnBrk="1" hangingPunct="1"/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Dynamic model: How does the system react to external events?</a:t>
            </a:r>
          </a:p>
          <a:p>
            <a:pPr marL="285750" indent="-285750" eaLnBrk="1" hangingPunct="1"/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System Model: Object model + functional model + dynamic model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32D19D-89BA-43A6-A411-8AEB2DA3FAF8}"/>
                  </a:ext>
                </a:extLst>
              </p14:cNvPr>
              <p14:cNvContentPartPr/>
              <p14:nvPr/>
            </p14:nvContentPartPr>
            <p14:xfrm>
              <a:off x="2093040" y="4199040"/>
              <a:ext cx="5363640" cy="581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32D19D-89BA-43A6-A411-8AEB2DA3FA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3680" y="4189680"/>
                <a:ext cx="5382360" cy="5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359810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>
            <a:spLocks noGrp="1"/>
          </p:cNvSpPr>
          <p:nvPr>
            <p:ph type="title"/>
          </p:nvPr>
        </p:nvSpPr>
        <p:spPr>
          <a:xfrm>
            <a:off x="2078135" y="0"/>
            <a:ext cx="7885867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Modeling</a:t>
            </a:r>
            <a:endParaRPr sz="4400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916938" y="1447800"/>
            <a:ext cx="10513062" cy="41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025" rIns="0" bIns="0" anchor="t" anchorCtr="0">
            <a:spAutoFit/>
          </a:bodyPr>
          <a:lstStyle/>
          <a:p>
            <a:pPr marL="241300" marR="0" lvl="0" indent="-229234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ways to approach a model.</a:t>
            </a:r>
            <a:endParaRPr dirty="0"/>
          </a:p>
          <a:p>
            <a:pPr marL="241300" marR="406400" lvl="0" indent="-229234" algn="just" rtl="0">
              <a:lnSpc>
                <a:spcPct val="95833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two most common ways - an algorithmic perspective and from an object-  oriented perspective.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45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view -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algorithmic perspective.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lvl="0" indent="-229234" algn="just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building block of all software is </a:t>
            </a:r>
            <a:r>
              <a:rPr lang="en-US" sz="2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procedure or function </a:t>
            </a:r>
            <a:r>
              <a:rPr lang="en-US" sz="2400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dirty="0" err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readData</a:t>
            </a:r>
            <a:r>
              <a:rPr lang="en-US" sz="2400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(), </a:t>
            </a:r>
            <a:r>
              <a:rPr lang="en-US" sz="2400" dirty="0" err="1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calculateTotal</a:t>
            </a:r>
            <a:r>
              <a:rPr lang="en-US" sz="2400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()).</a:t>
            </a:r>
            <a:endParaRPr sz="2400" dirty="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1019810" lvl="0" indent="-229234" algn="just" rtl="0">
              <a:lnSpc>
                <a:spcPct val="95833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Developers to focus on issues of control and the decomposition of larger  algorithms into smaller ones.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5080" lvl="0" indent="-229234" algn="just" rtl="0">
              <a:lnSpc>
                <a:spcPct val="95833"/>
              </a:lnSpc>
              <a:spcBef>
                <a:spcPts val="10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requirements change and the system grows, systems built with an algorithmic  focus turn out to be very hard to maintain.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492EEB-39AA-4601-AA8C-3A78F8A4BB99}"/>
                  </a:ext>
                </a:extLst>
              </p14:cNvPr>
              <p14:cNvContentPartPr/>
              <p14:nvPr/>
            </p14:nvContentPartPr>
            <p14:xfrm>
              <a:off x="995760" y="2907360"/>
              <a:ext cx="9655560" cy="102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492EEB-39AA-4601-AA8C-3A78F8A4BB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400" y="2898000"/>
                <a:ext cx="9674280" cy="104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>
            <a:spLocks noGrp="1"/>
          </p:cNvSpPr>
          <p:nvPr>
            <p:ph type="title"/>
          </p:nvPr>
        </p:nvSpPr>
        <p:spPr>
          <a:xfrm>
            <a:off x="2078135" y="0"/>
            <a:ext cx="7885867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Modeling</a:t>
            </a:r>
            <a:endParaRPr sz="4400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991870" y="1676400"/>
            <a:ext cx="10208260" cy="288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025" rIns="0" bIns="0" anchor="t" anchorCtr="0">
            <a:spAutoFit/>
          </a:bodyPr>
          <a:lstStyle/>
          <a:p>
            <a:pPr marL="241300" marR="0" lvl="0" indent="-229234" algn="just" rtl="0"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contemporary view -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object-oriented perspective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building block of all software systems is the object or class.</a:t>
            </a:r>
          </a:p>
          <a:p>
            <a:pPr marL="241300" marR="0" lvl="0" indent="-229234" algn="just" rtl="0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Object is a thing</a:t>
            </a:r>
            <a:endParaRPr dirty="0"/>
          </a:p>
          <a:p>
            <a:pPr marL="241300" marR="0" lvl="0" indent="-229234" algn="just" rtl="0"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is a description of a set of common objects.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9234" algn="just" rtl="0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object has identity, state, and behavior.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562610" lvl="0" indent="-229234" algn="just" rtl="0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Simple three-tier architecture for a billing system- a user interface,  middleware, and a database.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ED98D9-3C37-4BAF-B146-B5678E16858E}"/>
                  </a:ext>
                </a:extLst>
              </p14:cNvPr>
              <p14:cNvContentPartPr/>
              <p14:nvPr/>
            </p14:nvContentPartPr>
            <p14:xfrm>
              <a:off x="1074600" y="3120840"/>
              <a:ext cx="8371800" cy="146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ED98D9-3C37-4BAF-B146-B5678E1685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240" y="3111480"/>
                <a:ext cx="8390520" cy="14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9726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B972C34-9BA4-F7CA-EFC0-97FFF91F65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-152400"/>
            <a:ext cx="8229600" cy="1143000"/>
          </a:xfrm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Object-oriented Modeling</a:t>
            </a:r>
          </a:p>
        </p:txBody>
      </p:sp>
      <p:sp>
        <p:nvSpPr>
          <p:cNvPr id="13315" name="Rectangle 168">
            <a:extLst>
              <a:ext uri="{FF2B5EF4-FFF2-40B4-BE49-F238E27FC236}">
                <a16:creationId xmlns:a16="http://schemas.microsoft.com/office/drawing/2014/main" id="{109E7F23-7B49-B3C4-9A5F-F40A40AFD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6" y="3028950"/>
            <a:ext cx="24542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Application Domain </a:t>
            </a:r>
            <a:b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</a:br>
            <a: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(Phenomena)</a:t>
            </a:r>
            <a:endParaRPr lang="en-US" altLang="en-US" sz="2000">
              <a:solidFill>
                <a:srgbClr val="FF0000"/>
              </a:solidFill>
              <a:latin typeface="Palatino"/>
              <a:ea typeface="MS PGothic" panose="020B0600070205080204" pitchFamily="34" charset="-128"/>
            </a:endParaRPr>
          </a:p>
        </p:txBody>
      </p:sp>
      <p:sp>
        <p:nvSpPr>
          <p:cNvPr id="13316" name="Rectangle 169">
            <a:extLst>
              <a:ext uri="{FF2B5EF4-FFF2-40B4-BE49-F238E27FC236}">
                <a16:creationId xmlns:a16="http://schemas.microsoft.com/office/drawing/2014/main" id="{C5870AC8-47F8-81C4-04EC-E8D4B77A3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957513"/>
            <a:ext cx="20748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Solution Domain </a:t>
            </a:r>
            <a:b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</a:br>
            <a:r>
              <a:rPr lang="en-US" altLang="en-US" sz="2000" b="1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(Phenomena)</a:t>
            </a:r>
            <a:endParaRPr lang="en-US" altLang="en-US" sz="2000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17" name="Rectangle 170">
            <a:extLst>
              <a:ext uri="{FF2B5EF4-FFF2-40B4-BE49-F238E27FC236}">
                <a16:creationId xmlns:a16="http://schemas.microsoft.com/office/drawing/2014/main" id="{57B157AA-E79D-1516-82AC-16A3DDDB0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020" y="3783014"/>
            <a:ext cx="30697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System  Model (Concepts)</a:t>
            </a:r>
            <a:endParaRPr lang="en-US" altLang="en-US" sz="2000" dirty="0">
              <a:solidFill>
                <a:srgbClr val="FF0000"/>
              </a:solidFill>
              <a:latin typeface="Palatino"/>
              <a:ea typeface="MS PGothic" panose="020B0600070205080204" pitchFamily="34" charset="-128"/>
            </a:endParaRPr>
          </a:p>
        </p:txBody>
      </p:sp>
      <p:sp>
        <p:nvSpPr>
          <p:cNvPr id="13318" name="Rectangle 171">
            <a:extLst>
              <a:ext uri="{FF2B5EF4-FFF2-40B4-BE49-F238E27FC236}">
                <a16:creationId xmlns:a16="http://schemas.microsoft.com/office/drawing/2014/main" id="{87D552A8-9AF3-7138-3AA4-0F5FC5C39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1" y="3783013"/>
            <a:ext cx="2976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Palatino"/>
                <a:ea typeface="MS PGothic" panose="020B0600070205080204" pitchFamily="34" charset="-128"/>
              </a:rPr>
              <a:t>System Model (Concepts)</a:t>
            </a:r>
            <a:endParaRPr lang="en-US" altLang="en-US" sz="2000" dirty="0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3319" name="Group 227">
            <a:extLst>
              <a:ext uri="{FF2B5EF4-FFF2-40B4-BE49-F238E27FC236}">
                <a16:creationId xmlns:a16="http://schemas.microsoft.com/office/drawing/2014/main" id="{72CCA3F1-131B-64E4-E221-858AEDB097A3}"/>
              </a:ext>
            </a:extLst>
          </p:cNvPr>
          <p:cNvGrpSpPr>
            <a:grpSpLocks/>
          </p:cNvGrpSpPr>
          <p:nvPr/>
        </p:nvGrpSpPr>
        <p:grpSpPr bwMode="auto">
          <a:xfrm>
            <a:off x="1938339" y="5238750"/>
            <a:ext cx="1328737" cy="393700"/>
            <a:chOff x="205" y="3174"/>
            <a:chExt cx="837" cy="248"/>
          </a:xfrm>
        </p:grpSpPr>
        <p:sp>
          <p:nvSpPr>
            <p:cNvPr id="13373" name="Rectangle 172">
              <a:extLst>
                <a:ext uri="{FF2B5EF4-FFF2-40B4-BE49-F238E27FC236}">
                  <a16:creationId xmlns:a16="http://schemas.microsoft.com/office/drawing/2014/main" id="{188DACCF-48CF-286E-60A0-419AABC3C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" y="3219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Aircraft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74" name="Rectangle 173">
              <a:extLst>
                <a:ext uri="{FF2B5EF4-FFF2-40B4-BE49-F238E27FC236}">
                  <a16:creationId xmlns:a16="http://schemas.microsoft.com/office/drawing/2014/main" id="{0CAFF491-6AE8-01EE-7E54-974C26FEA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" y="3174"/>
              <a:ext cx="837" cy="248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3320" name="Group 228">
            <a:extLst>
              <a:ext uri="{FF2B5EF4-FFF2-40B4-BE49-F238E27FC236}">
                <a16:creationId xmlns:a16="http://schemas.microsoft.com/office/drawing/2014/main" id="{8A5611A2-1F54-92FC-DA51-4AF7D914AE7D}"/>
              </a:ext>
            </a:extLst>
          </p:cNvPr>
          <p:cNvGrpSpPr>
            <a:grpSpLocks/>
          </p:cNvGrpSpPr>
          <p:nvPr/>
        </p:nvGrpSpPr>
        <p:grpSpPr bwMode="auto">
          <a:xfrm>
            <a:off x="3355975" y="5148264"/>
            <a:ext cx="2732088" cy="534987"/>
            <a:chOff x="1098" y="3117"/>
            <a:chExt cx="1721" cy="337"/>
          </a:xfrm>
        </p:grpSpPr>
        <p:sp>
          <p:nvSpPr>
            <p:cNvPr id="13371" name="Rectangle 174">
              <a:extLst>
                <a:ext uri="{FF2B5EF4-FFF2-40B4-BE49-F238E27FC236}">
                  <a16:creationId xmlns:a16="http://schemas.microsoft.com/office/drawing/2014/main" id="{4B1F31CD-9DFE-E268-FE61-9041A258C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3189"/>
              <a:ext cx="16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TrafficController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72" name="Rectangle 175">
              <a:extLst>
                <a:ext uri="{FF2B5EF4-FFF2-40B4-BE49-F238E27FC236}">
                  <a16:creationId xmlns:a16="http://schemas.microsoft.com/office/drawing/2014/main" id="{3932FCE5-5DD1-7D7F-B16B-9102B497E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3117"/>
              <a:ext cx="1721" cy="33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3321" name="Group 210">
            <a:extLst>
              <a:ext uri="{FF2B5EF4-FFF2-40B4-BE49-F238E27FC236}">
                <a16:creationId xmlns:a16="http://schemas.microsoft.com/office/drawing/2014/main" id="{15276DDC-D838-6E4D-842A-D59F522FE36D}"/>
              </a:ext>
            </a:extLst>
          </p:cNvPr>
          <p:cNvGrpSpPr>
            <a:grpSpLocks/>
          </p:cNvGrpSpPr>
          <p:nvPr/>
        </p:nvGrpSpPr>
        <p:grpSpPr bwMode="auto">
          <a:xfrm>
            <a:off x="4235451" y="5791200"/>
            <a:ext cx="1755775" cy="534988"/>
            <a:chOff x="881" y="3410"/>
            <a:chExt cx="802" cy="224"/>
          </a:xfrm>
        </p:grpSpPr>
        <p:sp>
          <p:nvSpPr>
            <p:cNvPr id="13369" name="Rectangle 176">
              <a:extLst>
                <a:ext uri="{FF2B5EF4-FFF2-40B4-BE49-F238E27FC236}">
                  <a16:creationId xmlns:a16="http://schemas.microsoft.com/office/drawing/2014/main" id="{B4026687-C635-314A-9EC3-DCC42E056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" y="3476"/>
              <a:ext cx="703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FlightPlan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70" name="Rectangle 177">
              <a:extLst>
                <a:ext uri="{FF2B5EF4-FFF2-40B4-BE49-F238E27FC236}">
                  <a16:creationId xmlns:a16="http://schemas.microsoft.com/office/drawing/2014/main" id="{C21E7477-F050-4B05-BF53-95819D2AF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3410"/>
              <a:ext cx="802" cy="224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3322" name="Group 211">
            <a:extLst>
              <a:ext uri="{FF2B5EF4-FFF2-40B4-BE49-F238E27FC236}">
                <a16:creationId xmlns:a16="http://schemas.microsoft.com/office/drawing/2014/main" id="{B7752CF8-183C-5150-EF2F-9B388957D800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803901"/>
            <a:ext cx="1487488" cy="530225"/>
            <a:chOff x="1861" y="3369"/>
            <a:chExt cx="802" cy="224"/>
          </a:xfrm>
        </p:grpSpPr>
        <p:sp>
          <p:nvSpPr>
            <p:cNvPr id="13367" name="Rectangle 178">
              <a:extLst>
                <a:ext uri="{FF2B5EF4-FFF2-40B4-BE49-F238E27FC236}">
                  <a16:creationId xmlns:a16="http://schemas.microsoft.com/office/drawing/2014/main" id="{2A10F251-8744-A0F1-57E0-C4FB58BB6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3425"/>
              <a:ext cx="581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Airport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68" name="Rectangle 179">
              <a:extLst>
                <a:ext uri="{FF2B5EF4-FFF2-40B4-BE49-F238E27FC236}">
                  <a16:creationId xmlns:a16="http://schemas.microsoft.com/office/drawing/2014/main" id="{F07AB73C-A93D-67FB-8587-180A7FDE7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3369"/>
              <a:ext cx="802" cy="224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3323" name="Group 220">
            <a:extLst>
              <a:ext uri="{FF2B5EF4-FFF2-40B4-BE49-F238E27FC236}">
                <a16:creationId xmlns:a16="http://schemas.microsoft.com/office/drawing/2014/main" id="{4318AC29-E485-2AB4-A318-8719CA13B514}"/>
              </a:ext>
            </a:extLst>
          </p:cNvPr>
          <p:cNvGrpSpPr>
            <a:grpSpLocks/>
          </p:cNvGrpSpPr>
          <p:nvPr/>
        </p:nvGrpSpPr>
        <p:grpSpPr bwMode="auto">
          <a:xfrm>
            <a:off x="6664326" y="4289426"/>
            <a:ext cx="1738313" cy="519113"/>
            <a:chOff x="4555" y="2739"/>
            <a:chExt cx="802" cy="224"/>
          </a:xfrm>
        </p:grpSpPr>
        <p:sp>
          <p:nvSpPr>
            <p:cNvPr id="13365" name="Rectangle 180">
              <a:extLst>
                <a:ext uri="{FF2B5EF4-FFF2-40B4-BE49-F238E27FC236}">
                  <a16:creationId xmlns:a16="http://schemas.microsoft.com/office/drawing/2014/main" id="{F74CC3AA-2A0E-4C4D-50C4-B9258F563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" y="2805"/>
              <a:ext cx="71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dirty="0" err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MapDisplay</a:t>
              </a:r>
              <a:endPara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66" name="Rectangle 181">
              <a:extLst>
                <a:ext uri="{FF2B5EF4-FFF2-40B4-BE49-F238E27FC236}">
                  <a16:creationId xmlns:a16="http://schemas.microsoft.com/office/drawing/2014/main" id="{857DC17D-3D88-9062-BFA5-4FB38AEE3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2739"/>
              <a:ext cx="802" cy="224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3324" name="Line 166">
            <a:extLst>
              <a:ext uri="{FF2B5EF4-FFF2-40B4-BE49-F238E27FC236}">
                <a16:creationId xmlns:a16="http://schemas.microsoft.com/office/drawing/2014/main" id="{326FFFCF-FAFA-0B27-FE9B-1E87E6FA5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926" y="3657600"/>
            <a:ext cx="8220075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5" name="Line 167">
            <a:extLst>
              <a:ext uri="{FF2B5EF4-FFF2-40B4-BE49-F238E27FC236}">
                <a16:creationId xmlns:a16="http://schemas.microsoft.com/office/drawing/2014/main" id="{F9F2B63B-4237-C517-6575-CC3872028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1614" y="1304926"/>
            <a:ext cx="9525" cy="508317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326" name="Group 222">
            <a:extLst>
              <a:ext uri="{FF2B5EF4-FFF2-40B4-BE49-F238E27FC236}">
                <a16:creationId xmlns:a16="http://schemas.microsoft.com/office/drawing/2014/main" id="{B8489A9E-3CBC-9284-13F7-649FD3A3D32C}"/>
              </a:ext>
            </a:extLst>
          </p:cNvPr>
          <p:cNvGrpSpPr>
            <a:grpSpLocks/>
          </p:cNvGrpSpPr>
          <p:nvPr/>
        </p:nvGrpSpPr>
        <p:grpSpPr bwMode="auto">
          <a:xfrm>
            <a:off x="7531100" y="4992688"/>
            <a:ext cx="2909888" cy="588962"/>
            <a:chOff x="3598" y="3065"/>
            <a:chExt cx="1425" cy="223"/>
          </a:xfrm>
        </p:grpSpPr>
        <p:sp>
          <p:nvSpPr>
            <p:cNvPr id="13363" name="Rectangle 182">
              <a:extLst>
                <a:ext uri="{FF2B5EF4-FFF2-40B4-BE49-F238E27FC236}">
                  <a16:creationId xmlns:a16="http://schemas.microsoft.com/office/drawing/2014/main" id="{5B6551DF-9B0F-BE12-3376-C8DC22B97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" y="3120"/>
              <a:ext cx="1356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FlightPlanDatabase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64" name="Rectangle 183">
              <a:extLst>
                <a:ext uri="{FF2B5EF4-FFF2-40B4-BE49-F238E27FC236}">
                  <a16:creationId xmlns:a16="http://schemas.microsoft.com/office/drawing/2014/main" id="{192E91BD-D0A9-5656-F0FD-4AC9BE68F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3065"/>
              <a:ext cx="1425" cy="223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3327" name="Rectangle 185">
            <a:extLst>
              <a:ext uri="{FF2B5EF4-FFF2-40B4-BE49-F238E27FC236}">
                <a16:creationId xmlns:a16="http://schemas.microsoft.com/office/drawing/2014/main" id="{EC5530F4-4A61-9452-C906-AC8BA0A9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9951" y="4205288"/>
            <a:ext cx="1744663" cy="671512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" pitchFamily="49" charset="0"/>
                <a:ea typeface="MS PGothic" panose="020B0600070205080204" pitchFamily="34" charset="-128"/>
              </a:rPr>
              <a:t>Summary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" pitchFamily="49" charset="0"/>
                <a:ea typeface="MS PGothic" panose="020B0600070205080204" pitchFamily="34" charset="-128"/>
              </a:rPr>
              <a:t>Display</a:t>
            </a:r>
            <a:endParaRPr lang="en-US" altLang="en-US" sz="2000" dirty="0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rgbClr val="FF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3328" name="Group 219">
            <a:extLst>
              <a:ext uri="{FF2B5EF4-FFF2-40B4-BE49-F238E27FC236}">
                <a16:creationId xmlns:a16="http://schemas.microsoft.com/office/drawing/2014/main" id="{CF47BC48-3802-F865-B44C-4E641B440988}"/>
              </a:ext>
            </a:extLst>
          </p:cNvPr>
          <p:cNvGrpSpPr>
            <a:grpSpLocks/>
          </p:cNvGrpSpPr>
          <p:nvPr/>
        </p:nvGrpSpPr>
        <p:grpSpPr bwMode="auto">
          <a:xfrm>
            <a:off x="6118226" y="5106988"/>
            <a:ext cx="3713163" cy="1243012"/>
            <a:chOff x="2740" y="2993"/>
            <a:chExt cx="2339" cy="783"/>
          </a:xfrm>
        </p:grpSpPr>
        <p:sp>
          <p:nvSpPr>
            <p:cNvPr id="13346" name="Rectangle 186">
              <a:extLst>
                <a:ext uri="{FF2B5EF4-FFF2-40B4-BE49-F238E27FC236}">
                  <a16:creationId xmlns:a16="http://schemas.microsoft.com/office/drawing/2014/main" id="{6488E1A5-5678-67AF-6095-534E2796B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3425"/>
              <a:ext cx="13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TrafficControl</a:t>
              </a:r>
              <a:endParaRPr lang="en-US" altLang="en-US" sz="200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3347" name="Group 215">
              <a:extLst>
                <a:ext uri="{FF2B5EF4-FFF2-40B4-BE49-F238E27FC236}">
                  <a16:creationId xmlns:a16="http://schemas.microsoft.com/office/drawing/2014/main" id="{1AE47D8F-3F77-3D0C-294B-15B3FEF11C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0" y="2993"/>
              <a:ext cx="2339" cy="783"/>
              <a:chOff x="2740" y="2993"/>
              <a:chExt cx="2339" cy="783"/>
            </a:xfrm>
          </p:grpSpPr>
          <p:sp>
            <p:nvSpPr>
              <p:cNvPr id="13348" name="Rectangle 187">
                <a:extLst>
                  <a:ext uri="{FF2B5EF4-FFF2-40B4-BE49-F238E27FC236}">
                    <a16:creationId xmlns:a16="http://schemas.microsoft.com/office/drawing/2014/main" id="{96875BED-9C26-2275-71C0-5DE4CE7FA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0" y="3369"/>
                <a:ext cx="1459" cy="224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altLang="en-US"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3349" name="Line 188">
                <a:extLst>
                  <a:ext uri="{FF2B5EF4-FFF2-40B4-BE49-F238E27FC236}">
                    <a16:creationId xmlns:a16="http://schemas.microsoft.com/office/drawing/2014/main" id="{8D2AAE2D-49C4-E903-06B6-C2370D232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0" y="2993"/>
                <a:ext cx="34" cy="1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0" name="Line 189">
                <a:extLst>
                  <a:ext uri="{FF2B5EF4-FFF2-40B4-BE49-F238E27FC236}">
                    <a16:creationId xmlns:a16="http://schemas.microsoft.com/office/drawing/2014/main" id="{D5051351-93BC-E657-B0A6-811543987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1" y="3034"/>
                <a:ext cx="89" cy="3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1" name="Line 190">
                <a:extLst>
                  <a:ext uri="{FF2B5EF4-FFF2-40B4-BE49-F238E27FC236}">
                    <a16:creationId xmlns:a16="http://schemas.microsoft.com/office/drawing/2014/main" id="{CE44C2DA-D53D-4219-73A1-00E3DD39F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3095"/>
                <a:ext cx="78" cy="3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2" name="Line 191">
                <a:extLst>
                  <a:ext uri="{FF2B5EF4-FFF2-40B4-BE49-F238E27FC236}">
                    <a16:creationId xmlns:a16="http://schemas.microsoft.com/office/drawing/2014/main" id="{BF53E5B7-5159-34E9-53A2-A48AA8416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1" y="3156"/>
                <a:ext cx="78" cy="4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3" name="Line 192">
                <a:extLst>
                  <a:ext uri="{FF2B5EF4-FFF2-40B4-BE49-F238E27FC236}">
                    <a16:creationId xmlns:a16="http://schemas.microsoft.com/office/drawing/2014/main" id="{82A34462-2FF7-2F18-37FF-BAEBC2268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6" y="3227"/>
                <a:ext cx="78" cy="3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4" name="Line 193">
                <a:extLst>
                  <a:ext uri="{FF2B5EF4-FFF2-40B4-BE49-F238E27FC236}">
                    <a16:creationId xmlns:a16="http://schemas.microsoft.com/office/drawing/2014/main" id="{C3026544-2C7C-C958-68DF-33B62D82F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1" y="3288"/>
                <a:ext cx="78" cy="3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5" name="Line 194">
                <a:extLst>
                  <a:ext uri="{FF2B5EF4-FFF2-40B4-BE49-F238E27FC236}">
                    <a16:creationId xmlns:a16="http://schemas.microsoft.com/office/drawing/2014/main" id="{6395BC49-781C-30C9-5B34-945EF07D9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6" y="3349"/>
                <a:ext cx="44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6" name="Line 195">
                <a:extLst>
                  <a:ext uri="{FF2B5EF4-FFF2-40B4-BE49-F238E27FC236}">
                    <a16:creationId xmlns:a16="http://schemas.microsoft.com/office/drawing/2014/main" id="{C3CFEED3-C58A-16B8-0662-F4455ACB1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76" y="3583"/>
                <a:ext cx="44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7" name="Line 196">
                <a:extLst>
                  <a:ext uri="{FF2B5EF4-FFF2-40B4-BE49-F238E27FC236}">
                    <a16:creationId xmlns:a16="http://schemas.microsoft.com/office/drawing/2014/main" id="{D02F0800-10E7-0C39-6AC1-F19650FF1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1" y="3603"/>
                <a:ext cx="78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8" name="Line 197">
                <a:extLst>
                  <a:ext uri="{FF2B5EF4-FFF2-40B4-BE49-F238E27FC236}">
                    <a16:creationId xmlns:a16="http://schemas.microsoft.com/office/drawing/2014/main" id="{87C56E20-F08C-2A22-980E-EF4E6F1BD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6" y="3634"/>
                <a:ext cx="78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59" name="Line 198">
                <a:extLst>
                  <a:ext uri="{FF2B5EF4-FFF2-40B4-BE49-F238E27FC236}">
                    <a16:creationId xmlns:a16="http://schemas.microsoft.com/office/drawing/2014/main" id="{B21EDB5B-B5CB-E898-2CC5-2B52B69B4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1" y="3664"/>
                <a:ext cx="78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60" name="Line 199">
                <a:extLst>
                  <a:ext uri="{FF2B5EF4-FFF2-40B4-BE49-F238E27FC236}">
                    <a16:creationId xmlns:a16="http://schemas.microsoft.com/office/drawing/2014/main" id="{8E2DC764-1558-25EC-DB1C-01AD284B3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7" y="3695"/>
                <a:ext cx="78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61" name="Line 200">
                <a:extLst>
                  <a:ext uri="{FF2B5EF4-FFF2-40B4-BE49-F238E27FC236}">
                    <a16:creationId xmlns:a16="http://schemas.microsoft.com/office/drawing/2014/main" id="{828E1E88-DC70-BF1F-67CE-FDB45D182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2" y="3725"/>
                <a:ext cx="78" cy="2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62" name="Line 201">
                <a:extLst>
                  <a:ext uri="{FF2B5EF4-FFF2-40B4-BE49-F238E27FC236}">
                    <a16:creationId xmlns:a16="http://schemas.microsoft.com/office/drawing/2014/main" id="{488F58F9-C778-6881-BA83-0315509E6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40" y="3766"/>
                <a:ext cx="45" cy="1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3329" name="Group 212">
            <a:extLst>
              <a:ext uri="{FF2B5EF4-FFF2-40B4-BE49-F238E27FC236}">
                <a16:creationId xmlns:a16="http://schemas.microsoft.com/office/drawing/2014/main" id="{532C985F-495A-0DB7-3B68-C75D9BC88F12}"/>
              </a:ext>
            </a:extLst>
          </p:cNvPr>
          <p:cNvGrpSpPr>
            <a:grpSpLocks/>
          </p:cNvGrpSpPr>
          <p:nvPr/>
        </p:nvGrpSpPr>
        <p:grpSpPr bwMode="auto">
          <a:xfrm>
            <a:off x="1827214" y="4587875"/>
            <a:ext cx="4346575" cy="1849438"/>
            <a:chOff x="313" y="2764"/>
            <a:chExt cx="2439" cy="1022"/>
          </a:xfrm>
        </p:grpSpPr>
        <p:sp>
          <p:nvSpPr>
            <p:cNvPr id="13343" name="Rectangle 202">
              <a:extLst>
                <a:ext uri="{FF2B5EF4-FFF2-40B4-BE49-F238E27FC236}">
                  <a16:creationId xmlns:a16="http://schemas.microsoft.com/office/drawing/2014/main" id="{A2D8D44A-230D-FB7A-7329-C5892DA2E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993"/>
              <a:ext cx="2439" cy="793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4" name="Rectangle 203">
              <a:extLst>
                <a:ext uri="{FF2B5EF4-FFF2-40B4-BE49-F238E27FC236}">
                  <a16:creationId xmlns:a16="http://schemas.microsoft.com/office/drawing/2014/main" id="{7119AD56-E837-EAF8-9592-0548E1592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" y="2836"/>
              <a:ext cx="1209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dirty="0" err="1">
                  <a:solidFill>
                    <a:srgbClr val="000000"/>
                  </a:solidFill>
                  <a:latin typeface="Courier" pitchFamily="49" charset="0"/>
                  <a:ea typeface="MS PGothic" panose="020B0600070205080204" pitchFamily="34" charset="-128"/>
                </a:rPr>
                <a:t>TrafficControl</a:t>
              </a:r>
              <a:endPara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5" name="Rectangle 204">
              <a:extLst>
                <a:ext uri="{FF2B5EF4-FFF2-40B4-BE49-F238E27FC236}">
                  <a16:creationId xmlns:a16="http://schemas.microsoft.com/office/drawing/2014/main" id="{137DCBC5-3011-279C-79AE-5FD8E9D9C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764"/>
              <a:ext cx="1459" cy="224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3330" name="AutoShape 213">
            <a:extLst>
              <a:ext uri="{FF2B5EF4-FFF2-40B4-BE49-F238E27FC236}">
                <a16:creationId xmlns:a16="http://schemas.microsoft.com/office/drawing/2014/main" id="{1730C377-2DB1-0A2A-9E96-AA0C2F91CBCE}"/>
              </a:ext>
            </a:extLst>
          </p:cNvPr>
          <p:cNvSpPr>
            <a:spLocks/>
          </p:cNvSpPr>
          <p:nvPr/>
        </p:nvSpPr>
        <p:spPr bwMode="auto">
          <a:xfrm>
            <a:off x="5245100" y="4113214"/>
            <a:ext cx="1227138" cy="714375"/>
          </a:xfrm>
          <a:prstGeom prst="borderCallout1">
            <a:avLst>
              <a:gd name="adj1" fmla="val 13690"/>
              <a:gd name="adj2" fmla="val -5315"/>
              <a:gd name="adj3" fmla="val 74713"/>
              <a:gd name="adj4" fmla="val -99005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UML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Package</a:t>
            </a:r>
          </a:p>
        </p:txBody>
      </p:sp>
      <p:pic>
        <p:nvPicPr>
          <p:cNvPr id="13331" name="Picture 235">
            <a:extLst>
              <a:ext uri="{FF2B5EF4-FFF2-40B4-BE49-F238E27FC236}">
                <a16:creationId xmlns:a16="http://schemas.microsoft.com/office/drawing/2014/main" id="{EF10E998-764E-1B0B-89C4-19361B7B9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4" y="1939926"/>
            <a:ext cx="1400175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2" name="Picture 245">
            <a:extLst>
              <a:ext uri="{FF2B5EF4-FFF2-40B4-BE49-F238E27FC236}">
                <a16:creationId xmlns:a16="http://schemas.microsoft.com/office/drawing/2014/main" id="{38C78D3F-E681-1B7A-C74B-87DDAE663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1" y="1047750"/>
            <a:ext cx="2003425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3" name="Picture 246">
            <a:extLst>
              <a:ext uri="{FF2B5EF4-FFF2-40B4-BE49-F238E27FC236}">
                <a16:creationId xmlns:a16="http://schemas.microsoft.com/office/drawing/2014/main" id="{FDB771D3-2D39-4AE0-0516-C9EA2AE9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962" y="260536"/>
            <a:ext cx="17780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4" name="Picture 247">
            <a:extLst>
              <a:ext uri="{FF2B5EF4-FFF2-40B4-BE49-F238E27FC236}">
                <a16:creationId xmlns:a16="http://schemas.microsoft.com/office/drawing/2014/main" id="{8813F821-E895-8B51-9494-A5DF87A5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1" y="2114735"/>
            <a:ext cx="1905000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5" name="Picture 248">
            <a:extLst>
              <a:ext uri="{FF2B5EF4-FFF2-40B4-BE49-F238E27FC236}">
                <a16:creationId xmlns:a16="http://schemas.microsoft.com/office/drawing/2014/main" id="{E1685F8C-C62C-28DC-8C2E-406B447C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301" y="839788"/>
            <a:ext cx="1527175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6" name="Picture 249">
            <a:extLst>
              <a:ext uri="{FF2B5EF4-FFF2-40B4-BE49-F238E27FC236}">
                <a16:creationId xmlns:a16="http://schemas.microsoft.com/office/drawing/2014/main" id="{41F2881E-96C4-91CB-EDAC-116ACE07B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865189"/>
            <a:ext cx="1762125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7" name="Picture 250">
            <a:extLst>
              <a:ext uri="{FF2B5EF4-FFF2-40B4-BE49-F238E27FC236}">
                <a16:creationId xmlns:a16="http://schemas.microsoft.com/office/drawing/2014/main" id="{DC5115EC-9F59-A8DB-0582-5C8E22876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9" y="1884364"/>
            <a:ext cx="16732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8" name="Picture 251">
            <a:extLst>
              <a:ext uri="{FF2B5EF4-FFF2-40B4-BE49-F238E27FC236}">
                <a16:creationId xmlns:a16="http://schemas.microsoft.com/office/drawing/2014/main" id="{49F91663-31FB-5794-94BC-66601C0FB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1228725"/>
            <a:ext cx="1550988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9" name="Picture 253">
            <a:extLst>
              <a:ext uri="{FF2B5EF4-FFF2-40B4-BE49-F238E27FC236}">
                <a16:creationId xmlns:a16="http://schemas.microsoft.com/office/drawing/2014/main" id="{55A398F2-35D8-49A0-9A11-0F2AC2006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264" y="2271713"/>
            <a:ext cx="1895475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0" name="Rectangle 254">
            <a:extLst>
              <a:ext uri="{FF2B5EF4-FFF2-40B4-BE49-F238E27FC236}">
                <a16:creationId xmlns:a16="http://schemas.microsoft.com/office/drawing/2014/main" id="{D57F273E-3389-AD69-D83B-4BED905FC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9" y="3778250"/>
            <a:ext cx="1171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rgbClr val="0033CC"/>
                </a:solidFill>
                <a:latin typeface="Palatino"/>
                <a:ea typeface="MS PGothic" panose="020B0600070205080204" pitchFamily="34" charset="-128"/>
              </a:rPr>
              <a:t>(Analysis)</a:t>
            </a:r>
            <a:endParaRPr lang="en-US" altLang="en-US" sz="2000" dirty="0">
              <a:solidFill>
                <a:srgbClr val="0033CC"/>
              </a:solidFill>
              <a:latin typeface="Palatino"/>
              <a:ea typeface="MS PGothic" panose="020B0600070205080204" pitchFamily="34" charset="-128"/>
            </a:endParaRPr>
          </a:p>
        </p:txBody>
      </p:sp>
      <p:sp>
        <p:nvSpPr>
          <p:cNvPr id="13341" name="Rectangle 255">
            <a:extLst>
              <a:ext uri="{FF2B5EF4-FFF2-40B4-BE49-F238E27FC236}">
                <a16:creationId xmlns:a16="http://schemas.microsoft.com/office/drawing/2014/main" id="{D11D448A-519C-0747-00CD-3C52438E8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2951" y="3781425"/>
            <a:ext cx="944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rgbClr val="0033CC"/>
                </a:solidFill>
                <a:latin typeface="Palatino"/>
                <a:ea typeface="MS PGothic" panose="020B0600070205080204" pitchFamily="34" charset="-128"/>
              </a:rPr>
              <a:t>(Design)</a:t>
            </a:r>
            <a:endParaRPr lang="en-US" altLang="en-US" sz="2000" i="1" dirty="0">
              <a:solidFill>
                <a:srgbClr val="0033CC"/>
              </a:solidFill>
              <a:latin typeface="Palatino"/>
              <a:ea typeface="MS PGothic" panose="020B0600070205080204" pitchFamily="34" charset="-128"/>
            </a:endParaRPr>
          </a:p>
        </p:txBody>
      </p:sp>
      <p:pic>
        <p:nvPicPr>
          <p:cNvPr id="13342" name="Bild 61">
            <a:extLst>
              <a:ext uri="{FF2B5EF4-FFF2-40B4-BE49-F238E27FC236}">
                <a16:creationId xmlns:a16="http://schemas.microsoft.com/office/drawing/2014/main" id="{32E9B814-DD71-3586-2836-62A0A1D913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6" y="809626"/>
            <a:ext cx="1762125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15C386-7FB9-4409-BBBA-4BBBB3B26315}"/>
              </a:ext>
            </a:extLst>
          </p:cNvPr>
          <p:cNvSpPr txBox="1"/>
          <p:nvPr/>
        </p:nvSpPr>
        <p:spPr>
          <a:xfrm>
            <a:off x="9130179" y="1867694"/>
            <a:ext cx="2542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" panose="02020603050405020304" pitchFamily="18" charset="0"/>
                <a:cs typeface="Times" panose="02020603050405020304" pitchFamily="18" charset="0"/>
              </a:rPr>
              <a:t>Supercomputer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851A3-248F-49EB-9CB6-14ECB11B4BEB}"/>
              </a:ext>
            </a:extLst>
          </p:cNvPr>
          <p:cNvSpPr txBox="1"/>
          <p:nvPr/>
        </p:nvSpPr>
        <p:spPr>
          <a:xfrm>
            <a:off x="6621078" y="2509937"/>
            <a:ext cx="2437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Aircraft's Navigation Display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6B23E-74C4-4D67-9AAF-F685D94BC97F}"/>
              </a:ext>
            </a:extLst>
          </p:cNvPr>
          <p:cNvSpPr/>
          <p:nvPr/>
        </p:nvSpPr>
        <p:spPr>
          <a:xfrm>
            <a:off x="3591017" y="6491756"/>
            <a:ext cx="4346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Air Traffic Control system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ABD7C1-4A38-4F4B-8646-3C1A7BBC4652}"/>
                  </a:ext>
                </a:extLst>
              </p14:cNvPr>
              <p14:cNvContentPartPr/>
              <p14:nvPr/>
            </p14:nvContentPartPr>
            <p14:xfrm>
              <a:off x="1333440" y="1237320"/>
              <a:ext cx="10168920" cy="4582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ABD7C1-4A38-4F4B-8646-3C1A7BBC46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24080" y="1227960"/>
                <a:ext cx="10187640" cy="460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838853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B096-96AD-2792-7CBC-4CC8ED69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177164"/>
            <a:ext cx="3327400" cy="492443"/>
          </a:xfrm>
        </p:spPr>
        <p:txBody>
          <a:bodyPr/>
          <a:lstStyle/>
          <a:p>
            <a:r>
              <a:rPr lang="en-US" dirty="0"/>
              <a:t>Class vs Object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FE14A-6853-9BE8-EBD6-B86B82D0D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607" y="771526"/>
            <a:ext cx="8180194" cy="5909310"/>
          </a:xfrm>
        </p:spPr>
        <p:txBody>
          <a:bodyPr/>
          <a:lstStyle/>
          <a:p>
            <a:r>
              <a:rPr lang="en-US" dirty="0"/>
              <a:t>Fig. 1 shows </a:t>
            </a:r>
            <a:r>
              <a:rPr lang="en-IN" dirty="0"/>
              <a:t>Employee Class with Attributes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Fig. 2 shows Employee Objects Tom and Kaitlyn</a:t>
            </a:r>
          </a:p>
          <a:p>
            <a:r>
              <a:rPr lang="en-US" dirty="0"/>
              <a:t>- Object is an instance of a class.</a:t>
            </a:r>
          </a:p>
          <a:p>
            <a:r>
              <a:rPr lang="en-US" dirty="0"/>
              <a:t>- Objects play many different roles during their lifetimes</a:t>
            </a:r>
          </a:p>
          <a:p>
            <a:r>
              <a:rPr lang="en-US" dirty="0"/>
              <a:t>- Objects contribute to the behavior of a system by collaborating with one another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737A4-6E77-FE0C-6C7B-52DAC0FF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95400"/>
            <a:ext cx="5031544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881D3-5824-2365-3B2C-11A305213A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05"/>
          <a:stretch/>
        </p:blipFill>
        <p:spPr>
          <a:xfrm>
            <a:off x="8839200" y="3276600"/>
            <a:ext cx="3101589" cy="320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262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F2C3-6E62-9DE6-BADE-9AEFF24C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177164"/>
            <a:ext cx="3327400" cy="492443"/>
          </a:xfrm>
        </p:spPr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06849-9AA2-6BA8-010F-4E48C1843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061085"/>
            <a:ext cx="10358120" cy="1969770"/>
          </a:xfrm>
        </p:spPr>
        <p:txBody>
          <a:bodyPr/>
          <a:lstStyle/>
          <a:p>
            <a:r>
              <a:rPr lang="en-US" dirty="0"/>
              <a:t>It is good engineering practice to encapsulate the state of an object rather than expose it.</a:t>
            </a:r>
          </a:p>
          <a:p>
            <a:r>
              <a:rPr lang="en-US" dirty="0"/>
              <a:t>Fig. shows Employee Class with Protected Attributes and Public Operations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E83A5-3F13-7F62-19D0-A6F03B1F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639" y="3030855"/>
            <a:ext cx="7628353" cy="321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7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5976</TotalTime>
  <Words>2411</Words>
  <Application>Microsoft Office PowerPoint</Application>
  <PresentationFormat>Widescreen</PresentationFormat>
  <Paragraphs>357</Paragraphs>
  <Slides>60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MS PGothic</vt:lpstr>
      <vt:lpstr>MS PGothic</vt:lpstr>
      <vt:lpstr>Arial</vt:lpstr>
      <vt:lpstr>Bell MT</vt:lpstr>
      <vt:lpstr>Calibri</vt:lpstr>
      <vt:lpstr>Courier</vt:lpstr>
      <vt:lpstr>Helvetica</vt:lpstr>
      <vt:lpstr>Noto Sans Symbols</vt:lpstr>
      <vt:lpstr>Palatino</vt:lpstr>
      <vt:lpstr>Times</vt:lpstr>
      <vt:lpstr>Times New Roman</vt:lpstr>
      <vt:lpstr>Wingdings</vt:lpstr>
      <vt:lpstr>Office Theme</vt:lpstr>
      <vt:lpstr>ICS 222  Object Oriented Analysis and Design   Module -1 (Part 1 and Part 2) </vt:lpstr>
      <vt:lpstr>Textbooks/ Reference</vt:lpstr>
      <vt:lpstr>Textbooks/ Reference contd.</vt:lpstr>
      <vt:lpstr>OOAD – Module 1  </vt:lpstr>
      <vt:lpstr>What Do Engineers Really Build</vt:lpstr>
      <vt:lpstr>Before We Begin…</vt:lpstr>
      <vt:lpstr>Before We Begin…</vt:lpstr>
      <vt:lpstr>Before We Begin…</vt:lpstr>
      <vt:lpstr>Software Engineering </vt:lpstr>
      <vt:lpstr>OOAD Focuses On</vt:lpstr>
      <vt:lpstr>PowerPoint Presentation</vt:lpstr>
      <vt:lpstr>PowerPoint Presentation</vt:lpstr>
      <vt:lpstr>Introduction to System Concepts</vt:lpstr>
      <vt:lpstr>Example: Air travel system</vt:lpstr>
      <vt:lpstr>Contd.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Elements of the System</vt:lpstr>
      <vt:lpstr>Elements of the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Classification of Systems</vt:lpstr>
      <vt:lpstr>PowerPoint Presentation</vt:lpstr>
      <vt:lpstr>PowerPoint Presentation</vt:lpstr>
      <vt:lpstr>Open v/s Closed Systems</vt:lpstr>
      <vt:lpstr>Man-made Information Systems</vt:lpstr>
      <vt:lpstr>Contd.</vt:lpstr>
      <vt:lpstr>Information System - components</vt:lpstr>
      <vt:lpstr>Functions of an Information System</vt:lpstr>
      <vt:lpstr>System Modelling</vt:lpstr>
      <vt:lpstr>Models</vt:lpstr>
      <vt:lpstr>Purpose of Models</vt:lpstr>
      <vt:lpstr>Modeling</vt:lpstr>
      <vt:lpstr> Modeling</vt:lpstr>
      <vt:lpstr> Why We Model</vt:lpstr>
      <vt:lpstr>PowerPoint Presentation</vt:lpstr>
      <vt:lpstr>Principles of Modeling</vt:lpstr>
      <vt:lpstr>PowerPoint Presentation</vt:lpstr>
      <vt:lpstr>PowerPoint Presentation</vt:lpstr>
      <vt:lpstr>PowerPoint Presentation</vt:lpstr>
      <vt:lpstr>PowerPoint Presentation</vt:lpstr>
      <vt:lpstr>We use Models to describe Software Systems</vt:lpstr>
      <vt:lpstr>Object Oriented Modeling</vt:lpstr>
      <vt:lpstr>Object Oriented Modeling</vt:lpstr>
      <vt:lpstr>Object-oriented Modeling</vt:lpstr>
      <vt:lpstr>Class vs Object</vt:lpstr>
      <vt:lpstr>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ANALYSIS AND DESIGN</dc:title>
  <dc:creator>Admin</dc:creator>
  <cp:lastModifiedBy>IIITKOTTAYAM</cp:lastModifiedBy>
  <cp:revision>130</cp:revision>
  <dcterms:created xsi:type="dcterms:W3CDTF">2013-01-04T05:59:41Z</dcterms:created>
  <dcterms:modified xsi:type="dcterms:W3CDTF">2026-01-13T00:17:02Z</dcterms:modified>
</cp:coreProperties>
</file>