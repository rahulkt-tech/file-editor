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ink/ink3.xml" ContentType="application/inkml+xml"/>
  <Override PartName="/ppt/notesSlides/notesSlide5.xml" ContentType="application/vnd.openxmlformats-officedocument.presentationml.notesSlide+xml"/>
  <Override PartName="/ppt/ink/ink4.xml" ContentType="application/inkml+xml"/>
  <Override PartName="/ppt/notesSlides/notesSlide6.xml" ContentType="application/vnd.openxmlformats-officedocument.presentationml.notesSlide+xml"/>
  <Override PartName="/ppt/ink/ink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6.xml" ContentType="application/inkml+xml"/>
  <Override PartName="/ppt/notesSlides/notesSlide9.xml" ContentType="application/vnd.openxmlformats-officedocument.presentationml.notesSlide+xml"/>
  <Override PartName="/ppt/ink/ink7.xml" ContentType="application/inkml+xml"/>
  <Override PartName="/ppt/notesSlides/notesSlide10.xml" ContentType="application/vnd.openxmlformats-officedocument.presentationml.notesSlide+xml"/>
  <Override PartName="/ppt/ink/ink8.xml" ContentType="application/inkml+xml"/>
  <Override PartName="/ppt/notesSlides/notesSlide11.xml" ContentType="application/vnd.openxmlformats-officedocument.presentationml.notesSlide+xml"/>
  <Override PartName="/ppt/ink/ink9.xml" ContentType="application/inkml+xml"/>
  <Override PartName="/ppt/notesSlides/notesSlide12.xml" ContentType="application/vnd.openxmlformats-officedocument.presentationml.notesSlide+xml"/>
  <Override PartName="/ppt/ink/ink10.xml" ContentType="application/inkml+xml"/>
  <Override PartName="/ppt/notesSlides/notesSlide13.xml" ContentType="application/vnd.openxmlformats-officedocument.presentationml.notesSlide+xml"/>
  <Override PartName="/ppt/ink/ink11.xml" ContentType="application/inkml+xml"/>
  <Override PartName="/ppt/notesSlides/notesSlide14.xml" ContentType="application/vnd.openxmlformats-officedocument.presentationml.notesSlide+xml"/>
  <Override PartName="/ppt/ink/ink12.xml" ContentType="application/inkml+xml"/>
  <Override PartName="/ppt/notesSlides/notesSlide15.xml" ContentType="application/vnd.openxmlformats-officedocument.presentationml.notesSlide+xml"/>
  <Override PartName="/ppt/ink/ink13.xml" ContentType="application/inkml+xml"/>
  <Override PartName="/ppt/notesSlides/notesSlide16.xml" ContentType="application/vnd.openxmlformats-officedocument.presentationml.notesSlide+xml"/>
  <Override PartName="/ppt/ink/ink14.xml" ContentType="application/inkml+xml"/>
  <Override PartName="/ppt/notesSlides/notesSlide17.xml" ContentType="application/vnd.openxmlformats-officedocument.presentationml.notesSlide+xml"/>
  <Override PartName="/ppt/ink/ink15.xml" ContentType="application/inkml+xml"/>
  <Override PartName="/ppt/notesSlides/notesSlide18.xml" ContentType="application/vnd.openxmlformats-officedocument.presentationml.notesSlide+xml"/>
  <Override PartName="/ppt/ink/ink16.xml" ContentType="application/inkml+xml"/>
  <Override PartName="/ppt/notesSlides/notesSlide19.xml" ContentType="application/vnd.openxmlformats-officedocument.presentationml.notesSlide+xml"/>
  <Override PartName="/ppt/ink/ink17.xml" ContentType="application/inkml+xml"/>
  <Override PartName="/ppt/notesSlides/notesSlide20.xml" ContentType="application/vnd.openxmlformats-officedocument.presentationml.notesSlide+xml"/>
  <Override PartName="/ppt/ink/ink18.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9.xml" ContentType="application/inkml+xml"/>
  <Override PartName="/ppt/notesSlides/notesSlide23.xml" ContentType="application/vnd.openxmlformats-officedocument.presentationml.notesSlide+xml"/>
  <Override PartName="/ppt/ink/ink20.xml" ContentType="application/inkml+xml"/>
  <Override PartName="/ppt/notesSlides/notesSlide24.xml" ContentType="application/vnd.openxmlformats-officedocument.presentationml.notesSlide+xml"/>
  <Override PartName="/ppt/ink/ink21.xml" ContentType="application/inkml+xml"/>
  <Override PartName="/ppt/notesSlides/notesSlide25.xml" ContentType="application/vnd.openxmlformats-officedocument.presentationml.notesSlide+xml"/>
  <Override PartName="/ppt/ink/ink22.xml" ContentType="application/inkml+xml"/>
  <Override PartName="/ppt/notesSlides/notesSlide26.xml" ContentType="application/vnd.openxmlformats-officedocument.presentationml.notesSlide+xml"/>
  <Override PartName="/ppt/ink/ink23.xml" ContentType="application/inkml+xml"/>
  <Override PartName="/ppt/notesSlides/notesSlide27.xml" ContentType="application/vnd.openxmlformats-officedocument.presentationml.notesSlide+xml"/>
  <Override PartName="/ppt/ink/ink24.xml" ContentType="application/inkml+xml"/>
  <Override PartName="/ppt/ink/ink25.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26.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ink/ink27.xml" ContentType="application/inkml+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28.xml" ContentType="application/inkml+xml"/>
  <Override PartName="/ppt/notesSlides/notesSlide39.xml" ContentType="application/vnd.openxmlformats-officedocument.presentationml.notesSlide+xml"/>
  <Override PartName="/ppt/ink/ink29.xml" ContentType="application/inkml+xml"/>
  <Override PartName="/ppt/notesSlides/notesSlide40.xml" ContentType="application/vnd.openxmlformats-officedocument.presentationml.notesSlide+xml"/>
  <Override PartName="/ppt/ink/ink30.xml" ContentType="application/inkml+xml"/>
  <Override PartName="/ppt/notesSlides/notesSlide41.xml" ContentType="application/vnd.openxmlformats-officedocument.presentationml.notesSlide+xml"/>
  <Override PartName="/ppt/ink/ink31.xml" ContentType="application/inkml+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ink/ink32.xml" ContentType="application/inkml+xml"/>
  <Override PartName="/ppt/ink/ink33.xml" ContentType="application/inkml+xml"/>
  <Override PartName="/ppt/notesSlides/notesSlide45.xml" ContentType="application/vnd.openxmlformats-officedocument.presentationml.notesSlide+xml"/>
  <Override PartName="/ppt/ink/ink34.xml" ContentType="application/inkml+xml"/>
  <Override PartName="/ppt/notesSlides/notesSlide46.xml" ContentType="application/vnd.openxmlformats-officedocument.presentationml.notesSlide+xml"/>
  <Override PartName="/ppt/ink/ink35.xml" ContentType="application/inkml+xml"/>
  <Override PartName="/ppt/notesSlides/notesSlide47.xml" ContentType="application/vnd.openxmlformats-officedocument.presentationml.notesSlide+xml"/>
  <Override PartName="/ppt/ink/ink36.xml" ContentType="application/inkml+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ink/ink37.xml" ContentType="application/inkml+xml"/>
  <Override PartName="/ppt/notesSlides/notesSlide50.xml" ContentType="application/vnd.openxmlformats-officedocument.presentationml.notesSlide+xml"/>
  <Override PartName="/ppt/ink/ink38.xml" ContentType="application/inkml+xml"/>
  <Override PartName="/ppt/ink/ink39.xml" ContentType="application/inkml+xml"/>
  <Override PartName="/ppt/notesSlides/notesSlide51.xml" ContentType="application/vnd.openxmlformats-officedocument.presentationml.notesSlide+xml"/>
  <Override PartName="/ppt/ink/ink40.xml" ContentType="application/inkml+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ink/ink41.xml" ContentType="application/inkml+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ink/ink42.xml" ContentType="application/inkml+xml"/>
  <Override PartName="/ppt/ink/ink43.xml" ContentType="application/inkml+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ink/ink44.xml" ContentType="application/inkml+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ink/ink45.xml" ContentType="application/inkml+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ink/ink46.xml" ContentType="application/inkml+xml"/>
  <Override PartName="/ppt/ink/ink4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300" r:id="rId3"/>
    <p:sldId id="301" r:id="rId4"/>
    <p:sldId id="302" r:id="rId5"/>
    <p:sldId id="303" r:id="rId6"/>
    <p:sldId id="304" r:id="rId7"/>
    <p:sldId id="305" r:id="rId8"/>
    <p:sldId id="306"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280" r:id="rId24"/>
    <p:sldId id="440" r:id="rId25"/>
    <p:sldId id="441" r:id="rId26"/>
    <p:sldId id="281" r:id="rId27"/>
    <p:sldId id="442" r:id="rId28"/>
    <p:sldId id="282" r:id="rId29"/>
    <p:sldId id="283" r:id="rId30"/>
    <p:sldId id="284" r:id="rId31"/>
    <p:sldId id="285" r:id="rId32"/>
    <p:sldId id="392" r:id="rId33"/>
    <p:sldId id="443" r:id="rId34"/>
    <p:sldId id="444" r:id="rId35"/>
    <p:sldId id="386" r:id="rId36"/>
    <p:sldId id="395" r:id="rId37"/>
    <p:sldId id="387" r:id="rId38"/>
    <p:sldId id="445" r:id="rId39"/>
    <p:sldId id="446" r:id="rId40"/>
    <p:sldId id="389" r:id="rId41"/>
    <p:sldId id="447" r:id="rId42"/>
    <p:sldId id="390" r:id="rId43"/>
    <p:sldId id="391" r:id="rId44"/>
    <p:sldId id="462" r:id="rId45"/>
    <p:sldId id="450" r:id="rId46"/>
    <p:sldId id="461" r:id="rId47"/>
    <p:sldId id="347" r:id="rId48"/>
    <p:sldId id="348" r:id="rId49"/>
    <p:sldId id="464" r:id="rId50"/>
    <p:sldId id="337" r:id="rId51"/>
    <p:sldId id="466" r:id="rId52"/>
    <p:sldId id="467" r:id="rId53"/>
    <p:sldId id="468" r:id="rId54"/>
    <p:sldId id="381" r:id="rId55"/>
    <p:sldId id="382" r:id="rId56"/>
    <p:sldId id="383" r:id="rId57"/>
    <p:sldId id="276" r:id="rId58"/>
    <p:sldId id="354" r:id="rId59"/>
    <p:sldId id="457" r:id="rId60"/>
    <p:sldId id="452" r:id="rId61"/>
    <p:sldId id="453" r:id="rId62"/>
    <p:sldId id="454" r:id="rId63"/>
    <p:sldId id="455" r:id="rId64"/>
    <p:sldId id="456" r:id="rId65"/>
    <p:sldId id="355" r:id="rId66"/>
    <p:sldId id="356" r:id="rId67"/>
    <p:sldId id="357" r:id="rId68"/>
    <p:sldId id="358" r:id="rId69"/>
    <p:sldId id="359" r:id="rId70"/>
    <p:sldId id="360" r:id="rId71"/>
    <p:sldId id="458" r:id="rId72"/>
    <p:sldId id="361" r:id="rId73"/>
    <p:sldId id="363" r:id="rId74"/>
    <p:sldId id="471" r:id="rId75"/>
    <p:sldId id="364" r:id="rId76"/>
    <p:sldId id="362" r:id="rId77"/>
    <p:sldId id="404"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2" d="100"/>
          <a:sy n="92" d="100"/>
        </p:scale>
        <p:origin x="33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2T10:17:36.601"/>
    </inkml:context>
    <inkml:brush xml:id="br0">
      <inkml:brushProperty name="width" value="0.05292" units="cm"/>
      <inkml:brushProperty name="height" value="0.05292" units="cm"/>
      <inkml:brushProperty name="color" value="#FF0000"/>
    </inkml:brush>
  </inkml:definitions>
  <inkml:trace contextRef="#ctx0" brushRef="#br0">10877 13374 0,'-34'0'0,"-6"0"0,-4 0 0,-2 5 0,-10 3 0,56-8 0,-77 8 15,-15-1-15,-32-1 0,7-4 0,-1-4 0,-2-4 0,-10-1 0,-4-4 0,-16-2 0,-14-5 0,-18-2 0,182 20 0,0 0 0,0 0 0</inkml:trace>
  <inkml:trace contextRef="#ctx0" brushRef="#br0" timeOffset="16071.81">7521 14816 0,'-61'0'0,"61"0"0,-76 0 0,-11 4 0,87-4 0,-115 9 0,5 2 0,110-11 0,-119 7 0,119-7 0,-127 7 0,-10-7 0,7 4 0,11 1 16,5 0-16,4-2 0,-2-2 15,-3 3-15,-5 2 0,-1 1 16,0-3-16,0 2 16,1-1-16,4 0 0,9-2 15,7-6-15,100 3 16,0 0-16,0 0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2T10:18:10.769"/>
    </inkml:context>
    <inkml:brush xml:id="br0">
      <inkml:brushProperty name="width" value="0.05292" units="cm"/>
      <inkml:brushProperty name="height" value="0.05292" units="cm"/>
      <inkml:brushProperty name="color" value="#FF0000"/>
    </inkml:brush>
  </inkml:definitions>
  <inkml:trace contextRef="#ctx0" brushRef="#br0">7723 9697 0,'31'0'0,"7"0"0,1 0 0,3 4 0,1 2 0,-8-3 0,-35-3 0,0 0 0,50 2 0,-50-2 0,59 3 0,-59-3 0,76 4 0,-6 1 15,-70-5-15,74 1 0,1-1 0,2-1 16,-77 1-16,79-9 0,4 1 16,-83 8-16,0 0 0,146-15 15,-146 15-15,133-5 16,-133 5-16,144 0 15,-144 0-15,146 7 0,-146-7 16,113-2-16,-113 2 16,134-8-16,-134 8 0,58-5 15,32 0-15,-90 5 16,0 0-16,0 0 0,0 0 16</inkml:trace>
  <inkml:trace contextRef="#ctx0" brushRef="#br0" timeOffset="4028.03">4563 10853 0,'16'12'0,"-7"-8"0,-2 5 0,-2-5 0,-3 4 0,5-2 0,6 1 0,-2-4 0,2 0 0,0 0 0,3-3 0,3-6 16,5 1-16,3-6 15,4 1-15,3-2 16,-34 12-16,43-21 16,6-9-16,7-7 0,-56 37 15,51-48-15,-51 48 16,0 0-16,0 0 0</inkml:trace>
  <inkml:trace contextRef="#ctx0" brushRef="#br0" timeOffset="26952.47">12140 12603 0,'-31'-5'0,"-2"5"0,-2 5 0,-2-2 0,-5 2 0,2-5 0,40 0 0,-54 4 0,54-4 0,-67 6 0,-7 1 0,-3-3 0,0-2 0,-2-4 0,-4-2 0,-4 3 0,-23-5 0,-16 3 0,0 0 15,1 2-15,-1-5 0,-5 1 16,-10 0-16,-21-2 15,-18 2-15,10 0 0,4 0 16,0-1-16,-6 6 16,172 0-16,0 0 0,0 0 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2T10:18:57.158"/>
    </inkml:context>
    <inkml:brush xml:id="br0">
      <inkml:brushProperty name="width" value="0.05292" units="cm"/>
      <inkml:brushProperty name="height" value="0.05292" units="cm"/>
      <inkml:brushProperty name="color" value="#FF0000"/>
    </inkml:brush>
  </inkml:definitions>
  <inkml:trace contextRef="#ctx0" brushRef="#br0">7556 5381 0,'73'0'0,"15"4"0,24 7 0,6 2 0,10 0 0,-128-13 0,0 0 0,0 0 0</inkml:trace>
  <inkml:trace contextRef="#ctx0" brushRef="#br0" timeOffset="995.762">11439 5201 0,'19'0'0,"4"0"0,6 0 15,3 0-15,6 0 16,10 0-16,-48 0 16,64 0-16,9 2 15,13 6-15,6 3 16,-4-7-16,-2 4 0,4-4 0,-90-4 0,0 0 16,0 0-16</inkml:trace>
  <inkml:trace contextRef="#ctx0" brushRef="#br0" timeOffset="1844.668">15269 5306 0,'34'3'0,"11"-3"0,9 0 0,13 0 0,10 0 0,17 5 0,28 5 0,8 0 0,11-2 0,-141-8 0,0 0 0,0 0 0</inkml:trace>
  <inkml:trace contextRef="#ctx0" brushRef="#br0" timeOffset="2789.631">20110 5372 0,'15'-13'0,"0"1"0,0 1 16,1 3-16,4 2 15,0 1-15,1 2 0,5 3 16,2 3-16,-28-3 0,35 0 16,-35 0-16,53 7 0,23 1 15,12 4-15,25 5 16,25 7-16,18 2 0,3-5 15,-159-21-15,0 0 16,0 0-16</inkml:trace>
  <inkml:trace contextRef="#ctx0" brushRef="#br0" timeOffset="-171420.725">3473 14262 0,'0'-16'0,"0"4"0,0 1 0,0 4 0,0 5 0,0 4 0,5 4 16,-2 1-16,3 5 0,-5 6 0,-1 3 0,-1 2 0,-2-3 0,0 1 0,0 1 0,-2 5 0,1 3 0,1 2 0,-3-1 0,4 3 0,0-5 0,2-29 0,0 0 0,0 0 0,-2 34 15,2-34-15,0 0 16,0 0-16,-9 31 16,-7-11-16,16-20 0,0 0 15,0 0-15</inkml:trace>
  <inkml:trace contextRef="#ctx0" brushRef="#br0" timeOffset="-171031.453">3417 13959 0,'15'0'0,"1"0"16,-2 5-16,2 3 16,9 3-16,-8-1 15,7 5-15,-8 0 16,1 3-16,3 0 0,4 8 16,-24-26-16,19 33 15,-19-33-15,21 48 16,-21-48-16,21 75 0,-8 6 15,-13 4-15,-10 13 0,-19-1 16,-22 3-16,-25-5 16,-24-10-16,-16-4 0,-24 4 15,140-85-15,0 0 16,0 0-16</inkml:trace>
  <inkml:trace contextRef="#ctx0" brushRef="#br0" timeOffset="-166646.548">3271 15295 0,'16'-13'0,"-5"0"0,4 5 0,0 3 0,0 1 0,0-2 0,-2 3 0,2 1 0,0-2 0,-1 8 0,-2-4 0,0 5 0,-3 1 0,-1-2 0,-6 6 0,0 1 16,-2-2-16,0 4 15,0 0-15,-4 4 0,-4-3 16,1 2-16,-5-1 16,2 2-16,-1 0 15,-5-2-15,1-1 0,2 1 16,0-1-16,2 0 15,2-3-15,-1 0 0,-3-1 16,3 1-16,2-1 16,2-2-16,0 3 15,6-4-15,-3 0 0,3 1 16,0 0-16,3-3 16,3 3-16,3-2 0,2 1 15,6 1-15,-1-3 16,5 0-16,1-2 0,-22-3 15,0 0-15,0 0 16,25 0-16,-25 0 0,24-6 16,5-5-16,-6-3 15,-1-2-15,-7 0 0,-15 16 16,0 0-16,0 0 16</inkml:trace>
  <inkml:trace contextRef="#ctx0" brushRef="#br0" timeOffset="-166281.064">3525 15054 0,'0'0'0,"7"0"0,-5 0 0,5 0 0,0 0 0,0 0 0,2 0 0,2 0 15,7 0-15,3 2 0,1 10 0,-6 4 16,-1 2-16,-4 1 16,0-3-16,0 8 15,-5 1-15,1 7 0,-7-32 16,5 38-16,-5 8 16,0-46-16,-8 64 0,8-64 15,-13 71-15,-6 8 16,-1-4-16,-5-4 15,-6-6-15,-2-5 16,-7 0-16,-2-2 0,42-58 16,-48 57-16,-2-3 0,50-54 15,-61 55-15,61-55 0,0 0 16,0 0-16</inkml:trace>
  <inkml:trace contextRef="#ctx0" brushRef="#br0" timeOffset="-159174.274">3536 16273 0,'28'0'0,"-6"0"0,-6 6 0,-1 1 0,-2 6 0,-5 2 0,-4 0 0,-4 1 0,-2-1 0,0 1 0,-6 0 0,2-2 0,-4 2 0,1-3 0,-2 0 0,-4-3 16,2-2-16,0-1 16,1-1-16,3 1 15,-3-1-15,3-5 0,2 2 16,6 0-1,-2 0-15,6-3 0,0 2 0,7 0 32,-4 3-32,8-2 0,-3 5 15,-3-3-15,3 5 16,-2 1-16,-3 1 0,4 3 16,-10-15-16,0 0 15,0 0-15,6 19 16,-6-19-16,0 0 0,0 28 15,0-28-15,0 0 16,0 0-16,-6 33 0,6-33 16,-25 33-16,25-33 15,-34 23-15,34-23 16,-44 13-16,44-13 0,0 0 16,-40-4-16,7-17 15,7-10-15,8-2 0,11 0 16,7-3-16,2-1 15,6 1-15,0 1 0,2-1 16,-1 0-16,7 5 16,-4 0-16,4 3 0,-3 3 15,5 2-15,-1-3 16,6 5-16,-5 3 16,-4 6-16,2-1 0,-1-2 15,0 6-15,0 2 16,6-2-16,-4 5 0,7 4 15,0 0-15,2 4 16,2 9-16,-2 5 0,-4 6 16,-22-24-16,24 31 15,-7 13-15,-17-44 0,14 63 16,-14-63-16,0 77 16,-9 14-16,-12 24 15,-11 6-15,-13-12 0,45-109 16,-60 106-16,-8-6 15,68-100-15,-73 97 0,73-97 16,-72 81-16,72-81 16,-55 66-16,18-11 15,37-55-15,0 0 0,0 0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2T10:24:10.139"/>
    </inkml:context>
    <inkml:brush xml:id="br0">
      <inkml:brushProperty name="width" value="0.05292" units="cm"/>
      <inkml:brushProperty name="height" value="0.05292" units="cm"/>
      <inkml:brushProperty name="color" value="#FF0000"/>
    </inkml:brush>
  </inkml:definitions>
  <inkml:trace contextRef="#ctx0" brushRef="#br0">3782 11507 0,'36'0'0,"4"0"0,6 0 0,1 0 0,3 0 0,-50 0 0,55 5 0,-55-5 0,75 6 0,12-4 0,16 6 0,-103-8 0,103 5 0,-4-1 0,4-1 0,-7-3 0,1 0 16,0-3-16,4 2 15,-3-5-15,3-2 0,3 1 16,1 1-16,3 2 16,1 4-16,10 2 15,-4 0-15,1 1 0,-9-3 16,-107 0-16,0 0 16,0 0-16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2T10:24:50.615"/>
    </inkml:context>
    <inkml:brush xml:id="br0">
      <inkml:brushProperty name="width" value="0.05292" units="cm"/>
      <inkml:brushProperty name="height" value="0.05292" units="cm"/>
      <inkml:brushProperty name="color" value="#FF0000"/>
    </inkml:brush>
  </inkml:definitions>
  <inkml:trace contextRef="#ctx0" brushRef="#br0">14686 7574 0,'38'-6'0,"3"6"0,-2-2 0,-1 2 0,9 0 0,-47 0 0,0 0 0,58 0 0,-58 0 0,82 0 0,14 0 0,-96 0 0,122 4 15,-8 5-15,-114-9 0,124 3 16,-2-3-16,-3 0 16,-17-3-16,-14-2 0,-10-1 0,-78 6 15,0 0 1,0 0-16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2T10:25:39.131"/>
    </inkml:context>
    <inkml:brush xml:id="br0">
      <inkml:brushProperty name="width" value="0.05292" units="cm"/>
      <inkml:brushProperty name="height" value="0.05292" units="cm"/>
      <inkml:brushProperty name="color" value="#FF0000"/>
    </inkml:brush>
  </inkml:definitions>
  <inkml:trace contextRef="#ctx0" brushRef="#br0">5101 7725 0,'28'4'0,"3"-1"0,-3 0 0,-2 0 0,1 5 0,-1 2 0,7 0 0,-33-10 0,42 8 0,9 0 0,-51-8 0,62 9 0,2-1 0,-64-8 0,77 7 0,7 1 0,26-3 16,4 1-16,2-6 15,-7-3-15,0 0 16,-5 1-16,13-1 16,21 0-16,11 1 0,-3 4 0,-146-2 15,0 0-15,0 0 16</inkml:trace>
  <inkml:trace contextRef="#ctx0" brushRef="#br0" timeOffset="9637.463">2886 9884 0,'0'0'0,"0"0"0,6 3 0,-4 11 0,4 11 0,5-2 0,-5-4 0,3-5 0,1-1 0,-1-3 0,2-3 0,-4 5 0,6-8 0,2 3 0,3-3 0,5-4 0,6-4 15,1-3-15,3-3 16,4-5 0,-37 15-16,45-19 0,-45 19 0,62-31 15,6-2-15,-5 0 16,-63 33 0,61-34-16,-61 34 0,0 0 0,65-33 15,-65 33-15,68-33 16,-5-1-16,-13 6 0,-7 8 15,-43 20-15,0 0 16,0 0-16,33-21 16,-33 21-16,0 0 0,0 0 15,28-13-15,-28 13 0,0 0 16,0 0-16,37-14 0,-37 14 16,0 0-1,0 0-15</inkml:trace>
  <inkml:trace contextRef="#ctx0" brushRef="#br0" timeOffset="10795.121">2574 11615 0,'0'0'0,"-4"0"0,-4 0 0,-4 0 0,8-6 0,-3 4 0,2-4 0,1 2 0,-2 4 0,1-3 0,3 3 0,2 0 0,-2 0 0,2 0 0,2 0 15,3 0-15,3 3 16,1 7-16,-2 1 0,-3 2 16,1-3-16,1 2 15,0 1-15,4-1 16,-6-3-16,7 3 0,4-2 15,0-1-15,1 1 16,3-5-16,5-5 0,8-2 16,0-7-16,9-4 0,-41 13 15,49-22-15,-49 22 16,77-34-16,13-10 16,26-12-16,-2-4 15,-10 7-15,-104 53 16,89-47-16,-8 7 0,-81 40 0,78-39 15,-26 17-15,-19 5 16,-11 4-16,-22 13 16,0 0-16,0 0 0,27-16 0,-4 0 15,0 0-15,-5 5 16,-6 1 0,2 6-16,-4-4 15,-3 2-15,-7-1 0,0 7 0,0 0 16,0 0-16</inkml:trace>
  <inkml:trace contextRef="#ctx0" brushRef="#br0" timeOffset="11785.707">2515 15158 0,'0'8'0,"0"0"0,0 2 0,0-3 0,0 4 0,0-5 0,0-4 0,0 0 0,0 1 0,0-3 15,0 0-15,0 0 16,0 0-16,0 0 0,4 0 15,-1 0-15,3 3 16,-4 0-16,-2 0 0,0-3 16,0 5-16,2-4 0,0 4 15,3-3-15,0 4 16,-1-1-16,1 3 16,0 2-16,-1 1 15,1 1-15,-2 4 16,4-3-16,-6 2 0,4 1 0,4-4 15,-1 1-15,6 0 16,1-3-16,4-5 16,6-2-16,6-3 15,-31 0-15,43-10 0,16-5 16,7-11-16,4 1 16,-8-5-16,-62 30 15,70-25-15,1-1 0,0 1 16,-3 4-16,-12 5 0,-56 16 15,0 0-15,56-17 16,-56 17-16,0 0 0,58-13 16,-3 0-16,-11 7 15,-11 2-15,-10 4 16,-7 0-16,-5 0 16,-11 0-16,0 0 0,2-4 0,-2 4 15,0 0-15,0 0 0</inkml:trace>
  <inkml:trace contextRef="#ctx0" brushRef="#br0" timeOffset="60176.156">10388 12932 0,'0'0'0,"0"0"0,-14 0 0,-9 0 0,-20 0 0,-3-5 0,-17 2 0,2-5 0,-5 8 0,-11 0 0,-5 0 0,-10-2 0,-27-9 0,119 11 0,0 0 0,0 0 0</inkml:trace>
  <inkml:trace contextRef="#ctx0" brushRef="#br0" timeOffset="76290.458">4261 11809 0,'21'0'0,"-3"0"0,-6 0 0,7 6 0,2-1 0,1 0 0,4 3 0,-2 2 0,-5-4 0,2-2 0,3 2 0,-24-6 16,0 0-16,31 5 0,-31-5 0,41 8 0,-41-8 0,58 9 0,16 4 0,-74-13 15,78 11 1,-78-11-16,84 13 0,-84-13 16,117 13-16,15 2 0,-132-15 15,142 16-15,-142-16 16,139 10-16,-6-1 0,-18-3 15,-115-6-15,109 7 16,3 0-16,-1 1 0,-9-5 16,-5 0-16,-5 0 15,5 1 1,-4-4-16,1 4 16,6-2-16,-1 1 0,0-3 15,-5 2-15,3 2 16,2-2-16,6 3 15,-9 3-15,2-3 0,-5 0 16,1-8-16,-6 3 0,3 3 16,-10 5-16,-15-6 15,-4 1-15,-1-3 16,-61 0-16,67 4 0,-3 0 16,-64-4-16,62 0 15,-1-4-15,-61 4 0,0 0 16,0 0-16</inkml:trace>
  <inkml:trace contextRef="#ctx0" brushRef="#br0" timeOffset="82499.265">9310 12953 0,'48'0'0,"10"0"0,-58 0 0,68 0 0,8 0 0,-76 0 0,0 0 0,0 0 0</inkml:trace>
  <inkml:trace contextRef="#ctx0" brushRef="#br0" timeOffset="84853.17">14260 12994 0,'62'-5'0,"6"0"16,13-6-16,8 4 0,14 2 16,-8 0-16,-8 2 15,-87 3-15,0 0 0,0 0 0</inkml:trace>
  <inkml:trace contextRef="#ctx0" brushRef="#br0" timeOffset="85465.844">20561 13034 0,'17'-4'0,"1"1"0,-7-2 15,-4-1-15,-5 6 0,-4-1 0,-8 1 0,-14 0 0,-1-3 0,-11-3 0,-5 2 0,-18-4 16,-7 3-16,66 5 0,-83-13 15,-16-2-15,99 15 16,0 0-16,0 0 16</inkml:trace>
  <inkml:trace contextRef="#ctx0" brushRef="#br0" timeOffset="86387.934">23354 13251 0,'-53'-26'0,"-3"-2"0,56 28 0,0 0 0,0 0 0</inkml:trace>
  <inkml:trace contextRef="#ctx0" brushRef="#br0" timeOffset="105865.179">8088 17081 0,'-28'0'16,"3"0"-16,-3 0 15,-3 0-15,-6-5 16,1 3-1,1-3-15,35 5 0,-43-5 16,43 5-16,-63 0 0,63 0 0,-76-2 0,-9-1 16,85 3-16,-104-8 15,12 0-15,92 8 0,-103-2 16,2-4-16,0 6 31,12-2-31,3 2 0,1 0 16,85 0-16,-100 0 15,-8 0-15,-3-3 0,3 0 16,9 2-16,3 2 16,1 2-16,-3-3 0,0 3 15,0-1-15,5-2 16,1 0-16,0 2 0,2-2 16,0 0-16,1 0 0,0 0 15,-4 4-15,3-2 0,0 0 16,4 4-16,86-6 15,-96 8-15,3 2 0,4-5 16,89-5-16,-81 2 16,16-2-1,65 0-15,0 0 0,0 0 16</inkml:trace>
  <inkml:trace contextRef="#ctx0" brushRef="#br0" timeOffset="116088.905">3970 15942 0,'-66'0'0,"66"0"0,-77-6 0,77 6 0,-82-5 0,-33-8 0,115 13 0,0 0 0,0 0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2T10:27:48.819"/>
    </inkml:context>
    <inkml:brush xml:id="br0">
      <inkml:brushProperty name="width" value="0.05292" units="cm"/>
      <inkml:brushProperty name="height" value="0.05292" units="cm"/>
      <inkml:brushProperty name="color" value="#FF0000"/>
    </inkml:brush>
  </inkml:definitions>
  <inkml:trace contextRef="#ctx0" brushRef="#br0">5997 10484 0,'21'0'0,"-6"0"0,-6 0 15,5 0-15,0-4 0,5 0 16,-2 0-16,-4-1 16,-3 3-16,-5-9 0,1 1 15,-4 3-15,1-1 0,-1 5 31,5-5-31,0 5 16,4 1-16,-4-4 0,1 5 0,-1 1 16,1 0-16,2 0 15,0 0-15,2 1 0,2-1 16,1 6 0,3-1-16,-18-5 0,0 0 15,21 6-15,-21-6 16,34 10-16,-34-10 0,40 10 15,9 2-15,14 4 16,-63-16-16,63 12 0,-63-12 16,75 15-16,-75-15 15,84 9-15,30 1 16,-114-10-16,132 10 0,-1 0 0,-14-4 16,-117-6-16,108 2 0,-108-2 15,121 0-15,2-2 0,-2 2 16,-17-1-16,-14-4 15,-12 4-15,-5-2 0,-4 1 32,4-2-32,8 2 15,-2 0-15,-79 2 0,91-7 0,25-2 0,15 4 16,-23 2-16,-20 9 0,-7-1 16,-13 2-16,-1 1 0,-67-8 15,73 11 1,16-2-1,-89-9-15,0 0 0,0 0 0</inkml:trace>
  <inkml:trace contextRef="#ctx0" brushRef="#br0" timeOffset="1579.888">10882 12094 0,'0'0'0,"0"0"0,0 0 0,0 0 0,0 0 0,-2 0 0,-13 0 0,-11 0 0,-10 0 0,3 0 0,1 0 16,2 0-16,0 0 16,-2 0-16,-6 0 0,38 0 15,-42 3-15,42-3 16,-56 8-16,56-8 16,-66 7-16,-4-1 0,70-6 15,-77 4-15,77-4 16,-89 4-16,89-4 0,-123 5 15,-15 3-15,138-8 16,-140 10-16,4 0 16,136-10-16,-136 10 15,8-2-15,16-1 16,7-1 0,6 1-16,10-4 0,-2 2 0,-1-2 0,-6 1 15,1 5 1,97-9-16,-116 10 15,-11-2-15,-6 0 16,1-6-16,10 4 0,8-4 16,6 0-16,9-2 0,3 5 15,-4-3-15,-3-2 16,3 3-16,3 0 0,0 1 16,2-4-16,95 0 15,-103 0-15,103 0 16,-115-4-16,-4 8 0,13-4 15,27 2-15,79-2 16,-68 0-16,68 0 0,-71 0 16,2-2-16,69 2 15,-70-7-15,70 7 16,-68-7-16,68 7 0,-72-10 16,72 10-16,0 0 0,0 0 15</inkml:trace>
  <inkml:trace contextRef="#ctx0" brushRef="#br0" timeOffset="2931.087">10216 13877 0,'0'0'0,"0"0"0,0 0 0,0 0 0,0 0 0,0 0 0,0 0 0,-10 3 0,-12 4 0,-8 7 0,2-10 0,-1 1 16,4-1 0,-6-4-16,-1 2 15,-6-2-15,1 0 0,37 0 16,-52-2-16,-3-4 0,-11-1 0,2-1 31,0 2-31,64 6 0,-75-7 16,75 7-16,-86-10 15,-35 1-15,121 9 16,-141-8-16,5 6 0,1 2 16,24 0-16,7 0 0,9-2 15,5-1-15,-4 0 16,-4 1-16,-1 2 0,0-2 15,5 2-15,-1-3 16,95 3-16,-105-2 16,-12 2-16,-1-3 0,13 3 15,105 0-15,-99-3 16,-7 6-16,1-3 0,15 0 16,11 0-16,79 0 15,-67-3-15,67 3 0,-69 0 16,69 0-16,-76 0 15,76 0-15,-84-3 0,84 3 16,-82 0-16,8-4 16,74 4-16,0 0 0,-66-10 15,5-6-15,61 16 16,0 0-16,0 0 0</inkml:trace>
  <inkml:trace contextRef="#ctx0" brushRef="#br0" timeOffset="4258.865">12043 15521 0,'0'0'0,"0"0"0,0 0 0,0 0 0,0 0 0,0 0 0,0 0 0,-12 0 0,-13 0 0,-8 0 0,5 0 0,-3 0 0,-2 0 16,-2-5-1,-3 1-15,-1 0 0,39 4 0,-49-6 16,49 6-16,-58-7 16,-11-1-16,1 1 0,-2-7 15,-2 7-15,-8 0 16,1-2-16,-6 3 16,-17 0-16,-6-4 0,7 1 15,-1 5-15,-3-7 16,3-2-16,-9-3 0,-10 2 15,3-4-15,0 0 16,-2 2-16,-4 0 0,1 7 16,-3-2-1,-1 1-15,-2 2 0,3 1 0,0-1 16,-6-1-16,-11 3 16,-4-2-16,11 0 15,-3-3-15,0 2 0,6-7 16,1 8-16,9 0 15,1 1-15,-1 5 0,12-3 16,5 5 0,11 5-16,6 0 0,89-5 0,-98 4 15,1 7-15,-1-3 16,11-3-16,6 0 0,20-5 16,7-2-16,54 2 15,-59-6 1,59 6-16,-64-5 15,-4-3-15,7 4 0,61 4 16,0 0-16,0 0 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2T10:29:41.070"/>
    </inkml:context>
    <inkml:brush xml:id="br0">
      <inkml:brushProperty name="width" value="0.05292" units="cm"/>
      <inkml:brushProperty name="height" value="0.05292" units="cm"/>
      <inkml:brushProperty name="color" value="#FF0000"/>
    </inkml:brush>
  </inkml:definitions>
  <inkml:trace contextRef="#ctx0" brushRef="#br0">3415 7550 0,'20'0'0,"-1"0"0,-7 0 0,-6 0 0,0 0 0,4 5 0,5 3 0,-2-1 0,0-2 0,2-5 0,1-1 0,1-5 0,3-7 0,7-2 0,1-6 15,-28 21-15,34-28 16,-34 28-16,52-41 15,4-3-15,-1 1 0,-6 7 16,-49 36-16,45-35 16,-45 35-16,0 0 0,0 0 15,47-32-15,-47 32 16,0 0-16,54-33 16,-8 5-16,-5 7 0,-11 6 15,-5 5-15,-11 1 16,2 1-16,-6-1 0,-10 9 15,0 0-15,0 0 0</inkml:trace>
  <inkml:trace contextRef="#ctx0" brushRef="#br0" timeOffset="1317.84">3504 8818 0,'32'3'0,"-4"0"0,7-3 0,6-8 0,8-2 0,-49 10 0,60-18 0,9-8 0,-69 26 0,66-31 0,-8 1 0,-8-3 0,-11 3 16,-39 30-16,33-25 0,-33 25 16,0 0-16,33-22 15,-33 22-15,0 0 0,44-29 16,-44 29-16,0 0 16,0 0-16</inkml:trace>
  <inkml:trace contextRef="#ctx0" brushRef="#br0" timeOffset="2608.845">3274 9846 0,'1'4'0,"-1"2"0,0-1 0,0-3 0,0 2 0,0-3 0,0-1 0,9 6 0,3 4 0,0 3 0,3-3 0,-4-5 0,-8 7 0,3-8 0,2 0 0,3 2 0,1-4 16,0-2-16,7 0 15,1-5-15,5-2 16,6-3-1,-31 10-15,41-21 16,14-9-16,-55 30 0,59-39 16,-59 39-16,59-41 0,-5 4 0,-11 6 15,-8 6-15,-4 2 16,-5 7-16,-6 4 0,-4 1 16,-16 11-16,0 0 15,0 0 1,31-14-16,-31 14 15,0 0-15,0 0 16</inkml:trace>
  <inkml:trace contextRef="#ctx0" brushRef="#br0" timeOffset="3741.474">3371 11209 0,'6'9'0,"-3"-2"0,-3 0 0,2 1 0,-2-5 0,2 1 0,6-4 0,5 4 0,1-4 0,8 0 0,3 0 0,0 0 0,-7 0 0,-18 0 0,32-4 0,-11 0 16,3-7-16,-11 5 15,5-2-15,-18 8 16,28-17-16,16-6 0,18-10 16,2 0-16,5-4 15,1 2-15,5 1 0,-75 34 16,0 0-16,0 0 15</inkml:trace>
  <inkml:trace contextRef="#ctx0" brushRef="#br0" timeOffset="4579.13">3575 12357 0,'-4'0'0,"2"8"0,-1 3 0,3-4 0,0-1 0,0-5 0,0 2 0,0 0 0,0-3 0,0 0 0,0 1 0,0 5 0,3-1 0,-1-2 15,4 4-15,1-1 0,3 2 16,5-8-16,0 0 16,-1-6-16,2 1 0,6-2 31,2-4-31,5-2 0,3-5 0,6-2 15,-38 20 1,59-28-16,-59 28 0,66-35 0,0-2 31,-2 0-31,-13 6 0,-12 1 16,-13-2-16,-9 10 16,-17 22-16,0 0 0,0 0 15</inkml:trace>
  <inkml:trace contextRef="#ctx0" brushRef="#br0" timeOffset="5547.167">3071 13703 0,'0'8'0,"0"3"0,0 10 0,0 0 0,0 0 0,0-11 0,5-3 0,-1-7 0,12-1 0,0-3 0,-4 2 0,-2 0 0,-1-1 0,3-2 0,2 3 0,3-4 16,-1 1-16,2-3 16,3 1-16,3-4 0,2-2 15,8-6-15,-1-5 16,14-5-16,10-10 15,10 0-15,-2-1 0,-65 40 16,62-39-16,-62 39 16,48-40-16,-23 1 15,-25 39-15,0 0 0,0 0 16</inkml:trace>
  <inkml:trace contextRef="#ctx0" brushRef="#br0" timeOffset="6238.491">3349 14965 0,'4'7'16,"1"4"-16,1 3 0,7-3 0,2-7 0,-6 2 0,2-4 16,0-2-16,9 0 15,3-8-15,11-5 0,4-10 16,10-9-16,8-4 16,12-11-16,16-10 0,24-12 15,6-11 1,-114 80-16,0 0 0,0 0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3:38:32.649"/>
    </inkml:context>
    <inkml:brush xml:id="br0">
      <inkml:brushProperty name="width" value="0.05292" units="cm"/>
      <inkml:brushProperty name="height" value="0.05292" units="cm"/>
      <inkml:brushProperty name="color" value="#FF0000"/>
    </inkml:brush>
  </inkml:definitions>
  <inkml:trace contextRef="#ctx0" brushRef="#br0">19167 8431 0,'8'28'0,"-3"1"0,-2 1 15,-1-1-15,0-1 0,-2 1 0,-2 8 0,-5-2 0,7-35 0,-9 40 0,9-40 16,-2 44-16,-3 12 16,2 3-16,-2 2 0,5-61 15,-2 68-15,-1 0 16,1 7-16,2-75 0,0 77 16,0-77-16,0 90 15,0-90-15,-3 130 0,-2 22 16,2-8-16,6-27 15,-3-15-15,3-18 0,2-1 16,0-15 0,-3 1-16,6 6 0,-6 5 15,7 1-15,-4 2 0,-3 17 16,3 11-16,2-3 16,-7-108-16,5 108 0,1 5 15,2 11-15,-1-14 16,1-8-16,-4-7 15,2 3-15,2-6 0,-3 1 16,-3-4 0,-2 7-16,3-2 0,-1 2 15,2 1-15,-4-2 0,-4 0 16,4 3-16,0-1 0,0-1 16,-2 1-16,-6-1 0,3 4 15,5-6-15,0-94 16,8 111-16,-1 10 15,2 2-15,-9-15 16,-5-11-16,4-5 0,1 3 16,0 1-16,0-5 15,8 1-15,1 2 0,2-1 16,-3-2 0,-8-1-16,0-90 0,0 100 0,-3 6 15,3-106-15,0 117 16,0 8-16,0-125 0,0 128 15,0-3-15,0-5 16,6-16-16,-6-17 0,0-3 16,0-2-1,-3-12-15,3-5 0,-6 1 0,6-66 16,-2 78-16,-6 3 16,3 4-16,5-85 0,-9 106 15,0 3-15,-1 0 16,10-109-16,-10 94 0,0-1 15,10-93-15,-5 98 16,-1-19-16,6-79 16,-4 64-16,4-64 15,-5 54-15,-1 1 16,6-55-16,0 0 0,0 0 16,-13 33-16,13-33 0,0 0 0,0 0 15</inkml:trace>
  <inkml:trace contextRef="#ctx0" brushRef="#br0" timeOffset="3674.087">19239 8510 0,'21'-6'16,"1"3"-16,1 1 0,1-6 0,-1 2 0,5 3 0,-3 1 0,1-2 0,1 2 0,-27 2 0,0 0 0,37-5 0,-37 5 0,0 0 0,50-4 15,14 1-15,2-2 0,1-3 16,-67 8-1,64-8-15,7-1 0,0 2 16,-71 7-16,71-10 0,2-1 16,8 1-1,-8 4-15,-73 6 0,77-8 0,4-3 16,-81 11-16,84-7 0,-84 7 16,114-13-16,16-4 15,-130 17-15,128-14 0,-128 14 16,124-17-16,-124 17 15,128-13-15,-10 1 0,-118 12 32,109-9-32,-8-2 0,-101 11 0,95-13 15,-95 13-15,95-15 0,-95 15 16,101-17-16,-7 6 31,-94 11-31,88-12 0,-88 12 0,85-16 16,-85 16-16,84-19 0,-1 1 0,-22 2 15,-61 16-15,51-10 16,-51 10-16,56-9 16,4-3-16,-60 12 0,59-12 31,-59 12-31,55-13 16,-55 13-16,60-12 0,-60 12 0,0 0 0,60-19 15,-60 19 1,0 0-16,56-17 15,-56 17-15,55-21 16,-55 21-16,0 0 0,0 0 16,60-18-16,-60 18 15,57-15-15,-8 0 0,-11 4 16,-12 4-16,-26 7 16,0 0-16,0 0 0,18-9 15,0 1-15,0-1 16,-5 1-16,-1 3 0,-5 2 15,2 2-15,-4-2 16,-4 0-16,5 0 0,-3 3 16,-1 0-16,-2 0 15,2 6-15,-2-2 0,0-4 16,3 7-16,-3-1 16,0 4-16,0 0 15,0-10-15,0 13 0,0-13 16,0 0-16,0 0 15,0 18-15,0-18 16,0 0-16,-3 32 16,-1 3-16,4 4 15,-3-4-15,3-35 16,3 37-16,-3 2 0,0-39 0,0 44 16,0-44-16,2 61 15,-2-61-15,0 0 0,2 69 16,-2-69-16,3 74 15,-3-74-15,6 86 0,-6-86 16,5 109-16,0 9 16,0-12-16,-5-106 15,2 87-15,1-4 16,3-19-16,-6-64 0,2 64 16,1 3-16,1 8 15,-4-75-15,4 73 0,-4-73 16,9 88-16,-9-88 15,8 118-15,-8-118 0,5 139 16,2-11-16,-1-17 16,-6-111-16,2 101 0,-2-1 15,0-100-15,0 99 16,0-99-16,6 107 0,2 1 16,-3-8-16,-5-100 15,3 101-15,-2-1 16,3 0-16,-4-100 0,5 104 15,-5-2-15,-3 1 0,3-12 16,0-91 0,3 99-16,2 0 0,1 7 15,-6-106-15,2 106 0,3-4 16,-3 3 0,3-10-16,-2-2 0,-1-1 0,1-5 15,-3-87-15,0 95 16,2 7-16,-2-102 15,-2 119-15,2 5 0,0-1 16,6-19-16,-1-11 0,0-6 16,-3-1-16,3 1 15,-5-87-15,-7 96 0,-1 12 16,2 3-16,1-5 16,-3-17-16,-1 1 0,2 0 15,3-3-15,-1 3 16,5-7-1,0-12-15,0-2 0,-2 8 0,-2 1 16,3 2 0,-7-1-16,1 1 0,3-1 0,1 0 15,3-79-15,-2 87 0,-1 24 16,-4 19 0,7-130-16,-3 117 0,1-3 15,2-7-15,0-107 16,0 97-16,2 1 0,-2-98 15,0 102-15,0-4 16,-2-3-16,-1-10 16,3-85-16,-4 82 0,2-14 15,2-68-15,-7 72 16,7-72-16,-6 84 16,6-84-16,-6 91 0,6-91 15,0 117-15,0-117 0,0 125 0,0-125 16,0 108-16,-3-21 15,3-12-15,0-75 16,0 0-16,0 0 0,0 56 16,0-56-16,0 55 15,0-55-15,0 54 0,3-6 32,-3-10-32,0-38 15,0 29-15,0-29 16,0 0-16,-3 20 0,1-1 15,-1-4-15,0-5 16,0 1-16,1-7 0,2 2 16,0-1-16,-3-3 15,3 1-15,0-3 0,0 3 16,0-3-16,0 0 16,0 0-16,0 0 0,0 2 15,0-2-15,-2 0 16,-1-2-16,1-1 0,-1 0 15,3 3-15,-8-2 16,1 0-16,7 2 16,-10-3-16,10 3 0,0 0 15,0 0-15,-15-2 16,15 2-16,0 0 16,0 0-16,-26-8 0,26 8 15,-35-6-15,-6-1 16,41 7-16,0 0 0,0 0 15,-43-10-15,43 10 0,0 0 16,0 0 0,-61-10-16,61 10 0,0 0 0,-68-14 15,-7 4-15,13 2 0,62 8 16,0 0-16,-62-7 16,62 7-16,0 0 0,-69-8 15,69 8-15,-72-7 16,-2 0-16,9-5 0,65 12 15,-61-9-15,4-2 16,57 11-16,-59-10 0,59 10 16,-62-11-16,62 11 15,-66-10-15,66 10 0,-75-14 16,75 14 0,-74-15-16,74 15 0,-79-12 0,79 12 15,-79-13-15,79 13 16,-80-11-16,80 11 0,0 0 15,-87-12-15,-22-4 16,109 16-16,-115-13 0,115 13 16,-110-12-16,19 4 15,18 1-15,19 7 16,6 0 0,48 0-16,-50 3 0,-1-2 0,51-1 0,-62 3 15,62-3-15,-64 0 16,64 0-1,-69 0-15,-6 0 0,75 0 0,-75 0 16,75 0 0,-74 0-16,2 0 0,8 0 15,64 0-15,-59 0 0,59 0 0,-59 0 32,59 0-32,0 0 0,-72-4 15,1 1-15,71 3 0,-72-4 0,5-2 16,3 0-16,8 1 0,9 2 15,47 3 1,-44-3-16,4-2 0,4 3 16,5 0-1,2-1-15,29 3 0,-28-5 16,0 0-16,2 0 16,0 2-16,9 0 15,-4 0-15,1 3 0,0-2 16,1 2-16,1 0 0,2 0 15,4-2-15,-1 2 16,0 0-16,13 0 0,-11 0 16,11 0-16,0 0 15,-12 0-15,12 0 16,-15 0-16,-1 0 0,7 0 16,-2 0-16,11 0 15,0 0-15,0 0 0,-10-6 16,2 1-16,8 5 15,-5-10-15,0-5 0,5 15 16,0 0-16,0 0 16</inkml:trace>
  <inkml:trace contextRef="#ctx0" brushRef="#br0" timeOffset="11579.342">19167 9657 0,'0'0'0,"0"0"0,0 0 0,0 0 0,0 0 0,16 0 0,4 0 0,16 0 0,-8 4 0,-3-4 0,-7 2 0,4-4 0,0-2 15,9 2-15,-4 0 0,-27 2 0,40-3 16,-40 3-16,0 0 15,45-3-15,-45 3 0,76-4 16,0-2-16,-76 6 16,78-8-1,-78 8-15,76-5 0,-76 5 0,87-9 16,-87 9 0,121-10-16,-121 10 0,136-11 15,-6 1-15,-130 10 16,117-8-16,-22 3 0,-95 5 0,103-6 15,-103 6-15,92-2 16,-92 2 0,102-2-16,-5-9 0,-6 1 0,-91 10 15,84-8-15,4 0 16,-88 8-16,90-6 0,-7-5 16,-83 11-16,88-6 0,-88 6 15,92-5-15,4 1 16,-96 4-16,93-4 15,-4 0-15,-89 4 0,87-3 16,-11 3-16,-10-2 16,-66 2-1,55-5-15,-55 5 16,0 0-16,66-6 0,-66 6 16,81-5-16,-81 5 15,82-3-15,-5-2 16,-77 5-16,72-5 0,-72 5 15,64-6-15,-4 5 16,-60 1-16,53-3 0,-53 3 16,51-3-16,-51 3 15,47-2-15,-47 2 16,45-3-16,-45 3 0,48-3 16,-8 6-16,-40-3 15,0 0-15,0 0 0,31 3 16,-5-3-16,-4 0 15,-22 0-15,22 2 16,3 1-16,-5 0 0,-20-3 16,21 1-16,-21-1 15,0 0-15,0 0 0</inkml:trace>
  <inkml:trace contextRef="#ctx0" brushRef="#br0" timeOffset="13185.136">19408 8860 0,'0'0'0,"0"0"0,0 0 0,0 0 0,0 0 0,0 0 0,0 0 0,7 2 0,2 14 0,1 6 0,-1 3 0,2-3 0,-1-1 0,-2-3 0,-3 0 0,1-1 16,-2 4-16,1 2 15,-2 0-15,2 1 0,-5-24 32,0 0-32,7 28 0,-7-28 0,0 0 0,15 34 15,-15-34-15,0 0 16,0 0-16,14 39 0,-14-39 31,0 0-31,0 0 0,21 47 0,-21-47 0,0 0 16,0 0-16,21 36 15,-21-36-15,0 0 0,0 0 16,16 14 0,-16-14-1,0 0-15,0 0 0,16-9 16,-16 9-16,16-20 15,0-10-15,-6 1 0,-1 3 16,0 1-16,-4-2 16,-3 4-16,3 3 0,-2-1 15,-1 6-15,3-1 16,-1 1-16,-4 5 0,2 0 16,-2 4-16,0 2 15,3 4-15,-1 4 0,-2 2 16,2-1-16,3 4 0,-2 5 15,-3-14-15,0 0 16,5 21-16,-5-21 16,0 0-16,9 30 0,-9-30 15,0 0-15,0 0 16,15 44-16,5 12 0,1-5 16,-6-7-16,0-12 15,-4-13-15,-1-3 0,0-6 16,3 0-16,0-4 15,0-6-15,-3-6 16,-3-4-16,1 0 16,-3-3-16,3-3 0,3-3 0,-11 19 15,0 0-15,0 0 16,7-31-16,-7 31 16,0 0-16,0 0 0,5-47 15,-5 47-15,0 0 0,0 0 16,6-66-1,-6 66-15,0 0 0,0 0 0,0-88 0,0 88 16,0 0-16,0 0 16</inkml:trace>
  <inkml:trace contextRef="#ctx0" brushRef="#br0" timeOffset="13489.114">20161 9108 0,'0'0'0,"0"0"0,0 0 0,0 0 0,7 11 0,1 7 0,1 13 0,2-6 16,-3 0-16,-1-3 0,-2-2 16,-1-2-16,-4 0 15,2 0-15,-2-3 0,-2 0 16,-7-2-16,9-13 16,0 0-16,0 0 0</inkml:trace>
  <inkml:trace contextRef="#ctx0" brushRef="#br0" timeOffset="13659.338">20191 9021 0,'0'-5'16,"0"1"-16,0-9 15,0 0-15,0 2 0,0 6 16,0 0-16,0 5 0,0 0 15,0 0-15</inkml:trace>
  <inkml:trace contextRef="#ctx0" brushRef="#br0" timeOffset="14092.591">20351 9193 0,'4'6'0,"1"3"15,5 11-15,1-1 0,2 5 16,-6-3-16,-4-3 16,2-4-16,-5 1 0,3-3 15,-3-3-15,0-4 16,0-7-16,0-4 16,0-1-16,0-4 0,0-2 15,2-3-15,-2-6 16,3 5-16,2-3 0,-3 3 15,1-4-15,2 4 0,3-1 16,-4-3-16,4 4 16,-3-2-16,6 5 0,-4-1 15,3 3-15,0 4 16,0 7-16,4 2 16,2 5-16,-6 2 0,4 2 15,-4 2-15,-3 4 16,0 2-16,2 0 0,-5 3 15,2 5-15,-1-4 0,-3 0 16,-2 1-16,0-4 16,-2 2-16,2-21 15,0 0-15,0 0 0</inkml:trace>
  <inkml:trace contextRef="#ctx0" brushRef="#br0" timeOffset="14700.319">21025 8813 0,'0'0'0,"0"0"16,5 8-16,-2 7 0,2 9 0,2 2 0,1 2 0,2 0 0,0 2 0,-5 6 16,-3 3-16,2-4 15,-4-35-15,0 0 0,3 44 32,-3-44-32,0 0 0,0 0 0,2 52 15,-2-52-15,0 0 0,0 0 16,2 51-16,-2-51 0,0 0 15,0 0 1,3 39-16,-3-39 0,0 0 0,0 0 31,0 13-31,0-13 0,-3-3 0,-4-12 0,-4-1 16,-1-2 0,-4 2-16,1 2 0,-3 1 0,-3 3 15,-1 5-15,-2-3 16,0 5-16,24 3 0,-22 0 31,22 0-31,0 0 0,0 0 16,-28 11-16,28-11 15,0 0-15,0 0 16,-26 17-16,26-17 0,0 0 16,-18 30-16,18-30 0,0 0 15,0 0-15,5 26 16,-5-26-16,0 0 0,0 0 15,21 27-15,-21-27 16,0 0-16,49 15 16,-49-15-16,0 0 0,0 0 15</inkml:trace>
  <inkml:trace contextRef="#ctx0" brushRef="#br0" timeOffset="15092.15">21248 9065 0,'0'0'0,"0"0"0,0 0 0,0 0 0,0 0 0,0 7 0,0 7 0,0 4 16,0 2-16,0 3 0,0-2 15,0-3-15,0 0 0,0 0 16,0-6-16,5 1 15,0-3-15,6 4 0,-2-7 16,4-4-16,-2-1 16,-1-4-16,0-1 0,-2 1 15,1-3-15,3-6 16,-4 1-16,-3 0 16,-2-6-16,-3 0 0,0 1 15,0 3-15,-3-4 16,1 0-16,-4 7 0,-4-2 15,-6 1-15,3-1 16,-2 7-16,-1-1 16,1 5-16,0 0 0,-3 2 15,18-2-15,0 0 0,0 0 16</inkml:trace>
  <inkml:trace contextRef="#ctx0" brushRef="#br0" timeOffset="15724.211">21590 9038 0,'5'0'16,"0"0"-16,1 0 15,-2 0-15,-2 0 0,4 11 16,1 3-16,-2 3 0,1-1 15,1 1-15,-1 7 16,1-1-16,0-5 16,2-3-16,-4-7 0,0-1 15,0 5-15,2-3 16,6 2-16,-3-4 0,-2-3 16,0 0-16,-3-2 15,0-2-15,-3-6 0,1 2 16,3-3-16,0-4 0,4-5 15,-5 2-15,2-4 16,-2 2-16,1 2 16,-5 3-16,5 0 0,-1 1 15,-2 4-15,-3 1 16,1 4-16,3 1 0,-4 1 16,5 3-16,2 3 15,4 3-15,-4 3 0,2-4 16,-2 5-16,1-1 15,1 2-15,1-1 0,-10-14 16,0 0-16,0 0 16,15 11-16,-15-11 0,0 0 15,0 0-15,19 10 16,-19-10-16,0 0 0,20 0 16,-20 0-16,0 0 15,27-10-15,-27 10 16,0 0-16,23-30 0,-23 30 15,0 0-15,0 0 0,16-41 16,-16 41 0,0 0-16,0 0 0,10-59 15,-10 2-15,0 57 0,0 0 16,0 0 0</inkml:trace>
  <inkml:trace contextRef="#ctx0" brushRef="#br0" timeOffset="16463.497">21056 9257 0,'0'0'0,"0"0"0,5 0 0,-3 0 0,3 0 0,0 0 0,-5 0 0,3 0 0,-3 0 16,0 0-16,0 0 16,0 0-16,0 0 15,4 0-15,0 6 0,1-1 0,2 1 16,-4-4-16,-1 3 0,-4 0 15,2-3-15,0 3 16,0 1-16,-3-1 0,-4-2 16,-6 4-16,0-1 15,1-2-15,-1 1 0,3 0 16,-1 0-16,1-2 16,0-1-16,-1-2 0,0-2 15,0 2-15,0-5 16,1-1-16,-1 1 0,0 1 15,2-2-15,-4 4 16,0-2-16,0-2 0,0 3 16,-9 3-16,22 0 15,0 0-15,0 0 0</inkml:trace>
  <inkml:trace contextRef="#ctx0" brushRef="#br0" timeOffset="33110.975">19796 10467 0,'5'20'0,"-5"4"0,2-3 0,1-4 0,2-1 0,3-1 0,5-2 0,5-5 0,2-3 0,-5-5 0,3 0 0,2-3 15,1-1-15,-2-8 16,1 1-16,-2 0 0,0-5 16,-2 4-16,-4-4 15,-2-2-15,1-3 0,-6 4 16,-3-2-16,-2 5 16,0-5-16,-5 1 0,-3 3 15,-5 2-15,-1 0 16,-2 6-16,-5-2 15,4 2-15,-6 2 0,-1 3 16,3-1-16,-2 6 0,3-1 16,2 3-16,2 2 15,2 2-15,-1 0 0,9-2 16,6-7-16,0 0 16,0 0-16</inkml:trace>
  <inkml:trace contextRef="#ctx0" brushRef="#br0" timeOffset="33536.708">20196 10326 0,'10'0'0,"8"-2"0,0 2 16,-2 2-16,-4 3 0,4 7 15,-4-4-15,0 4 0,1 7 16,-4-1-16,-4 3 16,-5-4-16,0 4 0,0 0 15,-2-2-15,-1-1 16,0-3-16,0-3 15,3 1-15,-3-3 0,-1-1 16,1-3-16,-3-6 0,2-2 16,1-4-16,1-3 15,2-2-15,2-5 0,5-4 16,2 1-16,1-8 16,4 6-16,-2-1 0,3 0 15,1 2-15,-1 0 16,-7 0-16,-8 20 0,0 0 15,0 0-15</inkml:trace>
  <inkml:trace contextRef="#ctx0" brushRef="#br0" timeOffset="33716.784">20604 10347 0,'0'4'0,"0"7"0,5 3 0,-3 10 16,3 2-16,1-1 15,-3 0-15,4-1 0,-2 4 16,-2-5-16,-2-2 16,3-9-16,-4 0 0,0-12 15,0 0-15,0 0 16</inkml:trace>
  <inkml:trace contextRef="#ctx0" brushRef="#br0" timeOffset="33851.509">20630 10300 0,'0'-7'0,"0"-2"16,0 1-16,5-5 0,-3 1 15,2-4-15,-4 16 0,0 0 16,0 0-16</inkml:trace>
  <inkml:trace contextRef="#ctx0" brushRef="#br0" timeOffset="34513.505">21071 10343 0,'0'-10'0,"0"3"0,0-4 15,0 2-15,-8 2 16,-2-2-16,0 3 0,-5 6 15,-4 3-15,-9 3 16,3 7-16,1 5 16,8 2-16,4 3 0,1-6 15,4 2-15,2-4 0,5 1 16,5-1 0,0-2-16,3-3 0,2-2 0,2-1 15,4-1-15,0-6 16,5 0-16,0-6 0,-2 1 15,0-5-15,-1 0 16,-6-3-16,1 1 16,-2-4-16,-2 2 0,-1 0 15,-3 3-15,1 3 16,-4 1-16,1 2 16,-1-1-1,-4 6-15,-1 0 0,1 3 0,2 5 0,-3 5 16,-3 2-16,4 5 0,2 8 31,-3-2-31,6 8 16,-1 0-16,-2-34 0,9 37 15,-9-37-15,7 47 16,-7-47-16,10 65 0,-10-65 16,0 0-1,2 71-15,-4-2 0,-5-13 16,-1-12-16,3-12 15,-3-14-15,-2-1 0,-6-9 16,4-3-16,-3-2 16,15-3-16,0 0 0,-16-8 15,16 8-15,0 0 16,-12-21-16,12 21 0,-9-31 16,9-12-16,9-3 15,-9 46-15,0 0 0,0 0 16</inkml:trace>
  <inkml:trace contextRef="#ctx0" brushRef="#br0" timeOffset="34737.831">21266 10226 0,'0'0'0,"0"0"0,0 0 0,0 0 0,0 3 0,0 9 0,0 1 0,5 9 0,-2 2 0,1 9 15,2-3-15,-6 2 16,2-1-16,-4-6 0,-1-2 16,-2-7-16,-2-3 15,-1-5-15,3-2 0,5-6 16,0 0-16,0 0 16</inkml:trace>
  <inkml:trace contextRef="#ctx0" brushRef="#br0" timeOffset="34862.983">21179 10193 0,'0'-9'0,"0"-1"15,0-3-15,0-2 0,5 1 16,-1 0-16,-4 14 0,0 0 16,0 0-16</inkml:trace>
  <inkml:trace contextRef="#ctx0" brushRef="#br0" timeOffset="35257.634">21474 10143 0,'8'15'15,"-1"6"-15,8 7 0,-4-2 16,1 0-16,-3-3 0,4 6 16,-5-3-16,-3-1 15,-1-3-15,1 5 16,1-6-16,-6-4 0,3-1 15,-3-5-15,0-3 16,2-2-16,1-1 0,-1-7 16,3-4-16,3-5 15,2 0-15,0-3 0,3-3 16,0-2-16,-2-1 16,1-1-16,1 3 15,-1 0-15,6 4 0,-2 1 16,1 2-16,-2 4 0,-3 1 15,-12 6 1,0 0-16,0 0 0,12 8 16,-12-8-16,14 18 0,-14-18 15,0 0-15,7 34 0,-7-34 16,0 40-16,-18 5 16,18-45-16,0 0 15,0 0-15</inkml:trace>
  <inkml:trace contextRef="#ctx0" brushRef="#br0" timeOffset="37547.619">21582 10276 0,'0'24'0,"0"5"0,0-4 0,0-3 0,0 1 0,0-7 0,0 6 0,0-5 0,0 1 0,0-6 0,-2 3 0,-1-3 0,-3-2 16,4-3-16,2-3 0,-3-2 15,1-4-15,0-4 16,2 4-16,-3-4 0,3 6 15,0 0-15,0 0 0</inkml:trace>
  <inkml:trace contextRef="#ctx0" brushRef="#br0" timeOffset="37942.441">21549 10384 0,'0'-4'0,"5"-2"16,-2 3-16,2-1 15,-1 0-15,-4-3 0,3 2 16,-3 1-16,0-5 15,0 0-15,0-2 16,0 0-16,0 3 0,0-9 0,0 4 16,6 3-16,-1-3 0,5-2 15,-4 5 1,0 4-16,2 2 0,0-2 0,4 1 16,4-2-16,-1-2 15,1-1-15,-1 3 16,3 3-16,-3 2 15,3-1 1,1 3-16,-4 5 16,-2 3-16,2 3 0,-2 1 15,-3 1-15,0 1 0,-2 4 16,0 2 0,-3 3-16,-2 1 0,2-1 0,-3 2 15,-2 1-15,0 0 16,0-6-16,0 3 15,-5-5-15,-2 2 16,7-20-16,0 0 0,0 0 16</inkml:trace>
  <inkml:trace contextRef="#ctx0" brushRef="#br0" timeOffset="45121.794">20133 11186 0,'-25'4'0,"5"5"0,2-1 0,2 4 0,9 1 0,0 1 0,4-3 0,-3 3 0,6 1 0,6-2 0,-1 0 0,0 0 0,2 2 0,1 2 0,5 2 16,2-3-16,-4-1 0,-2 0 0,-1 3 0,-3 0 0,2 0 0,-4-1 0,-3-1 0,0-16 0,0 0 16,0 0-16,-8 19 0,8-19 0,0 0 0,0 0 0,-15 15 0,15-15 0,0 0 15,0 0-15,-20 15 0,20-15 0,-25 8 16,25-8 0,0 0-16,0 0 0</inkml:trace>
  <inkml:trace contextRef="#ctx0" brushRef="#br0" timeOffset="45359.144">20374 11286 0,'5'0'0,"-1"0"0,-1 0 0,7 10 15,1 6-15,-1 4 16,-3 5-16,-3 2 0,0 3 15,-4 1-15,3 2 32,-3-2-32,-3-3 0,-1-3 0,0-3 0,2-7 31,-6 1-31,8-16 0,0 0 16,0 0-16</inkml:trace>
  <inkml:trace contextRef="#ctx0" brushRef="#br0" timeOffset="45535.594">20346 11156 0,'0'-11'16,"5"-2"-16,-3 0 0,3 3 15,2-1-15,-2 3 0,4 4 16,-9 4-16,0 0 15,0 0-15</inkml:trace>
  <inkml:trace contextRef="#ctx0" brushRef="#br0" timeOffset="45994.183">20641 11278 0,'0'8'16,"0"-1"-16,0-1 16,6-4-16,-2-4 0,1-1 15,4-1-15,1 1 16,4 3-16,-1-3 16,7 3-16,1-2 15,-2-4-15,1 1 0,-3 3 0,-1-1 16,-4 0-16,-1 6 15,-4 2-15,-4 0 16,-1 6-16,1-4 0,-3 4 16,-5 0-1,0 1-15,-6 4 0,1-2 16,0 2-16,-6 1 0,4 2 0,-4-1 16,4-1-16,-6 2 15,2-4-15,6 3 0,-1-2 16,4-1-16,2-5 15,5 3-15,5-2 16,0-2-16,4-4 0,2 1 16,8-1-16,1 0 0,-20-5 15,0 0-15,0 0 16,28 5-16,11-3 0,-39-2 16,0 0-16,0 0 0</inkml:trace>
  <inkml:trace contextRef="#ctx0" brushRef="#br0" timeOffset="46529.696">21137 11412 0,'7'0'0,"-2"0"0,5 0 0,0 0 15,3 0-15,-1 0 0,9 0 0,2 0 0,-3-5 0,-7 1 0,0 0 0,0-3 16,-2-1-16,3-3 16,-3-5-16,-5 5 0,1-3 15,-7 1-15,0 6 16,-3-4-16,-2 3 0,-3 1 15,0 5-15,-2-4 16,0 6-16,-3 0 0,-2 6 16,-6-1-16,0 5 15,4 0 1,-4 6-16,-2 2 0,1-1 0,-1 1 16,9 3-1,-2 0-15,7-1 0,2-2 0,3-3 16,4 1-1,4 0-15,3-1 16,2-2-16,4-3 0,8-2 0,0-2 31,5-1-31,2-3 0,-3-2 0,3 2 16,-2-4-16,-2 0 0,1-2 16,-9-1-16,-3 0 0,-8 5 15,-5 0-15,0 0 16,0 0-16</inkml:trace>
  <inkml:trace contextRef="#ctx0" brushRef="#br0" timeOffset="47616.07">19472 11887 0,'0'0'0,"0"0"0,0 0 0,0 0 0,0 0 0,0 0 15,0 0-15,0 0 0,0 0 0,0 0 0,-5 0 0,0 0 16,1 0-16,3 0 0,-2 0 15,3 0-15,0-3 16,3 3 0,-2 3-16,3 0 0,3 0 0,4-2 15,1 2-15,3 0 0,2-2 16,1 6 0,4-6-16,2 2 15,6 0-15,1-3 0,2 0 0,-33 0 16,38 3-16,-38-3 15,50 2-15,-50-2 0,71 0 16,9 0 0,-80 0-16,83 0 0,-83 0 15,88 0 1,29 2-16,-117-2 0,137 6 16,-137-6-16,143 0 15,-143 0-15,152 0 0,-152 0 16,152 0-16,-152 0 15,155 0-15,-155 0 0,146-3 16,-13 3-16,-133 0 0,124 0 16,-19 0-16,-105 0 15,103 0-15,-9 3 0,1-3 16,-5-3-16,-10 3 16,-13 3-16,-67-3 0,64 3 15,5-6-15,-69 3 16,78-3-16,-78 3 15,83-3-15,23-1 0,-4 4 16,-102 0-16,91 0 0,-91 0 16,0 0-16,0 0 15,92-3-15,-92 3 0,92-6 16,-92 6-16,88-8 16,-88 8-16,71-4 15,-71 4-15,0 0 0,0 0 16,60-4-16,-6 1 0,-54 3 15,0 0-15,58-6 16,-58 6-16,-58 6 16,178-17-16,-120 11 15,0 0-15,0 0 0,26-6 0,-8 5 16,-18 1-16,0 0 16,0 0-16</inkml:trace>
  <inkml:trace contextRef="#ctx0" brushRef="#br0" timeOffset="68842.685">19824 12541 0,'-11'3'0,"-4"5"0,-8 5 0,6 0 0,1 0 0,4-1 0,2 3 0,3-1 0,-1-2 0,1 8 0,1-6 15,-1 1 1,2 1-16,2 2 0,3-4 0,0 5 15,3-3 1,2-3-16,2 1 0,6-3 16,0 2-16,0-6 15,1-2-15,-1-3 0,2-2 16,3 0 0,2-2-16,-2-5 0,-1-4 15,-1 2-15,-1-3 16,-2-3-16,-3 1 15,3-1-15,-5-4 0,-2 3 16,-1-5-16,0 4 0,-3-1 0,2 0 16,-8-1-16,-1-1 15,-2 5-15,-1 3 0,-3-1 16,-2 0-16,3-1 16,-3 5-16,-2 1 0,-3-1 31,-2 8-31,4-2 0,2 6 0,0 1 0,1 6 15,0 1-15,4 0 32,-1-1-32,-2-2 0,2-6 0,10-2 0,0 0 15,0 0 1</inkml:trace>
  <inkml:trace contextRef="#ctx0" brushRef="#br0" timeOffset="69159.536">20078 12558 0,'0'0'0,"0"0"0,0 0 0,0 0 0,0 7 0,0 6 0,0 2 0,0 7 0,0 4 0,0 4 16,0-1-16,0-1 0,0 8 16,0-6-16,0 0 15,0 4-15,0-34 0,0 0 16,0 38-16,0-38 16,0 0-16,0 0 15,-8 36-15,8-36 0,-8 34 16,8-34-16,0 0 0,0 0 15</inkml:trace>
  <inkml:trace contextRef="#ctx0" brushRef="#br0" timeOffset="69491.697">20078 12552 0,'0'-5'0,"0"-3"16,5 1-16,0-7 0,8 4 16,2 5-16,6 2 0,0 1 15,-3 1-15,0 1 16,-1 1-16,4 4 0,-3 7 16,-1 1-16,-1-2 15,-7 5-15,2 5 0,-7 1 16,-4-5-1,-1 0-15,-4-5 0,-5 2 0,0 0 16,-6-3-16,-3-1 16,2 0-16,-1-1 15,3-2-15,-3 1 0,3-7 16,4-1-16,4 0 16,7 0-16,0 0 0,0 0 15</inkml:trace>
  <inkml:trace contextRef="#ctx0" brushRef="#br0" timeOffset="69856.075">20488 12671 0,'11'0'0,"4"0"16,0 0-16,-1-6 0,4 5 15,-1-8-15,1 1 0,-3-3 16,4 2-16,-2 0 15,-4 2-15,-5-4 0,-3 0 16,-3 0-16,-2-2 16,-5 3-16,0-1 0,-4 6 15,-2-2-15,-2 3 16,1 2-16,-6 4 16,-1 2-16,1 3 0,-2 1 15,-1 5-15,2 5 16,7 2-16,0 0 15,4 3-15,6 1 16,6 0-16,4-4 16,8-2-16,1 2 15,5-2-15,4-5 16,-1-8-16,-3-3 0,-22-2 0,0 0 16,0 0-16</inkml:trace>
  <inkml:trace contextRef="#ctx0" brushRef="#br0" timeOffset="70296.511">20810 12541 0,'0'0'0,"0"0"0,0 0 0,5 9 0,-3 3 16,3 4-16,0 6 16,-5 2-16,2-4 15,-2 1-15,0-3 0,0-1 16,0-1-16,6-5 0,-3-4 15,2-2-15,-3-3 16,1 1-16,-3-6 16,0-1-16,2-5 15,-2 0-15,4-7 16,8-2-16,0 1 0,-2-1 0,1 0 16,-1-3-1,2 6-15,-1-3 0,0 2 0,2 6 16,-3-1-16,-1 4 0,6 5 15,-3 2 1,-2 2 0,-2 3-16,2 3 0,-2 5 15,-3 3-15,-3 1 16,4-2-16,-6 5 0,2 2 16,-2 0-16,0 2 15,0-6-15,0-4 16,0 2-16,-2-7 0,-2-6 15,4-3-15,0 0 16,0 0-16</inkml:trace>
  <inkml:trace contextRef="#ctx0" brushRef="#br0" timeOffset="70585.015">21349 12370 0,'0'0'0,"0"0"0,0 0 0,0 0 0,0 0 0,0 6 0,0 3 0,0 6 0,-3 11 16,-5 1-16,-7-2 0,11 3 16,-1 0-1,3 3-15,2-5 0,-4-2 16,10 2-16,2 1 0,5-6 15,-13-21-15,16 23 16,-16-23-16,0 0 0,23 15 16,15-5-16,-38-10 0,0 0 15,0 0-15</inkml:trace>
  <inkml:trace contextRef="#ctx0" brushRef="#br0" timeOffset="70810.172">21754 12357 0,'6'0'0,"1"0"0,10 0 15,4 0-15,-1 5 16,1 3-16,-5 5 0,-2 7 16,-4 3-16,-1 4 15,-4 3-15,-4 2 0,-5 8 16,4-40-16,-11 43 15,-8 14-15,19-57 0,0 0 16,0 0-16</inkml:trace>
  <inkml:trace contextRef="#ctx0" brushRef="#br0" timeOffset="71701.104">19960 13422 0,'-5'0'0,"3"0"0,2 0 0,-3 0 0,3 0 0,0 0 0,-2 0 0,-7 0 0,2 0 0,-9 0 0,3 0 0,-2 0 0,4 3 0,4 9 15,-3 6-15,-4 1 16,2 2-16,2-6 0,5-3 16,2 6-16,0 0 15,6 3-15,5 2 16,7-3-16,3 1 0,2-3 15,6-2-15,3-3 16,-1-9-16,3 3 0,-31-7 16,0 0-16,0 0 15</inkml:trace>
  <inkml:trace contextRef="#ctx0" brushRef="#br0" timeOffset="72030.272">20396 13153 0,'0'0'16,"0"0"-1,0 8 1,0 5-16,0 2 0,0 8 15,0 2-15,0 7 16,0 1-16,0 2 0,0 5 16,0-2-16,0-38 15,0 46-15,0-46 16,0 0-16,2 58 0,-2-58 16,0 0-16,0 0 15,9 65-15,-9-65 0,21 55 16,-21-55-16,0 0 15,0 0-15</inkml:trace>
  <inkml:trace contextRef="#ctx0" brushRef="#br0" timeOffset="72408.477">20637 13508 0,'0'0'15,"0"0"-15,0 0 0,0 0 16,0 0-16,0 2 15,0 10-15,0 6 0,0 0 16,0 8-16,0-2 16,0-1-16,0-7 15,4 1-15,0-4 0,4-3 16,2 0-16,5-4 16,1-6-16,2-2 0,-3-2 15,4-2-15,1-2 16,0-6-16,-5-4 0,-1-2 15,-4-1-15,-3 2 16,-4 3-16,-3-4 0,-6 4 16,-3-1-16,-4-1 15,-3 5-15,2 0 0,-7 6 16,-1 0-16,2 1 16,2 6-16,3 0 0,2 0 15,5 6-15,5-1 16,3-5-16,0 0 0,0 0 15</inkml:trace>
  <inkml:trace contextRef="#ctx0" brushRef="#br0" timeOffset="72723.054">21056 13422 0,'-3'0'0,"-3"0"0,-1 0 16,-5 0-16,-2 0 15,4 0-15,1 0 0,-2 3 16,6 9-16,1 4 16,4 0-16,4-2 0,-2-2 15,3-3-15,0 9 16,6-1-16,1-1 0,4 4 16,-3-4-16,-3 3 15,-2-1-15,-1 0 16,-4-3-16,-3 1 0,-3-6 15,-4 0-15,-3-2 16,-1 1-16,1-5 0,3-1 16,1-6-16,3-4 0,1-3 15,2 10-15,0 0 16,0 0-16</inkml:trace>
  <inkml:trace contextRef="#ctx0" brushRef="#br0" timeOffset="73051.511">21151 13640 0,'0'0'16,"8"0"-16,-1 0 15,4 0-15,-6 0 0,0 0 16,2 0-16,7 0 0,0 0 16,5-4-16,-2 1 15,6-2-15,1-2 0,-7 1 16,-1-7-16,-8 2 16,-1-1-16,2 5 0,-4-4 15,-3-3-15,1 3 16,-3-3-16,-3 7 15,-2 0-15,-6 1 0,1 1 16,-3 3-16,-3 4 16,4 1-16,-1 1 0,0 7 15,6 2-15,-1 5 16,-2-3-16,5 3 16,5 0-16,0 0 0,7 0 15,6 0-15,2-3 16,4-2-16,0-5 0,5-5 15,2-9-15,-26 6 16,0 0-16,0 0 0</inkml:trace>
  <inkml:trace contextRef="#ctx0" brushRef="#br0" timeOffset="73333.371">21707 13366 0,'5'-5'0,"-5"5"0,3-3 16,-6 3-16,-2 0 16,-6 6-16,2 4 0,1 7 15,-4 7-15,1-2 16,1 2-16,3-2 16,1 3-16,3 3 0,0 2 15,6-1-15,3-2 16,-6-27-16,0 0 0,13 29 15,-13-29-15,20 26 16,5-2-16,3-14 0,-28-10 16,0 0-16,0 0 15</inkml:trace>
  <inkml:trace contextRef="#ctx0" brushRef="#br0" timeOffset="73569.72">22042 13253 0,'0'0'0,"4"5"0,4 3 15,8 0-15,1 5 16,-4 4-16,2 4 0,-7 5 16,2 2-16,-5 8 15,-2 0-15,-3-36 0,-5 40 16,5-40-16,-9 52 15,-8 20-15,-8-8 0,-9-7 16,1-6-16,33-51 16,0 0-16,0 0 0</inkml:trace>
  <inkml:trace contextRef="#ctx0" brushRef="#br0" timeOffset="77978.037">20035 14297 0,'2'37'0,"3"-5"0,0 0 0,-5-1 0,2-5 0,-4-5 0,0-8 0,-3-4 0,2-2 0,1-1 0,2-3 0,0-3 0,0 2 16,2-4-16,1-7 0,-1 0 15,3-7-15,2 1 16,1 0 0,3-2-16,-4-5 15,3 2-15,3 1 0,0 5 16,4-3-16,-5 5 16,1 1-16,0 2 0,-4 7 15,2-2-15,4 4 0,3 8 0,2 3 16,-4 4-1,-4 0-15,-1 5 16,2 1-16,-6 4 0,-3-3 16,-4-22-16,0 0 15,0 0-15,7 25 16,-7-25-16,0 0 16,0 0-16,5 21 0,-5-21 15,0 0-15,10 16 16,-10-16-16,0 0 0,14-4 15,-14 4-15,17-18 16,-17 18-16,0 0 0,0 0 16,26-25-16,-26 25 15,0 0-15,0 0 16,31-26-16,-31 26 0,0 0 16,0 0-16,33-18 15,-33 18-15,0 0 0,31-2 16,-31 2-16,0 0 15,18 14-15,-18-14 0,0 0 16,0 0-16,15 32 16,-2 4-16,3 0 0,0-16 15,-4-6-15,0-13 16,-12-1-16,0 0 0,0 0 16</inkml:trace>
  <inkml:trace contextRef="#ctx0" brushRef="#br0" timeOffset="78332.166">20843 14311 0,'5'3'0,"-5"1"0,2 0 0,-2-3 0,0 3 0,0 0 15,0 4-15,0 8 16,-5 3-16,-1 9 0,5-1 16,-2 3-16,0 0 15,3-5-15,-3-5 0,3-2 16,6-5-16,9-1 15,-5-6-15,3-3 16,2-6-16,4-3 0,-2-3 16,2-1-16,-2-8 0,-2-2 15,0-4-15,-3-2 16,-7 6-16,-5-7 16,-3 6-16,-4-1 0,-4 4 15,-4 6-15,-3 1 16,-5 3-16,2 0 0,-2 7 15,3 1-15,-1 1 16,3 7-16,6 0 16,4-3-16,2 1 0,6-6 15,0 0-15,0 0 0</inkml:trace>
  <inkml:trace contextRef="#ctx0" brushRef="#br0" timeOffset="78641.117">21087 14307 0,'7'0'15,"-5"0"-15,1 4 0,2 1 16,0 1-16,3 3 16,0 7-16,-1 2 0,-2 3 15,-3 2-15,-2 1 16,5-5-16,-5 1 16,0-1-16,0-5 0,0-3 15,2-5-15,1-1 16,-1-5-16,-2 0 0,3 0 15,2-7-15,2-4 16,2 0-16,0-4 0,1-2 16,1-2-16,4-1 15,-3 0 1,-1-1-16,-3 1 0,2 6 0,-2-1 16,1 1-16,-1-2 0,-8 16 15,0 0-15,0 0 16</inkml:trace>
  <inkml:trace contextRef="#ctx0" brushRef="#br0" timeOffset="78977.637">21402 14414 0,'8'2'0,"-4"4"0,8-5 16,-5 3-16,5-2 0,2-2 15,2-2-15,0-3 16,2-6-16,-2 2 15,-6-4-15,1-2 0,-3 0 0,-3 6 16,-2-4-16,-3 5 16,0 1-16,-3-1 15,-2 3-15,-3 3 0,-3 4 16,1 3-16,0 4 16,-1 5-16,1 1 0,0 3 15,0 1-15,0-1 16,6 2-1,3-3-15,2 4 0,10 0 0,2 2 16,5-5-16,5-4 0,1-6 16,4-2-16,5-9 15,-33 3-15,0 0 0,0 0 16</inkml:trace>
  <inkml:trace contextRef="#ctx0" brushRef="#br0" timeOffset="79201.545">21915 14246 0,'-2'0'0,"-4"0"16,4 0-16,-3 0 15,0 0-15,-4 0 0,2 11 16,-2 9-16,6 6 16,-5 5-16,1-7 0,-5-2 15,10 1-15,2 1 16,8 1-1,3 3-15,2-3 0,7 0 0,0-8 16,3-3-16,-23-14 16,0 0-1,0 0-15</inkml:trace>
  <inkml:trace contextRef="#ctx0" brushRef="#br0" timeOffset="79439.289">22206 14208 0,'0'2'0,"7"4"0,4-3 16,4 0-16,1 4 15,1 5-15,-1 9 0,-4 0 16,-3-1-16,3 6 16,-8 0-16,2 2 15,-9 3-15,-2 2 0,5-33 16,-14 36-16,14-36 0,-24 39 15,24-39-15,0 0 16,0 0-16</inkml:trace>
  <inkml:trace contextRef="#ctx0" brushRef="#br0" timeOffset="80333.237">20171 15437 0,'5'-6'0,"-1"-2"0,-4-5 0,-2 5 15,-3-5-15,-2 1 0,-1-2 0,2 7 0,-9 3 0,-6 4 0,-3 4 16,5 3-16,-2 7 16,-5 0-16,1 7 15,0 3-15,2 1 0,2 3 16,2 4-16,6-5 16,6 5-16,2-2 0,5-30 15,0 0-15,5 31 16,5 1-16,8-4 0,0-8 15,3-4-15,0-12 16,-1-1-16,-2-10 0,5-7 16,-3-7-16,1-4 15,-3-5-15,-3-5 0,4-3 16,-7 0-16,-1-1 16,-3 1-16,-6 2 15,1 0-15,-3 1 0,0 1 16,-3 2-16,3 7 0,0 1 15,0 8-15,3 5 16,-3 0-16,0 3 0,2 3 16,-2 3-16,-2 2 15,-3 5-15,0 10 0,2 10 16,0 0-16,0 10 16,1 0-16,2 4 0,0 3 15,0 1-15,0 6 16,-3 0-16,1-6 0,-2-1 15,4-11-15,4-6 16,3-7-16,-1-5 0,-1-4 16,-5-9-16,0 0 15,0 0-15</inkml:trace>
  <inkml:trace contextRef="#ctx0" brushRef="#br0" timeOffset="80532.837">20291 15529 0,'0'7'0,"0"0"0,5 4 0,-3 4 0,3 17 0,-5-32 0,4 28 0,-1-10 0,-3-3 0,0 6 16,0-2-16,4 2 0,1-15 15,-1-12-15,-1-7 16,-3 13-16,0 0 0,0 0 15</inkml:trace>
  <inkml:trace contextRef="#ctx0" brushRef="#br0" timeOffset="80989.574">20332 15371 0,'0'9'16,"0"-2"-16,0-3 15,0 0-15,5-4 16,-2 2-16,5-2 0,2 0 15,8 2-15,10 14 16,-5 6-16,-6 0 0,-4-8 16,5-10-16,2-1 15,4-6-15,-5 3 0,-2 0 16,-7 3-16,1-1 16,-4 0-16,-1-2 0,-1-2 15,-3-3-15,-4 2 16,-6 2-16,0-3 0,1 4 15,-3-3-15,-1 3 16,1 3-16,-1 5 16,2-1-16,5 4 0,2-1 15,4-3-15,2 7 16,8-3-16,1 10 0,-3-6 16,-1-1-1,-2 1-15,-2-1 0,-3-1 16,-2-1-16,-2-5 0,-1 1 15,1 1-15,-5-8 0,-7 2 16,-1-6-16,4 2 16,3-8-16,1-3 15,7-3-15,-4 2 0,0-1 16,4 14-16,0 0 0,0 0 16</inkml:trace>
  <inkml:trace contextRef="#ctx0" brushRef="#br0" timeOffset="81468.151">20751 15448 0,'5'0'0,"1"8"0,3 2 0,-2 1 0,4-4 16,-4 8-16,2 7 0,-2-2 0,1 4 15,-3-2-15,-5 7 16,0 3-16,-3 3 0,3-35 16,0 0-16,-5 35 15,5-35-15,0 0 0,0 0 16,-5 41-16,5-41 15,0 0-15,0 0 0,-2 36 16,-1-15-16,1-16 16,-4-10-16,0-13 15,4-5-15,-3-5 0,3-1 16,-5-2-16,-2-2 0,3 5 16,5 0-16,-2 3 15,3-2-15,3 4 0,-2 2 16,3 1-16,4-1 15,2 1 1,-1 5-16,8 1 0,0 4 0,4 7 16,-3 1-16,2 7 0,-4 3 31,-2 8-31,-4 4 0,-1 3 16,-1 3-16,-3 0 15,-2-4-15,-9 0 0,-2-3 16,1 2-16,-4-3 0,-1-8 15,-2-2-15,-1-5 0,6-6 16,-2-5-16,3-4 16,6-8-16,-1-7 15,3 27-15,0 0 16,0 0-16</inkml:trace>
  <inkml:trace contextRef="#ctx0" brushRef="#br0" timeOffset="81690.633">21117 15156 0,'5'2'0,"-1"3"0,0-2 0,0 2 0,1 3 0,2 10 0,-4 8 0,-1 5 0,1 1 16,-3 6-16,0 1 16,0 6-16,0-45 0,0 0 15,0 53-15,0-53 16,0 0-16,0 0 15,-3 57-15,3-57 0,3 56 16,-3-56-16,0 0 16,0 0-16</inkml:trace>
  <inkml:trace contextRef="#ctx0" brushRef="#br0" timeOffset="82164.701">21464 15546 0,'0'-5'0,"0"0"16,0-5-16,0-4 0,0-3 16,0 4-16,0 4 0,-5-1 15,-3 6-15,-3-1 16,-6 7-16,-1 1 16,-3 7-16,4 3 15,-1 2-15,-1 6 0,3-3 16,4 5-16,3-2 0,5 0 15,-1-6-15,5 0 16,2-2-16,3-5 0,4-6 16,-1 0-16,6-2 15,3-8-15,0-1 0,-1-7 16,-4 1-16,-1-4 16,1 3-16,2-5 0,-5 0 15,1 6-15,-5 1 16,1 3-16,-1 4 15,-2 0-15,-2 3 0,-1 0 16,4 4-16,-2 4 16,1 5-16,-1 6 15,-2 4-15,0 1 0,0 2 16,0 0-16,3 0 16,1 5-16,2-8 0,1-1 15,1-7-15,6-5 0,-2-9 16,-1-3-16,4-6 15,-15 12-15,0 0 0,0 0 16</inkml:trace>
  <inkml:trace contextRef="#ctx0" brushRef="#br0" timeOffset="82677.953">21643 15521 0,'6'0'0,"-6"5"0,2 0 0,-2 0 0,0 7 0,0 13 0,0-3 0,0-5 16,0-3-16,0-1 15,5-4-15,0 2 16,6-8-16,-1 0 0,4-6 16,2 0-16,3-4 15,-5-4-15,1-1 16,0-7-16,-3 4 0,4 0 16,-1 0-1,-5 2-15,-2 2 0,-4 3 0,2 4 16,0-2-16,-4 6 15,1-2-15,-3 4 0,0 4 16,0 2-16,0 13 0,0 1 16,0 6-1,2 5-15,-2 3 16,0-36-16,0 46 0,0-46 0,0 61 16,0-61-16,0 0 15,-5 71-15,5-71 0,0 0 31,-11 72-31,-1-9 0,12-63 0,0 0 0,0 0 16,-18 47-16,18-47 16,0 0-1,-23 19-15,23-19 0,0 0 0,-18-2 16,18 2 0,0 0-16,-8-17 15,11-9-15,7-5 0,6 0 16,6 5-16,1 1 0,-23 25 15,32-30-15,-32 30 16,0 0-16,0 0 0</inkml:trace>
  <inkml:trace contextRef="#ctx0" brushRef="#br0" timeOffset="82973.222">22234 15377 0,'0'0'0,"0"0"0,0 0 0,0 0 0,0 0 0,0 0 0,-5 5 0,-5 4 0,4 8 16,-1 4-16,2 4 0,-3-2 16,0 5-16,3-2 15,2 5-15,3-4 0,0 7 16,0-3-16,3-5 15,-3-26-15,0 0 0,7 22 16,-7-22-16,0 0 16,19 19-16,10-11 15,-29-8-15,0 0 0,0 0 0</inkml:trace>
  <inkml:trace contextRef="#ctx0" brushRef="#br0" timeOffset="83228.972">22546 15277 0,'3'9'0,"4"0"16,4-2-16,0 1 16,-1 5-1,0 5-15,0 0 0,0 3 0,-1 1 16,-4 7-16,0 3 15,-3 2-15,-2-34 0,0 40 16,0-40-16,-11 47 16,-6 13-16,17-60 0,-29 61 15,29-61-15,-46 63 0,46-63 16,0 0-16,0 0 16</inkml:trace>
  <inkml:trace contextRef="#ctx0" brushRef="#br0" timeOffset="118786.237">17275 15521 0,'-49'-5'0,"-1"1"0,-4 0 0,54 4 0,-67-6 0,67 6 0,-92-3 0,-32-7 0,124 10 0,-133-9 0,133 9 0,-160-11 0,160 11 15,0 0-15,0 0 16</inkml:trace>
  <inkml:trace contextRef="#ctx0" brushRef="#br0" timeOffset="119685.218">5555 16981 0,'-7'9'0,"1"-1"0,-3-7 0,-5 2 0,-10 0 0,-3-2 0,0 2 0,-4 6 0,-1-1 0,2-1 0,30-7 0,-34 10 0,34-10 0,-47 11 15,-21-1-15,-13 2 0,5 2 16,-1-5-16,-4 4 16,-5-2-16,-27 1 0,-15 1 15,7 1-15,7 0 0,114-14 16,-114 19-1,0-6-15,114-13 0,-130 10 16,130-10-16,0 0 16,0 0-16</inkml:trace>
  <inkml:trace contextRef="#ctx0" brushRef="#br0" timeOffset="120685.985">11278 17287 0,'0'0'0,"-5"0"0,2 0 0,6 0 0,-1 0 0,-2 0 0,3 0 0,-3 0 0,0 0 0,0 0 0,-8 0 0,-4 0 15,-4 0-15,-7 0 0,-5 5 0,-6 1 16,-4 0-16,-3-5 16,5 5-16,36-6 0,-42 0 15,42 0-15,-45 1 16,-28 2-16,0 0 0,-5 0 16,4-3-1,-3 0-15,0 0 0,77 0 16,-82 2-16,82-2 15,-91 0-15,-33-5 0,124 5 16,0 0-16,0 0 0</inkml:trace>
  <inkml:trace contextRef="#ctx0" brushRef="#br0" timeOffset="155153.997">10320 13993 0,'-30'0'0,"-6"0"0,4 0 0,-6 0 0,-2 0 0,-4 4 0,44-4 0,-56 6 0,-14-3 0,-7 1 0,-2 5 16,79-9-16,-84 12 0,-14 3 16,-5 1-16,1-4 0,-9-1 0,-2-3 15,-1 0-15,2 1 0,-6 2 32,-5-1-32,5-2 0,-6-1 15,-12-1-15,-28-1 0,164-5 0,0 0 16,0 0-16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3:41:50.349"/>
    </inkml:context>
    <inkml:brush xml:id="br0">
      <inkml:brushProperty name="width" value="0.05292" units="cm"/>
      <inkml:brushProperty name="height" value="0.05292" units="cm"/>
      <inkml:brushProperty name="color" value="#FF0000"/>
    </inkml:brush>
  </inkml:definitions>
  <inkml:trace contextRef="#ctx0" brushRef="#br0">26331 6328 0,'-47'3'0,"6"2"0,-3 0 0,-3 1 0,-7 1 0,54-7 0,-70 5 0,-14 2 0,-20-2 0,6 1 0,11 1 0,-1 3 0,-2-4 0,-5-3 0,1 1 16,-4 0-16,-2 2 0,-13 0 15,-15 2-15,-3-3 16,-6 0-16,-14 1 16,151-6-16,0 0 0,0 0 15</inkml:trace>
  <inkml:trace contextRef="#ctx0" brushRef="#br0" timeOffset="15840.713">6468 8001 0,'38'0'0,"5"0"0,3 0 0,1 0 0,-47 0 0,54 0 0,-54 0 0,71 0 0,5 0 0,1 0 0,-2 5 0,-75-5 0,79 9 15,0-5-15,2 2 0,-3-1 16,5-3-16,2 1 15,20 3-15,8-4 0,3 1 16,-5 0-16,6-3 16,-1 0-16,5-3 15,4 0-15,2 1 0,7 2 16,11-6-16,6 3 0,1 1 16,0-3-16,-4 2 15,3 0-15,-1 1 0,2-4 16,-152 6-16,0 0 15,0 0 1</inkml:trace>
  <inkml:trace contextRef="#ctx0" brushRef="#br0" timeOffset="32351.816">26925 9444 0,'-34'-4'0,"1"4"0,-8-3 0,-3 3 0,-3 0 0,47 0 0,-50-2 0,-11-7 0,61 9 0,-80-6 0,3 0 0,5 4 16,-3 0-16,-6-1 0,-4-3 0,-23 4 0,-10 2 0,-3 0 0,-1 2 0,-4-2 15,-4 0-15,2-2 16,-5-3-16,133 5 15,0 0 1,0 0-16</inkml:trace>
  <inkml:trace contextRef="#ctx0" brushRef="#br0" timeOffset="42120.058">16064 10882 0,'39'-4'0,"-6"-2"0,0 3 0,3 3 0,2-1 0,2 1 0,-40 0 0,45 0 0,-45 0 0,62 0 0,10 4 0,3 4 0,-75-8 0,84 6 15,14 9-15,1-7 16,-6 2-16,-3-10 0,8 3 15,-2 5-15,6-5 16,-8 4-16,3-4 0,6 3 16,8-1-1,7 3-15,-1 2 0,-1-2 16,5 1-16,4-2 0,9-2 16,12 0-16,6 1 15,-9-4-15,1 1 0,-3-1 16,3-2-16,5 0 0,3 5 15,2 1-15,-1 1 16,1-1-16,5-4 0,11-4 16,-3-1-16,-4 0 15,6-2-15,6 3 0,-5-4 16,-6 1-16,3 3 16,0-1-16,-6 1 0,-7-4 15,-9 3-15,-3 6 16,2-3-16,-4 0 0,-3-3 15,-3 3-15,-3 6 16,-44-6-16,68 3 0,-155-3 16,0 0-16,0 0 15</inkml:trace>
  <inkml:trace contextRef="#ctx0" brushRef="#br0" timeOffset="49406.786">8455 12727 0,'3'-13'0,"-6"-3"0,-3 1 0,4 0 0,2 5 0,-5-4 0,-2 6 0,-7 0 0,2 4 0,3 1 0,0 0 0,-4-1 0,-3-4 0,-2 0 0,2 1 16,-2-1-16,-4 3 0,-1-1 15,0-1-15,1 4 16,22 3-16,0 0 0,-29-2 16,29 2-16,-39-2 15,39 2-15,0 0 16,0 0-16,-52-3 0,-13 0 0,-1 3 16,11 6-1,5-4-15,50-2 0,0 0 0,-50 8 16,50-8-16,-58 10 15,3 3-15,3 2 16,6 0-16,8 0 0,10-1 16,28-14-16,-29 15 15,29-15-15,-31 18 16,31-18-16,-32 26 0,-2 2 16,34-28-16,-37 35 0,37-35 15,0 0-15,-35 40 16,35-40-1,0 0-15,-37 46 0,37-46 16,-28 54-16,3-2 0,8-7 0,1-1 16,8-6-1,4-7-15,1 0 16,3-31-16,-3 34 0,3-5 16,0-29-16,6 37 0,-6-37 0,0 0 15,6 38-15,-6-38 16,10 46-16,-10-46 15,0 0-15,21 63 16,-21-63-16,0 0 0,28 61 16,-28-61-16,31 64 15,-31-64-15,0 0 16,35 62-16,-35-62 0,0 0 16,43 59-16,-43-59 15,48 57-15,-48-57 0,0 0 16,54 54-16,-54-54 15,0 0 1,58 45-16,-58-45 0,63 47 0,-2-11 16,-6-5-16,-10-8 0,-4-5 15,-4-3 1,-4-4-16,-3-4 0,-30-7 16,0 0-16,36 5 15,-36-5-15,0 0 16,0 0-16,50 6 0,-50-6 0,0 0 15,0 0-15,73-4 16,4 2-16,-7-8 16,-16-1-16,-6 1 0,-4-3 15,-8 3-15,-36 10 0,0 0 16,34-13 0,-34 13-16,0 0 0,38-18 0,-38 18 15,44-27-15,6-7 16,-3 3-16,-11 3 0,-9 2 15,-3 3-15,-4 4 32,-20 19-32,0 0 0,22-25 0,-22 25 0,21-28 15,-21 28-15,0 0 16,30-38-16,-30 38 0,0 0 16,0 0-16,30-54 15,-2-4 1,-7 8-16,-4 6 0,-3 8 0,-4 8 15,-5 0 1,-5 28-16,0 0 0,2-29 0,-2 29 16,0 0-16,0-35 0,0 35 31,0 0-31,0 0 0,0-47 0,0 47 16,0 0-1,0 0-15,-7-61 16,7 61-16,-13-61 0,0 2 15,-2 12-15,-1 6 16,2 4-16,-2 12 16,-2 2-16,5 0 0,0 2 15,6 3-15,-5 1 16,0-1-16,-4 0 16,-4 4-16,3 2 0,-1-1 15,6-1-15,-7 3 16,1 0-16,0 1 0,0 1 15,0 2-15,3-1 16,1 3-16,-2-2 0,-4 2 16,0-1-16,2 0 15,0 5-15,3-2 0,-2-2 16,-1-1-16,-4 4 16,3-3-16,3 3 0,-3 0 15,2 2-15,-2-3 16,-1 0-16,-3 3 0,3-2 15,0-1-15,2 1 16,18 2-16,-25 0 0,25 0 16,0 0-16,0 0 15,-30-4-15,-13 4 16,-19 9-16,62-9 0,0 0 0,0 0 0</inkml:trace>
  <inkml:trace contextRef="#ctx0" brushRef="#br0" timeOffset="51485.623">7388 14244 0,'0'26'0,"0"1"0,0 3 0,0-5 0,0 3 0,0 1 0,-4-4 0,0 6 0,8-3 0,-8 1 0,4-29 0,0 0 0,-8 30 0,8-30 16,0 0-16,0 0 16,-11 31-16,11-31 15,0 0 1,0 0-16,-9 31 0,9-31 0,-13 26 15,13-26-15,0 0 16,0 0-16</inkml:trace>
  <inkml:trace contextRef="#ctx0" brushRef="#br0" timeOffset="51777.905">7198 14677 0,'0'0'15,"0"0"-15,0 0 0,-5 0 16,0 0-16,3 6 0,-2 0 15,2-4-15,2 0 16,2 2-16,4-4 16,1 0-16,3 0 15,11 2 1,4 3-16,1 0 16,3 0-16,-2 3 15,-1-1-15,-1-1 0,-6-1 16,1 1-16,4-5 15,-1 2-15,-2 1 16,-4-3-16,0-1 0,-4 0 16,1-1-16,-8-3 15,4-3-15,-10 7 0,0 0 16,0 0-16</inkml:trace>
  <inkml:trace contextRef="#ctx0" brushRef="#br0" timeOffset="52336.904">7238 14074 0,'0'0'0,"0"0"0,0 0 0,0 6 0,0-1 0,0-1 0,0-2 0,5 0 0,1-2 16,9 0-16,6 0 0,4 0 15,4 0-15,-4 0 16,1 3-16,-2 2 16,-2 2-16,6 1 15,-5-3-15,-2 1 0,-4-6 16,4 2-16,1 0 15,-22-2-15,0 0 0,0 0 16</inkml:trace>
  <inkml:trace contextRef="#ctx0" brushRef="#br0" timeOffset="52934.841">7991 14327 0,'0'0'0,"0"0"0,5 0 15,-2 0-15,3 0 0,-2-5 16,-4-1-16,2-3 15,-2-1-15,0 6 16,0-4-16,-2 3 16,-13-3-16,-3 6 0,-7-2 15,-1 3-15,-1 1 0,4 5 16,10-3-16,4 6 16,0-5-16,7 4 0,0-1 15,2 1-15,0 1 16,0 3-16,4-2 15,5 1-15,2 4 0,5-3 16,6 3-16,-3-1 0,1 3 16,-1 2-16,-3 2 15,-1-1-15,-1 4 16,-6-7-16,1 3 0,-4-2 16,0 3-1,-2-1-15,0-1 16,-6-2-16,-5-3 0,-8 0 0,-1-6 15,1 1 1,-2-1-16,-6-4 0,4 0 0,2-3 16,-2-6-1,1 5-15,4-5 16,2-5-16,7 1 0,6-4 16,6-2-16,7-2 0,-13 18 15,0 0-15,0 0 0</inkml:trace>
  <inkml:trace contextRef="#ctx0" brushRef="#br0" timeOffset="53184.564">8222 14465 0,'4'12'0,"2"2"0,-4-2 0,-2 5 0,2 3 16,-2 2-16,0 7 0,0-4 0,0 6 0,0 2 0,0 1 0,0-2 15,0-2-15,0-30 0,0 0 16,0 0-16,-7 33 16,7-33-16,0 0 15,0 0-15,-7 31 0,3-16 16,0-15 0,4 0-16,0 0 0,0 0 15</inkml:trace>
  <inkml:trace contextRef="#ctx0" brushRef="#br0" timeOffset="53444.055">8236 14555 0,'0'-6'0,"0"1"0,0-5 16,0-8-16,6-2 0,-3-6 15,4 6-15,4 7 16,6-1-16,1 9 16,2 3-16,-4 4 0,-3 7 15,2-2-15,-5 3 16,2 1-16,-5 0 15,-4 3-15,0 4 0,-3 0 16,-3-1-16,-7-6 16,-3 3-1,-3-2-15,1 1 16,-4-5-16,-1-1 0,4-3 16,1-2-16,5-4 15,2-4-15,8 6 16,0 0-16,0 0 0</inkml:trace>
  <inkml:trace contextRef="#ctx0" brushRef="#br0" timeOffset="53801.309">8486 14527 0,'12'0'16,"1"0"-16,0 0 0,2 0 16,6 0-16,-3 0 15,1-5-15,-3 3 0,0-4 16,0-3-16,-2 2 15,-8-2-15,-4-8 16,-2 4-16,0-2 0,-2 4 16,-1 0-16,1 0 15,-3 7-15,0-1 0,-1 1 16,-6 4-16,-1 4 16,0-3-16,4 7 0,-4 3 15,3 0-15,2 0 16,2 4-16,3 3 15,1 1-15,7-1 0,1 2 16,2-5-16,7 1 16,2-5-16,1-1 0,6-3 15,-1-7-15,2-4 16,-5-5-16,0-3 0,1-4 16,-21 16-16,0 0 15,0 0-15</inkml:trace>
  <inkml:trace contextRef="#ctx0" brushRef="#br0" timeOffset="54068.259">8937 14118 0,'-7'0'16,"-1"0"-16,4 0 15,1 11-15,3 4 0,-4 7 16,4 8-16,0-3 0,0 2 15,4 4-15,-4 0 16,3 7-16,-6-2 16,-1 3-16,4-41 0,-2 40 15,2-40-15,0 0 16,0 0-16,-5 43 0,5-43 16,0 0-16,0 0 0,-4 24 15,4-13 1,0-11-16,0 0 0,0 0 15</inkml:trace>
  <inkml:trace contextRef="#ctx0" brushRef="#br0" timeOffset="54334.897">9025 14129 0,'0'-11'16,"0"7"-16,5-2 15,-3 4-15,4 2 0,2-3 16,-4 3-16,4 5 15,-3 5-15,3 6 0,-3 12 16,1 3-16,-4 7 16,-2 1-16,2 0 0,-4 2 15,-3 0-15,5-41 16,0 0-16,-8 49 0,8-49 16,0 0-16,0 0 15,-8 51-15,8-51 0,0 0 16,0 50-16,0-50 15,0 0-15,0 0 0</inkml:trace>
  <inkml:trace contextRef="#ctx0" brushRef="#br0" timeOffset="54555.221">9256 14344 0,'0'8'16,"0"-1"-16,0-1 0,0-1 15,0 2-15,0 9 16,0 7-16,0 5 0,0 0 16,0-2-16,0-2 15,-5 1-15,-1-2 16,4-10-16,-1-7 0,1-12 16,2 6-16,0 0 15,0 0-15</inkml:trace>
  <inkml:trace contextRef="#ctx0" brushRef="#br0" timeOffset="54697.472">9307 14193 0,'0'0'0,"0"0"16,0 0-16,7 0 15,1 0-15,2 0 0,-10 0 16,0 0-16,0 0 15</inkml:trace>
  <inkml:trace contextRef="#ctx0" brushRef="#br0" timeOffset="55075.942">9458 14391 0,'-2'16'0,"-3"0"0,2 5 15,2 1-15,-3 1 0,4-9 16,0-1-16,0 4 0,0-6 15,0-3-15,0 1 16,-2-9-16,-4-3 16,2-6-16,1 0 0,6-4 15,4-9-15,6 3 16,-2-1-16,-1 4 16,2-1-16,3-2 0,-2 3 15,2 1-15,-2 2 16,5 5-16,-3 1 0,0 7 15,-3 4-15,-2 3 16,0 1-16,1 7 0,-6-1 16,0 1-16,-5 7 15,-3-4-15,-2 0 16,3 2-16,2 0 16,-2-3-16,2-6 0,2-3 15,-2-8-15,0 0 0,0 0 0</inkml:trace>
  <inkml:trace contextRef="#ctx0" brushRef="#br0" timeOffset="55677.992">10077 14352 0,'-3'0'0,"-1"0"0,2 0 16,-2 0-16,2 0 0,-6 0 15,-6 0-15,-8 7 0,1 6 16,3 4-16,-1-3 0,6-1 16,-3 0-16,3-2 15,3-1-15,6-1 0,-1 4 16,10-2-16,-1-1 16,3 0-16,5-2 15,2-3-15,1 1 0,0-4 16,0-2-16,4 0 15,-4-2-15,-1 0 0,-7-4 16,3 6-16,-2-3 16,1 3-16,-5 0 0,-2 3 15,1-3-15,-3 0 16,2 0-16,-2 0 0,4 2 16,-4 6-1,0 2-15,-6 5 0,-3 6 0,0 0 16,-2 4-16,11-25 15,-12 31 1,12-31-16,-16 42 0,16-42 16,0 0-1,-25 54-15,25-54 0,-24 56 16,2-8-16,0-12 0,8-10 16,-2-8-16,1-2 15,6-9-15,0-1 16,9-6-16,0 0 15,-7-2-15,7 2 0,0 0 16,0 0-16,-6-17 16,6 17-16,3-22 0,-3 22 15,16-32-15,11 4 16,3 0-16,1 3 16,0 2-16,-31 23 0,0 0 15,0 0-15</inkml:trace>
  <inkml:trace contextRef="#ctx0" brushRef="#br0" timeOffset="74353.264">2669 15099 0,'10'23'0,"-8"5"0,-2-1 0,-2 4 0,-2 4 0,2 4 0,2-39 0,-7 47 0,7-47 16,-12 62-16,12-62 0,-12 72 0,-4 2 0,16-74 0,0 0 16,-10 75-16,10-75 15,0 0-15,0 0 0,-7 68 16,7-68-16,-2 51 15,2-20-15,4-20 0,-4-11 16,0 0-16,0 0 16</inkml:trace>
  <inkml:trace contextRef="#ctx0" brushRef="#br0" timeOffset="74690.697">2640 15356 0,'0'-20'0,"0"-6"16,0-2-16,0 0 0,0 3 15,0 0-15,0 5 16,8-1-16,-2-5 0,9 4 16,-1 0-16,4 8 15,3 3-15,0 4 0,-1 7 16,3 0-16,-3 7 16,1 4-16,-3 1 0,3 6 15,-5 3-15,-6 3 16,-4 4-16,-1 0 0,3-1 15,-8 2-15,-4-4 0,-3-1 16,-1-3-16,-8-1 16,1-5-16,-7-2 15,3-2-15,-1-7 0,-2-1 16,3-8-16,3-5 16,3-9-16,13 19 15,0 0-15,0 0 0</inkml:trace>
  <inkml:trace contextRef="#ctx0" brushRef="#br0" timeOffset="75128.099">3179 15129 0,'0'1'0,"0"2"0,0 0 15,7-3-15,5 0 16,2 0 0,2 0-16,1 1 0,3 8 0,2 3 15,-7 4-15,4-1 0,-4 6 16,-4-2-16,-2 4 16,-1 2-16,-6 3 15,-4 0-15,-4 2 16,-1-2-16,3-4 15,-6-2-15,7-3 0,-3-6 0,1-2 16,3-4-16,-3-5 16,-3-2-1,8-7-15,-2-2 16,2-8-16,0-6 0,2-5 0,6 0 16,4 0-16,0 0 0,6-2 15,-2 5-15,2 2 16,1-2-16,-1 0 15,3 6 1,2-5-16,-23 24 0,0 0 16,33-28-16,-33 28 0,0 0 0,0 0 15</inkml:trace>
  <inkml:trace contextRef="#ctx0" brushRef="#br0" timeOffset="75308.53">3706 15065 0,'0'19'0,"-5"6"15,1 7-15,2-7 0,-2-2 16,2-2-16,2 4 15,0 6-15,0 2 0,-3-2 16,-1 2-16,4-33 31,0 0-31,0 0 0,-6 28 16,3-7-16,-1-10 16,2-11-16,2-11 0,0 11 15,0 0-15,0 0 16</inkml:trace>
  <inkml:trace contextRef="#ctx0" brushRef="#br0" timeOffset="75424.979">3700 15068 0,'0'0'0,"0"0"15,0-5-15,0-2 0,4-12 16,2 0-16,5-2 16,-3-4-16,-8 25 0,0 0 15,0 0-15</inkml:trace>
  <inkml:trace contextRef="#ctx0" brushRef="#br0" timeOffset="75820.337">3934 15169 0,'0'17'0,"0"9"0,0 3 16,0-7-16,0-1 16,0-3-16,0 1 0,0-4 15,0-5-15,0-4 16,0-2-16,0-4 0,0-4 15,0-7-15,0-6 16,0-2-16,6-2 0,0-2 16,6 3-16,0 0 15,1-2-15,1 5 16,5 1-16,-1 0 0,-1 2 16,0 3-1,5 2-15,-7 8 0,1 1 0,0 6 16,0 2-16,-2 0 0,-4 9 15,-4 0-15,-2 3 16,-4 4-16,0-2 0,-1 0 16,-2-2-16,-3-2 15,0 0-15,5-4 16,-2-5-16,3-4 0,0-7 16,4-6-16,6-4 15,-1-10-15,-9 22 0,0 0 16,0 0-16</inkml:trace>
  <inkml:trace contextRef="#ctx0" brushRef="#br0" timeOffset="76056.578">4546 14779 0,'0'3'0,"0"1"16,0 1-16,4 3 15,-2 0-15,3 5 0,1 4 16,-6 11-16,1 9 15,-2 4-15,-5 2 0,-3 0 16,0-1-16,9-42 16,-7 45-16,7-45 0,-13 53 15,13-53-15,0 0 16,0 0-16,-18 61 0,18-61 16,0 0-16,0 0 15</inkml:trace>
  <inkml:trace contextRef="#ctx0" brushRef="#br0" timeOffset="76217.73">4384 15130 0,'0'0'0,"0"6"15,10-1-15,-4-3 0,11 1 16,8-3-16,9-5 16,3 0-16,0-1 0,-4 1 15,-3-5-15,3 3 16,-7-2-16,-26 9 15,0 0-15,0 0 0</inkml:trace>
  <inkml:trace contextRef="#ctx0" brushRef="#br0" timeOffset="76989.609">5196 14754 0,'-8'4'0,"-2"0"0,1-1 0,-5 2 0,-3 4 0,-8 3 0,3 6 0,3 2 0,4 1 0,0 5 0,1 0 0,14-26 0,-11 33 0,11-33 0,-11 41 0,11-41 16,-2 53-16,2-53 0,2 75 15,9-2-15,9-9 16,2-14-16,6-11 15,-2-10-15,-14-14 0,-12-15 16,0 0-16,0 0 0</inkml:trace>
  <inkml:trace contextRef="#ctx0" brushRef="#br0" timeOffset="77249.989">5548 14754 0,'4'7'15,"6"4"-15,-4 0 16,-1 5-16,5 5 0,2 5 16,-6 4-16,-3-2 15,-3 8-15,-5 7 0,5-43 16,-11 60-16,-6 5 0,-6 1 15,-8 1 1,-6-9-16,-2-8 0,39-50 16,0 0-16,0 0 0</inkml:trace>
  <inkml:trace contextRef="#ctx0" brushRef="#br0" timeOffset="81624.451">3009 16062 0,'-22'17'0,"0"-3"0,5 4 0,1 0 0,4 1 0,4-2 0,3 1 0,1 0 0,8 3 0,4-3 0,4-2 0,6 7 0,6-6 0,-2 1 15,5-5-15,-2 0 0,0-3 16,3-5-16,0-4 16,-3-2-16,-1-4 15,1-2-15,-1-5 0,-1-1 16,-3-1-16,2-2 0,-5 1 16,-2-3-16,-6 6 15,0-5-15,1 7 16,-4 0-16,-3 3 15,-1-2-15,2 5 0,-2 1 16,0 3-16,-2 0 16,0 3-16,-2 1 15,2 10-15,-2-2 16,2-12-16,0 0 0,0 0 0,2 21 16,-2-21-1,0 0-15,7 25 0,-7-25 16,0 0-16,0 0 0,21 26 15,-21-26-15,0 0 16,31 13 0,-31-13-16,0 0 0,0 0 15,31-2-15,-31 2 0,0 0 0,22-19 16,-22 19-16,0 0 16,8-24-16,-14-1 15,-10 5-15,-1 5 0,1 2 16,-2 3-16,2 5 15,3 2-15,8 3 0,5-4 16,5-2-16,5-6 16,-10 12-1,0 0-15,0 0 0</inkml:trace>
  <inkml:trace contextRef="#ctx0" brushRef="#br0" timeOffset="81876.133">3663 16008 0,'0'13'0,"0"0"0,0 1 16,0-2-16,6 1 0,-4 0 0,3 5 0,4 7 0,-5 8 16,4 6-16,-8 3 15,-6 1-15,6-43 0,-13 54 16,13-54-16,-17 61 16,17-61-16,0 0 0,0 0 15,-19 62 1,19-62-16,0 0 15,-14 41-15,14-41 0,-14 0 0,14 0 0,0 0 16,0 0-16</inkml:trace>
  <inkml:trace contextRef="#ctx0" brushRef="#br0" timeOffset="82122.618">3695 16008 0,'0'0'0,"5"-4"0,-1 1 0,10-2 16,1-1-16,3 6 15,3-2-15,-5 7 16,-7 6 0,-2 3-16,-5 10 15,-2-4-15,-2 1 16,-3 0-16,0-1 0,-1-1 16,-5 3-16,0-4 15,2 0-15,-10-3 0,4 0 16,-4-3-16,6-5 15,4-7-15,0-5 0,3-6 16,2-5-16,10-3 16,-6 19-16,0 0 0,0 0 15</inkml:trace>
  <inkml:trace contextRef="#ctx0" brushRef="#br0" timeOffset="82567.131">3979 16016 0,'8'2'0,"-5"3"16,-1-1-16,1 0 15,-1 2-15,4 0 0,-2 7 16,-1 6-16,-1 2 16,2-1-16,-4 7 15,0-2-15,0-3 16,0-1-16,7-6 0,4-4 16,3-5-16,2-4 15,-3-7-15,3-4 0,-1 0 16,1-7-16,1-4 15,3-4-15,-4-4 0,-1-1 16,-2 7-16,-2-1 16,-4 5-16,-1 3 15,-2 0-15,-1 8 0,0 0 16,0 2-16,-1 2 0,0 3 16,0 8-16,-2 5 15,-2 7-15,0 5 16,2 7-16,-2 4 0,-4 5 15,6-41-15,-7 46 16,7-46-16,0 0 0,-13 64 16,13-64-16,0 0 15,-18 73-15,18-73 0,0 0 16,-27 60-16,27-60 16,-30 40-16,30-40 15,-29 10-15,11-28 0,18 18 16,0 0-16,0 0 15</inkml:trace>
  <inkml:trace contextRef="#ctx0" brushRef="#br0" timeOffset="82834.751">4563 15880 0,'0'0'0,"0"0"0,0 0 0,0 0 0,0 0 16,0 0-16,0 0 0,0 3 0,-9 12 0,-6 10 0,-1 0 16,0-4-16,6 6 0,3-2 15,3 3-15,-3 2 16,4-1-16,6 3 0,-3-32 16,9 31-16,-9-31 15,0 0-15,16 25 0,19-5 16,2-18-16,-37-2 15,0 0-15,0 0 0</inkml:trace>
  <inkml:trace contextRef="#ctx0" brushRef="#br0" timeOffset="83054.682">4967 15727 0,'6'7'16,"-1"3"-16,7-2 15,7 8-15,-2 0 0,-1 11 16,-4-2-16,1 7 16,-4 4-16,-9-36 15,2 45-15,-2-45 0,-11 67 16,11-67-16,-19 72 16,-15-2-16,34-70 0,0 0 15,0 0-15</inkml:trace>
  <inkml:trace contextRef="#ctx0" brushRef="#br0" timeOffset="83771.609">3395 16830 0,'0'0'0,"0"0"0,0 0 0,-9 0 0,0 0 16,-2 0-16,-2 0 0,-4 0 0,-6 0 15,1 0-15,5 0 0,2 0 16,3 0-16,0 7 0,3 4 16,-3-3-16,8-2 15,4 5-15,2 0 16,2 3-16,6-6 0,-4 9 15,3-3-15,-3 5 16,7 1-16,1 2 0,-4 0 16,-3 1-16,-2 1 15,-3 1-15,-4-2 16,2-23-16,0 0 0,0 0 16,-9 22-16,9-22 15,0 0-15,0 0 0,-22 22 16,22-22-16,0 0 15,0 0-15,-30 13 0,30-13 16,-29-3-16,7-15 16,14-6-16,11 2 0,-3 22 15,0 0-15,0 0 16</inkml:trace>
  <inkml:trace contextRef="#ctx0" brushRef="#br0" timeOffset="84026.859">3656 16856 0,'0'0'0,"0"0"16,0 0-16,-9 5 16,0 1-16,-4-5 0,-4 4 15,-5 3-15,0 3 0,5 2 16,2-1-16,1 1 16,0 0-1,3 3-15,6 4 0,1 0 0,7-1 16,1-2-16,8 2 15,5-1-15,7-3 0,-2 2 16,5-6-16,1-6 16,3-2-16,2-6 0,-2-2 15,-31 5 1,0 0-16,0 0 0</inkml:trace>
  <inkml:trace contextRef="#ctx0" brushRef="#br0" timeOffset="84842.274">4056 16905 0,'0'0'0,"-5"0"16,0 0-16,3 0 0,-2 0 16,2 0-1,-5 0-15,-8 0 16,-4 0-16,-1 0 16,1 1-16,-8 13 0,4 3 15,7 0-15,6-1 16,-1-2-16,7 1 0,-3 0 15,7-2-15,4 3 16,1-5-16,0-1 16,1-5-16,3 0 0,1-5 15,5-5-15,0-2 16,-2-1-16,3-5 0,0-2 16,2-2-16,-3 0 15,1-1-15,-4 5 0,-1 0 16,-1 6-16,-2 1 15,-1 1-15,-4 2 16,0 3-16,-1 3 0,-2 8 16,0 2-16,-2 3 15,-4 6-15,1-2 16,3 3-16,0-3 0,4 1 16,0-5-16,9-3 15,-1-7-15,2-6 0,4-6 16,2-7-16,2-3 0,-3-5 15,0 1-15,4-6 16,-3-2-16,0 3 16,-5 2-16,-7 7 0,-2 5 15,-4 7-15,2 4 16,-2 0-16,4 0 0,-2 4 16,0 7-1,0-1-15,1 4 0,-3-1 0,2 1 16,-4 2-16,2-2 15,-3-3-15,3-2 16,0-4-16,3-2 0,-1-2 16,-2-2-16,0-7 0,3-5 15,1-5 1,8-1-16,0-4 0,8-2 16,-9-3-16,6-2 15,-17 30-15,0 0 0,0 0 16,17-19-16,-17 19 0,0 0 15,0 0 1,18-13-16,-18 13 0,0 0 0,19 1 16,-19-1-1,0 0-15,16 23 0,-16-23 16,0 0-16,0 0 0,9 33 0,-9-33 16,0 0-16,0 0 15,10 30-15,-10-30 16,18 24-16,9-17 15,-27-7-15,0 0 0,0 0 0</inkml:trace>
  <inkml:trace contextRef="#ctx0" brushRef="#br0" timeOffset="85094.151">4892 16617 0,'-7'0'0,"-4"5"0,5 0 15,3-2-15,0 2 0,0 0 16,-3 9-16,-6-2 0,0 6 0,5 0 16,-5 4-16,3 5 0,4 1 15,2 2-15,3 1 16,3-3 0,5 3-16,-2-3 0,-6-28 15,19 35-15,-19-35 0,0 0 16,25 17-16,9-12 0,-34-5 15,0 0-15,0 0 16</inkml:trace>
  <inkml:trace contextRef="#ctx0" brushRef="#br0" timeOffset="85322.265">5342 16579 0,'9'8'0,"0"1"0,9 1 15,1 2-15,-2 7 16,-6 2-16,-7 9 16,-2 2-16,-2 3 0,-6 4 15,6-39-15,-15 46 16,15-46-16,-28 58 0,28-58 16,0 0-16,-54 61 15,54-61-15,0 0 16,0 0-16</inkml:trace>
  <inkml:trace contextRef="#ctx0" brushRef="#br0" timeOffset="94679.647">8162 12583 0,'-3'-5'16,"-13"3"-16,-8-4 0,-2 1 0,3 5 0,5-3 0,1 1 0,4 2 0,-4 0 0,-3 2 0,2 1 0,2 0 0,-1-1 0,1 0 0,-4 2 0,-3-2 0,3 1 15,20-3-15,-26 2 16,26-2-16,0 0 16,-31 3-16,31-3 0,0 0 15,0 0-15,-42 7 16,42-7-16,0 0 16,-46 10-16,-13 5 0,6-5 15,8 3-15,11-4 0,7-4 16,27-5-16,-22 9 15,22-9-15,0 0 16,-31 12-16,31-12 0,0 0 16,-34 15-16,-1 6 15,0-1-15,10 1 0,5-3 16,2 0-16,5-1 16,1-2-1,12-15-15,0 0 0,0 0 0,-11 24 16,11-24-16,0 0 0,0 0 15,-12 27 1,12-27-16,0 0 0,-16 37 0,1 4 31,2 0-31,6-13 0,1-2 0,1 0 0,-1-2 16,3-4-16,0-1 16,3-19-16,0 0 0,0 0 15,-2 27-15,2-27 16,0 0-16,0 0 0,0 30 15,0-30 1,0 0-16,5 42 0,-5-42 16,5 44-16,4 6 15,1-6-15,-1-5 0,-6-12 16,-3-27 0,6 29-16,0-5 15,-6-24-15,7 28 16,-7-28-16,0 0 0,0 0 15,12 33-15,-12-33 16,0 0-16,18 39 0,-18-39 16,0 0-16,25 43 15,5 7-15,-5-8 0,-3-6 16,-6-10-16,0-2 16,0-4-16,-1 0 15,-15-20-15,18 21 0,-18-21 16,0 0-16,0 0 0,21 23 15,-21-23-15,0 0 16,30 26-16,-30-26 16,0 0-16,0 0 0,38 30 15,-38-30-15,0 0 16,52 32-16,-52-32 16,0 0-16,0 0 0,56 31 15,-56-31-15,0 0 16,0 0-16,64 22 15,-64-22-15,0 0 0,0 0 16,69 19-16,1-8 16,-8-3-16,-13-2 15,-5-6-15,-7 0 0,-8-3 16,-1 0-16,-28 3 16,0 0-16,28-4 0,-28 4 15,0 0-15,0 0 16,36-11-16,-36 11 0,0 0 15,47-13-15,-47 13 16,0 0-16,64-18 0,-64 18 16,0 0-16,66-20 15,-66 20-15,0 0 0,67-23 16,-67 23-16,0 0 16,64-23-16,-5-5 15,-7 4-15,-14 4 0,-1 2 16,-12 3-16,0 1 0,-5-4 15,3 4 1,-4-2-16,-19 16 0,0 0 16,19-18-16,-19 18 0,0 0 15,25-20-15,-25 20 16,0 0-16,0 0 0,23-32 16,-23 32-16,0 0 15,23-35-15,-3-4 16,2-4-16,-7 10 0,-2 5 15,-4 3-15,1 3 0,-10 22 16,0 0-16,0 0 16,8-29-16,-8 29 15,0 0-15,0 0 0,5-34 16,-5 34-16,5-40 16,-8 1-16,1 6 0,-3-1 15,0 7-15,5 27 0,0 0 16,0 0-16,-3-31 15,3 31-15,0 0 0,-10-33 16,10 33 0,-15-39-16,-3 2 15,3 4-15,1 6 0,2 0 16,-4 5-16,16 22 16,0 0-16,0 0 0,-17-26 15,17 26-15,-23-28 16,23 28-16,0 0 15,0 0-15,-29-34 16,29 34-16,0 0 0,-36-43 16,-4 0-16,-2 8 15,7 10-15,8 2 0,10 6 16,1 0-16,-2-1 16,0 3-16,-5 0 15,0 4-15,3 4 0,0 1 16,-1 1-16,-2-3 0,-1 3 15,1-2-15,-3 4 16,-2 0-16,-2 0 16,2 0-16,-5 3 0,1 0 15,-7 3-15,1-3 16,0 0-16,5 0 0,3 3 16,30-3-16,0 0 15,0 0-15</inkml:trace>
  <inkml:trace contextRef="#ctx0" brushRef="#br0" timeOffset="95277.567">9420 14948 0,'-39'-8'0,"-1"-12"0,40 20 0,0 0 16,0 0-16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3:45:06.597"/>
    </inkml:context>
    <inkml:brush xml:id="br0">
      <inkml:brushProperty name="width" value="0.05292" units="cm"/>
      <inkml:brushProperty name="height" value="0.05292" units="cm"/>
      <inkml:brushProperty name="color" value="#FF0000"/>
    </inkml:brush>
  </inkml:definitions>
  <inkml:trace contextRef="#ctx0" brushRef="#br0">10654 13366 0,'-28'-5'0,"-8"-1"15,1 4-15,-1 2 16,-1-2-16,-1 2 0,-3 0 0,-5-4 15,46 4-15,-61 0 16,-9 4 0,-5-2-16,-2-2 0,-5-2 0,-5-2 15,-29 2-15,-12 0 16,7 2 0,-1 0-16,-1-6 0,-6 3 0,-5 2 15,-14 1 1,-12 1-16,-11 2 0,-4 3 15,3-2 1,-2 4-16,-5 1 16,179-9-16,0 0 0,0 0 15</inkml:trace>
  <inkml:trace contextRef="#ctx0" brushRef="#br0" timeOffset="2055.179">20396 13404 0,'-33'0'0,"-7"0"0,3 0 0,-5 0 0,-1 0 0,43 0 0,-51 0 0,51 0 0,-65 6 0,-6-1 0,1-2 0,-2-2 15,1 2-15,-3 2 0,-6 1 16,80-6-16,-92 4 16,-29 2-16,-21-2 0,17 0 15,10-2-15,2 0 16,-3 1-16,-3 3 15,-1-4-15,-4 1 0,2-3 16,2 0-16,-12-3 16,2 3-16,-4 0 15,-10 0-15,3 0 0,-5 0 16,-6 0-16,4 0 16,-4-2-16,3-1 0,-5 0 15,-3 0-15,-1-1 16,6 0-16,5 3 15,3 1-15,-3 0 16,3-3-16,10 3 0,1 0 16,2 3-16,6-2 15,1-1-15,1 6 0,7-1 16,8-2-16,9-3 16,6 3-16,93-3 0,0 0 15,0 0-15</inkml:trace>
  <inkml:trace contextRef="#ctx0" brushRef="#br0" timeOffset="23575.674">6187 15737 0,'-36'2'0,"-1"0"0,-2 1 0,0-3 0,-5 0 0,44 0 0,-55 0 0,55 0 0,-75 0 0,-8-3 0,83 3 0,-108-4 0,1-2 0,-7 2 15,3-7-15,2-3 16,3 2-16,3 5 16,-7-2-16,-8 8 15,0-7-15,0-1 0,3 5 0,-6 0 16,0 8-16,-5-2 16,-2 3-16,-3 1 15,-2 2-15,-8-4 0,-5 2 16,11-2-1,-1-1-15,5-3 0,5 1 0,6 6 16,-1-3 0,121-4-16,-131 8 0,2 0 0,129-8 15,-145 11-15,6-1 16,9-2-16,29-3 0,14-5 16,87 0-16,-81-5 15,1-1-15,0 2 0,80 4 16,0 0-16,0 0 15</inkml:trace>
  <inkml:trace contextRef="#ctx0" brushRef="#br0" timeOffset="58920.734">27371 14871 0,'0'0'0,"0"0"0,-2-6 0,-11 4 0,0-3 0,-3 1 0,-1 0 0,-1 1 0,3-1 0,4 1 0,0-2 0,2 5 0,-6-2 16,-1 4-16,-4-2 0,2 0 16,-1-6-16,1 4 15,6 0-15,9-3 16,3 5-16,0 0 0,0 0 16</inkml:trace>
  <inkml:trace contextRef="#ctx0" brushRef="#br0" timeOffset="59314.611">26568 14802 0,'-2'7'0,"-8"0"15,4 2-15,-2-5 0,6 0 16,-3 0-16,-6 2 0,-2-2 15,-4 3-15,-1-6 16,-2 2-16,0-3 16,4 0-16,-6 0 15,-2 0-15,5 0 0,3 3 16,4-3-16,0 2 16,1-4-16,-4 2 0,15 0 15,0 0-15,0 0 0</inkml:trace>
  <inkml:trace contextRef="#ctx0" brushRef="#br0" timeOffset="59531.632">26112 14915 0,'-9'3'0,"2"1"16,-3-1-16,2-1 0,-2 0 16,2-2-16,-2 0 15,0 0-15,-2 0 0,4 0 16,-9 4-16,-1 0 31,3 2-31,-4-5 0,4 3 0,6-4 16,-5-5-16,4-3 15,5 6-15,5 2 0,0 0 16,0 0-16</inkml:trace>
  <inkml:trace contextRef="#ctx0" brushRef="#br0" timeOffset="60411.318">25711 14971 0,'-13'0'0,"0"0"0,-1 8 16,-2 2-16,1 0 16,4-1-16,-2 1 0,-6-6 15,2-1-15,1-1 16,4 0-16,4 2 0,4 0 16,0 2-16,-3-1 15,-10-5-15,2 2 0,4 4 16,-3-1-16,2 2 15,-4 2-15,4-2 0,-4-2 16,1-1-16,1 0 16,14-4-16,0 0 0,0 0 15,-17 5-15,17-5 16,0 0-16,0 0 0,-25 6 16,25-6-16,0 0 15,0 0-15,-30 7 0,30-7 16,0 0-16,-35 10 15,-3 2-15,-1 7 16,2-1-16,7-1 16,2-4-16,2 1 15,26-14-15,0 0 0,0 0 0,-20 6 16,20-6 0,0 0-16,0 0 0,-26 11 0,26-11 15,0 0-15,-28 13 0,-6 5 16,3 2-16,31-20 15,0 0-15,0 0 16,-33 24-16,33-24 0,0 0 16,-33 28-16,33-28 15,0 0-15,0 0 0,-35 30 16,35-30 0,0 0-16,-26 29 15,26-29-15,-43 44 0,15-19 16,28-25-16,-27 23 15,27-23-15,-28 21 0,-1 5 0,29-26 16,0 0-16,0 0 0,-31 29 16,31-29-16,0 0 0,0 0 15,-28 26-15,28-26 32,0 0-32,0 0 0,-26 30 0,1 1 15,25-31-15,0 0 16,-27 31-16,0 4 0,-7 6 0,10-5 15,5-10-15,7-8 16,12-18-16,-11 17 16,3 0-16,6-3 15,2 0 1,0-4-16,2 0 0,4 0 0,-6-10 0,0 0 16,-3 17-16,3-17 31,-5 17-31,5-17 0,0 0 15,0 0-15,-10 28 16,10-28-16,0 0 0,0 0 16,-6 36-16,7-3 15,8-2-15,2-10 16,-3-4-16,-8-17 0,0 0 16,0 0-16</inkml:trace>
  <inkml:trace contextRef="#ctx0" brushRef="#br0" timeOffset="60490.1">24418 16301 0,'-7'13'0,"-2"2"0,4 1 0,3-1 0,7 4 0,8 1 16,-13-20-16,0 0 0,0 0 15</inkml:trace>
  <inkml:trace contextRef="#ctx0" brushRef="#br0" timeOffset="60897.975">24629 16660 0,'0'6'0,"0"1"16,0-1-16,0-1 16,0-2-16,0-2 15,0 5-15,0 2 0,0-6 16,0 3-16,5 1 0,-3-1 15,3-1-15,5 2 16,6 1-16,2-1 16,-1-3-16,-3-6 0,0 3 15,1 0-15,-15 0 0,0 0 16,0 0-16</inkml:trace>
  <inkml:trace contextRef="#ctx0" brushRef="#br0" timeOffset="61326.116">25117 16967 0,'6'0'15,"-1"9"-15,5 5 16,-3-2-16,7 0 16,-2-3-16,4-5 0,0 2 15,2-2-15,0 2 0,0-1 16,0-2-16,2 1 15,0 0-15,1 1 0,-1 3 16,-2-4-16,1 4 16,-1 0-16,-5-1 0,-1 2 15,-12-9-15,0 0 16,0 0-16,15 4 0,-15-4 16,0 0-16,0 0 15,24 6-15,-24-6 0,0 0 16,0 0-16,37 5 15,-37-5-15,46 3 0,10-2 16,-10 5-16,-12-2 16,-7 2-16,-4-1 15,-23-5-15,0 0 0,31 6 16,-31-6-16,0 0 16,38 2-16,8-4 0,8-4 15,-7 1-15,-47 5 0,0 0 16,0 0-16</inkml:trace>
  <inkml:trace contextRef="#ctx0" brushRef="#br0" timeOffset="61433.435">26245 17148 0,'9'0'0,"13"8"16,0 3-16,5-2 15,-10-1-15,6 3 0,0-6 16,4-5-16,1-2 0,3-1 16,-31 3-1,0 0-15,0 0 0</inkml:trace>
  <inkml:trace contextRef="#ctx0" brushRef="#br0" timeOffset="61650.005">26665 17184 0,'9'0'0,"0"0"16,4 0-16,-2 0 16,-6 0-16,5 0 0,5 6 15,3-1 1,0-2-16,5-1 0,-2 2 16,-6-4-16,1 0 0,-2 0 0,-2 0 15,-2 0-15,-1 0 0,4 0 16,-4 0-16,1 1 15,2-1-15,1 0 16,3-1-16,0-5 0,-16 6 16,29-6-1,-29 6-15,0 0 0,0 0 0</inkml:trace>
  <inkml:trace contextRef="#ctx0" brushRef="#br0" timeOffset="61848.744">27444 17204 0,'5'1'15,"-1"5"-15,2-2 0,-1 4 16,3-4-16,-3 2 0,8-3 16,2-3-16,6 3 15,2-3-15,-1-3 0,4-3 16,6-4-16,11-5 15,-43 15-15,0 0 0,0 0 16</inkml:trace>
  <inkml:trace contextRef="#ctx0" brushRef="#br0" timeOffset="62092.092">28241 17105 0,'6'7'16,"-1"1"-16,-3-1 0,7-1 15,-2-4-15,3 0 16,6 2-16,1-4 0,0-4 16,1 0-16,1 1 15,-3-4-15,4-1 0,-1-3 16,7-6-16,-26 17 15,0 0-15,0 0 0</inkml:trace>
  <inkml:trace contextRef="#ctx0" brushRef="#br0" timeOffset="62336">28829 16820 0,'0'3'0,"0"-2"16,0 2-16,0-6 15,4-1-15,-2-4 0,8 1 16,0-10-16,3 1 16,-1-2-16,0 4 15,3 1-15,0-3 0,13 1 16,-28 15-16,0 0 15,0 0-15</inkml:trace>
  <inkml:trace contextRef="#ctx0" brushRef="#br0" timeOffset="62538.162">29130 16388 0,'0'0'0,"4"-7"16,-2-1-16,6-3 0,2 1 15,3 1-15,-5-7 16,0-3-16,-5 3 0,-1-5 16,3 0-16,3 5 15,1 0-15,3-1 0,2-1 16,-14 18-16,0 0 16,0 0-16</inkml:trace>
  <inkml:trace contextRef="#ctx0" brushRef="#br0" timeOffset="62817.154">29257 15884 0,'-6'-4'16,"-5"-1"-16,5-5 0,0-7 16,4-2-16,0-2 15,0 4-15,-3 1 0,-4-5 16,7-2-16,2 2 16,2 1-16,3-1 0,-1 4 15,-11 1-15,3 3 16,-5 0-16,7 4 0,-2-1 15,-1 1-15,-8 0 16,3 1-16,-1 1 16,11 7-16,0 0 0,-10-15 15,10 15-15,0 0 32,0 0-32,-12-20 0,12 20 15,-16-41-15,16 41 0,0 0 16,0 0-16</inkml:trace>
  <inkml:trace contextRef="#ctx0" brushRef="#br0" timeOffset="62938.936">28945 15310 0,'-14'0'0,"2"-5"0,0 2 16,-3-4-16,1-4 15,0-2-15,-1 5 0,-1-3 16,3-6-16,3 3 16,4-3-16,6 17 0,0 0 15,0 0-15</inkml:trace>
  <inkml:trace contextRef="#ctx0" brushRef="#br0" timeOffset="63412.759">28565 15036 0,'-19'0'0,"-1"-7"15,0 3-15,2-9 16,3-2-16,2 1 16,1 2-16,-3 2 0,4-3 15,-5-2 1,0 4-16,-5-2 0,-3 3 15,9 2-15,0 0 0,0 4 0,-3-3 16,18 7-16,0 0 16,0 0-16,-23-7 15,23 7-15,0 0 0,0 0 16,-24-10-16,24 10 16,0 0-16,0 0 0,-38-18 15,38 18 1,0 0-16,-41-17 15,-10-6-15,5 9 16,5 1-16,13 5 16,2 1-16,26 7 15,0 0-15,0 0 0,-28-8 16,28 8-16,0 0 16,-33-8-16,33 8 0,0 0 15,-31-21-15,31 21 16,0 0-16,31 21 0,-133-69 15,102 48-15,-55-8 16,55 8-16,0 0 0,0 0 16,-59 0-16,1 6 15,9-2-15,11 5 16,14-7-16,3 1 0,5-8 16,16 5-16,0 0 0,0 0 15</inkml:trace>
  <inkml:trace contextRef="#ctx0" brushRef="#br0" timeOffset="68433.656">25578 15282 0,'-14'-3'0,"-3"-2"0,-6 2 0,0 9 0,-1 3 0,5 7 0,-5 3 0,4-2 0,5 1 0,4-3 0,5 1 0,-2-1 0,1 6 0,5-3 15,-3 2-15,12 1 16,-2-1-16,5 1 16,7-7-16,-2 1 0,7-5 15,0 1-15,1-7 16,4-1-16,-1-3 16,-4-7-16,-7-1 0,-15 8 15,0 0-15,0 0 0</inkml:trace>
  <inkml:trace contextRef="#ctx0" brushRef="#br0" timeOffset="68966.791">25732 15116 0,'0'0'15,"0"6"-15,0 1 16,0-6-16,0 2 0,0 5 15,0 5-15,0 10 0,0-1 16,0 3-16,0 7 16,0 1-16,0 2 15,0 2-15,0-1 16,0 0-16,0-36 0,0 0 16,0 0-16,-4 40 0,4-40 15,0 0-15,0 0 16,-6 26-16,6-26 15,0 0-15,0 0 16,-3 22-16,3-17 0,0-8 31,2-2-31,-1-3 0,9-3 16,0-1-16,0-1 0,1 2 16,3 0-16,-1 0 0,6-1 15,-3 1-15,3 3 0,2 3 16,0 2-16,-6 6 15,-15-3-15,0 0 0,0 0 16,18 7-16,-18-7 16,0 0-16,0 0 0,15 24 15,-15-24-15,0 0 16,0 0-16,17 33 16,-17-33-1,0 0-15,0 0 0,13 39 0,-5-6 16,-8-33-16,0 0 15,0 0-15</inkml:trace>
  <inkml:trace contextRef="#ctx0" brushRef="#br0" timeOffset="69492.055">26296 15473 0,'4'-7'0,"2"2"0,-3-2 0,1-4 0,-4 1 0,2 3 16,-2-4-16,-2 1 0,-2 0 15,-9 4-15,-2 6 0,0 0 16,-4 2-16,5 6 16,0 1-16,3 4 15,-2-1-15,-3 3 0,7 3 16,-2 0-16,7 0 15,-2 1-15,6-4 0,0-3 16,3 2-16,2-3 16,6-2-16,0-2 0,2-1 15,-2-6-15,5-4 16,-2 0-16,-2-3 0,1 0 16,-3-7-16,3 1 15,-3-2-15,-1 2 16,0 3-16,-5-1 0,3 1 15,-5 5-15,1-3 16,-1 7-16,0-3 16,-2 1-16,0 3 0,2 7 15,-4-3-15,2 8 16,-2-2-16,2 3 16,0 1-16,0 1 0,2 3 15,3-8-15,0 1 16,-1-2-16,6 0 0,-1-6 15,1-3-15,4-6 16,-4-2-16,-5 3 0,-5 5 16,0 0-16,0 0 15</inkml:trace>
  <inkml:trace contextRef="#ctx0" brushRef="#br0" timeOffset="69697.586">26517 15410 0,'0'0'16,"0"0"-16,0 0 0,0 0 0,0 0 0,0 0 0,0 0 0,5 0 15,-3 8-15,2 5 16,3 2 0,-7 0-16,3 6 0,-3-1 0,2 1 15,2-3-15,4-1 16,-4-9-16,2-5 0,-2 1 16,-4-8-16,0-3 15,2-7-15,-2 14 0,0 0 16,0 0-16</inkml:trace>
  <inkml:trace contextRef="#ctx0" brushRef="#br0" timeOffset="69838.996">26556 15233 0,'0'0'0,"0"0"0,0 0 0,0 0 16,0 0-16,6-4 0,0-1 15,4 2-15,1-6 16,11 1-16,-22 8 0,0 0 15,0 0-15</inkml:trace>
  <inkml:trace contextRef="#ctx0" brushRef="#br0" timeOffset="70216.265">26763 15361 0,'0'16'16,"0"2"-16,0 5 16,0-5-16,0 0 0,0 5 15,0-1-15,0 2 16,0-4-16,0-4 0,0-6 15,0-2-15,0-5 16,0-1-16,0-4 16,0-4-16,0-2 0,2-4 15,1-1-15,-2-2 16,3 1-16,4-1 0,2-2 16,3 0-16,-3 6 15,5-4-15,1 7 0,1 0 16,3 2-16,-3 3 15,1 9-15,2 2 16,-5 2-16,-1 2 16,-4 3-16,-5 4 0,0 1 15,-9 1-15,3-1 16,-4-1-16,0-1 16,0-3-16,-1-2 15,4-3-15,2-5 0,8-2 16,2 0-16,-10-3 0,0 0 15,0 0-15</inkml:trace>
  <inkml:trace contextRef="#ctx0" brushRef="#br0" timeOffset="70958.781">27582 15330 0,'0'0'0,"0"0"0,0 0 0,0 0 0,0 0 0,0 6 0,0 4 0,-7 0 15,3 8-15,-1-3 16,-1 4-16,0-1 16,1-3-16,0-4 15,5-2-15,-2-1 0,2-3 16,2 3-16,8-6 15,0 1-15,-3-3 16,4 0-16,-2-3 0,3 1 16,3-6-16,-2 0 15,0-2 1,-6 0-16,-4-5 16,-3 2-16,-3-3 0,0 1 0,2 2 15,-2 0-15,-6 4 0,5-2 31,-4 0-31,0 2 0,-1-2 0,9 3 16,3 1 0,7-4-16,3 4 15,6-1-15,2-2 0,1 5 16,4 3-16,-3 2 0,1 2 0,-3 0 16,3 5-16,3-1 0,-2-4 15,-1 1-15,-24-3 16,0 0-16,0 0 0,25-5 15,-25 5-15,0 0 16,0 0-16,27-13 0,-27 13 16,0 0-16,0 0 15,24-21-15,-24 21 0,0 0 16,0 0-16,10-25 16,-10 25-16,0 0 0,-2-24 15,-8 9-15,0 10 16,-2 8-16,5 5 15,-1 6-15,6 5 0,2 4 16,0 5-16,-2 0 16,2 4-1,0-1-15,-2-3 0,-2 2 0,2-3 16,-4-1-16,-1-2 0,-3-6 31,2-5-31,1-8 0,2-2 0,5-3 0,0 0 31,0 0-31</inkml:trace>
  <inkml:trace contextRef="#ctx0" brushRef="#br0" timeOffset="71098.291">27794 15387 0,'11'4'31,"-1"4"-31,3-2 0,7-1 0,11-3 0,3-2 0,1 3 0,-3-3 16,0-3-16,2-1 0,5 1 15,-39 3-15,0 0 16,0 0-16</inkml:trace>
  <inkml:trace contextRef="#ctx0" brushRef="#br0" timeOffset="71779.488">25060 15973 0,'0'0'0,"0"0"0,0 0 0,7 0 0,3 0 0,6 0 0,1 0 0,3 0 16,7 0-16,-5 10 15,2 3-15,-1 3 0,-7 1 16,-1 6-16,-8-2 15,2-1-15,-4 3 0,-3-2 16,-2 3-16,-5-2 16,-2-1-16,-2-1 0,-1-1 15,0-6-15,2 2 16,-2-6-16,0-1 0,-3-8 16,5-2-16,0-4 15,1-1-15,3-10 16,7-2-16,5-4 0,6-5 15,1 0-15,0-1 16,1 1-16,1 0 16,2 4-16,-2 4 0,-1 2 0,5 0 15,-4 2-15,-1 4 16,-16 12-16,0 0 0,0 0 16</inkml:trace>
  <inkml:trace contextRef="#ctx0" brushRef="#br0" timeOffset="72182.866">25569 16088 0,'9'0'16,"0"0"-16,10 0 16,-1 0-16,4-5 0,-1 2 15,0-4-15,-3-4 16,-8-3-16,0-3 15,-4 4-15,-1 3 0,0 3 16,-3-1-16,-2 1 16,-2-2-16,-6 7 15,-4 0-15,-2-2 0,0 4 16,-3 6-16,0 2 16,-1 2-16,0 2 0,0 4 15,2 3-15,4 1 16,3 0-16,4 4 15,3-1-15,2-2 0,5-4 16,6 1-16,6-2 16,4-4-16,5-5 15,-1-3-15,0-8 0,4-3 16,2-5-16,-31 12 0,0 0 16,0 0-16</inkml:trace>
  <inkml:trace contextRef="#ctx0" brushRef="#br0" timeOffset="72690.336">26032 16004 0,'0'0'16,"0"0"-16,0 0 16,0-6-16,-6 4 0,2-4 0,-1 2 15,-1 4-15,-2-3 16,2 3-16,-1 0 16,-3 0-16,0 7 0,4 4 15,4-1-15,0 0 16,4 9-16,0-5 0,4 5 15,-1-4-15,-2 1 16,-1-2-16,-2-1 16,2 4-16,-2-4 0,3-1 15,-3 1-15,-3 0 0,1-4 16,-6-3-16,-2-6 16,-2-3-16,1-2 0,6-2 15,3-6-15,2 0 16,4-8-1,4 0-15,5 4 0,2-4 0,1 1 16,2 1-16,1 7 16,-2 1-16,-2 9 15,-1 2-15,-2 2 0,-2 1 16,4 3-16,0 2 0,-3-2 16,-3 11-16,-2 0 15,3 6-15,0 6 0,-3-1 31,-1 0-31,-3 2 0,-2-30 0,0 36 0,0-36 32,0 0-32,-4 42 0,4-42 15,0 0-15,0 0 0,-12 44 0,12-44 16,0 0-16,0 0 0,-6 25 16,6-25-16,0 0 15,0 0-15</inkml:trace>
  <inkml:trace contextRef="#ctx0" brushRef="#br0" timeOffset="72932.337">26134 16127 0,'0'-9'16,"0"-1"-16,0 3 0,0-1 0,8-2 0,2-2 0,11-5 0,-4 6 16,1 8-16,-3-3 15,5 3-15,-5 6 0,0 0 16,-4 3-16,1 7 15,-8 2-15,-4 0 16,-2 3-16,-2 0 0,-7 0 16,1 0-16,-5-3 15,-4-1-15,-1-2 16,0-3-16,0-3 0,2-6 16,3-6-16,15 6 0,0 0 15,0 0-15</inkml:trace>
  <inkml:trace contextRef="#ctx0" brushRef="#br0" timeOffset="73341.841">26476 16018 0,'0'9'0,"0"1"15,0-4-15,0-1 16,0 1-16,-5 11 0,-1 0 16,4 0-16,-1 7 15,1-4-15,2 4 0,0-4 16,2-5-16,3-1 16,4-7-16,-3-2 15,9-2-15,3-3 0,-3-3 16,1-2-16,-4 0 15,0-1-15,-4-4 0,2-2 16,-7-4-16,4 4 16,-7-7-16,-2 4 0,-6-1 15,0 2-15,-4 0 16,-4 3-16,1 0 0,2 3 16,2 2-16,2 0 15,1-2-15,5-1 16,-2-1-16,5 10 0,0 0 15,0 0-15</inkml:trace>
  <inkml:trace contextRef="#ctx0" brushRef="#br0" timeOffset="73737.36">26693 15973 0,'6'0'0,"-6"2"16,3 6-16,-1 5 0,2-4 16,6 7-16,-2 6 15,5 0-15,-4 1 0,-4-3 16,-5 1-16,-2-2 15,-1-2-15,0-2 16,3-2-16,0-7 0,-4-4 16,2 1-16,-2-3 15,4-3-15,0-2 0,2-4 16,2 2-16,6-5 16,-3-4-16,3 1 0,3 0 15,2-2-15,1 5 16,0 2-16,-3 2 15,2 4-15,-3 4 0,4 4 16,-4 7-16,2 1 16,-3 6-16,-2 0 15,-2 3 1,-5-3-16,2-1 0,-4-1 16,2 0-16,1-4 0,1-6 0,2-3 31,2-9-31,0-5 15,-8 11-15,12-12 0,-2-6 0,-10 18 0,0 0 16,0 0-16</inkml:trace>
  <inkml:trace contextRef="#ctx0" brushRef="#br0" timeOffset="74145.334">27208 15980 0,'0'0'0,"0"6"16,0-2-16,0-1 0,-4 0 15,-5-1-15,3-2 16,-2 0-16,-2 0 0,2 0 15,3 0-15,3 3 16,-1 4-16,8 8 16,2 5-16,1 5 15,3-3-15,-3 2 0,-1-4 16,-5 1-16,1-5 16,-1-1-16,-2 0 0,0 0 15,-2-2-15,-1-5 16,1-2-16,-2-6 0,4-6 15,0-5-15,0-1 16,9-3-16,-2-1 0,2-2 16,10-4-16,6-5 15,-3 1-15,-7 11 0,1 8 16,-4 4-16,2 6 16,-6 2-16,1 2 15,0 3-15,3 1 0,-4 2 16,0 4-16,-3 0 0,-1 0 15,-1 1-15,0 0 16,-1-3-16,1-5 16,-3-2-16,0-2 0,0-6 15,0 0-15,0 0 0</inkml:trace>
  <inkml:trace contextRef="#ctx0" brushRef="#br0" timeOffset="74280.925">27527 15901 0,'0'-9'0,"0"1"0,0-3 0,6-7 0,-3-1 0,2 1 0,-5 18 0,0 0 16,0 0-16</inkml:trace>
  <inkml:trace contextRef="#ctx0" brushRef="#br0" timeOffset="74831.196">27648 15759 0,'-1'16'0,"-2"4"0,1 3 15,2 0-15,0 4 0,0 3 16,0 3 0,0 4-16,0-1 15,0 0-15,0-36 16,0 0-16,0 0 0,0 43 0,0-43 16,0 0-16,0 0 0,0 44 15,0-44-15,0 0 16,0 0-16,2 31 15,-2-31-15,0 0 0,10 10 16,-10-10-16,0 0 16,0 0-16,21 3 0,-21-3 15,0 0-15,0 0 16,28 8-16,-28-8 16,0 0-16,0 0 0,21 14 15,-21-14-15,0 0 0,0 0 16,12 18-16,-12-18 15,0 0-15,0 0 0,-9 13 16,9-13-16,0 0 16,-9-2-16,1-14 15,10-7-15,10-2 0,7-4 16,7 1-16,-1 0 16,1 7-16,-2 9 0,-8 3 31,-16 9-31,0 0 0,15 3 0,-15-3 0,15 9 15,-15-9-15,0 0 16,19 28-16,-19-28 0,0 0 16,0 0-16,20 37 15,-9 10-15,-5 4 16,0-12 0,-5-13-16,3-9 0,-4-17 0,0 0 15,5-2-15,-5 2 0,0 0 16,0 0-16</inkml:trace>
  <inkml:trace contextRef="#ctx0" brushRef="#br0" timeOffset="75458.715">28093 15865 0,'0'-5'0,"0"0"0,0-9 0,0 0 0,5-8 0,-3 0 0,11-5 0,-4 8 16,5 3-16,-6 3 0,-2 3 15,3 3-15,-5 6 16,3 1-16,-5 5 16,3 1-16,-1 1 0,5 1 15,-2 5-15,-1 5 16,-1 3-16,-1 1 0,-1 6 31,0 2-31,-3 6 16,-3 1-16,0 2 15,-1-1-15,-1 1 0,-1-5 16,6-1-16,-4-3 0,8-3 16,-1-8-16,-3-19 15,0 0-15,0 0 16,9 16-16,-9-16 0,0 0 16,0 0-16,15 10 15,-15-10-15,0 0 16,0 0-16,28 5 0,-28-5 15,0 0-15,0 0 16,26 3-16,-26-3 16,0 0-16,28 10 0,-28-10 15,0 0-15,0 0 16,33 7-16,-33-7 0,0 0 16,0 0-16,44 3 15,-44-3-15,53 6 0,-53-6 16,0 0-16,0 0 15,37-6-15,-37 6 0,0 0 16,0 0-16,26 6 16,-4 9-16,-6 10 0,-4 3 15,-12-28-15,0 0 16,8 37-16,-8-37 16,0 0-16,4 47 0,-4-47 15,7 60-15,-2-6 0,9-17 16,-14-37-16,0 0 15,0 0-15</inkml:trace>
  <inkml:trace contextRef="#ctx0" brushRef="#br0" timeOffset="75690.576">27946 15901 0,'-3'7'0,"-3"1"0,5-6 0,-2-8 0,3 6 0,0 0 0,0 0 0</inkml:trace>
  <inkml:trace contextRef="#ctx0" brushRef="#br0" timeOffset="85890.586">18169 10495 0,'25'0'0,"1"0"0,5 0 0,-3 0 0,0 0 0,9 0 0,6 0 0,-43 0 0,56 0 0,-56 0 0,72 0 0,15 0 0,-87 0 0,104 0 15,-5-2-15,-2-1 0,-97 3 0,101 0 16,9 0-16,7 0 16,-5 0-16,-8 3 0,-3 3 15,1-2-15,-2-1 16,1 2-1,-1 2-15,-1-1 16,4-2-16,-2 2 0,1 4 16,-5 0-16,1 1 0,-11-4 0,-10 8 15,-77-15-15,0 0 0,0 0 16</inkml:trace>
  <inkml:trace contextRef="#ctx0" brushRef="#br0" timeOffset="87902.057">2752 11631 0,'42'0'0,"-3"0"0,-2 0 0,4 0 0,-4 0 0,-37 0 0,45 0 0,-45 0 0,57-3 0,-57 3 0,68-3 0,0-2 0,-68 5 0,77 0 15,7-2-15,-4 2 0,-80 0 16,82 0-16,0-3 0,-82 3 16,87 3-16,-87-3 15,126 0-15,-126 0 0,150 2 16,-150-2-1,163 0-15,2 5 0,-165-5 0,146 8 16,-26-2-16,-13 1 16,-107-7-16,104 5 0,-104-5 15,103 2-15,11 2 0,1-4 16,-18 0-16,-12-4 16,-5 2-16,-12-3 0,-68 5 15,69-3-15,14 3 16,0-2-1,-7 0-15,-4-1 16,-72 3-16,80 0 0,-80 0 0,88-3 0,-88 3 31,112-5-31,-112 5 0,123-6 0,-123 6 0,0 0 16,107-4-16,-107 4 16,93-3-1,-93 3-15,83 0 0,-31 0 16,-52 0-16,0 0 15,47 3-15,-47-3 16,0 0-16,0 0 0,41 2 0,-41-2 16,0 0-16,0 0 0,31 2 15,-31-2 1,0 0-16,0 0 0,20 0 16,-20 0-1,0 0-15,0 0 16,15 3-16,-15-3 0,0 0 15,0 0-15,11 0 16,-11 0-16,0 0 0,0 0 16,11 3-16,-11-3 15,4 0-15,-4 3 16,0-3-16,0 0 0,0 0 16</inkml:trace>
  <inkml:trace contextRef="#ctx0" brushRef="#br0" timeOffset="90070.181">17870 11493 0,'-28'0'0,"-8"6"0,6 0 0,-3-4 0,0 0 0,-4 1 0,-1 0 0,38-3 0,-52 5 0,52-5 0,-58 8 0,58-8 0,-68 5 0,-14-2 0,82-3 16,-90 1-16,-19-2 15,109 1-15,-129 0 0,19 0 16,110 0-16,-105-3 15,15-2-15,90 5 0,-95-6 16,95 6-16,-92-7 16,92 7-16,-88-6 0,88 6 15,-85-4-15,8-5 16,77 9-16,0 0 16,0 0-16,-60-7 0,8 2 15,3-3-15,11 1 0,38 7 16,0 0-16,0 0 15</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3:48:46.265"/>
    </inkml:context>
    <inkml:brush xml:id="br0">
      <inkml:brushProperty name="width" value="0.05292" units="cm"/>
      <inkml:brushProperty name="height" value="0.05292" units="cm"/>
      <inkml:brushProperty name="color" value="#FF0000"/>
    </inkml:brush>
  </inkml:definitions>
  <inkml:trace contextRef="#ctx0" brushRef="#br0">12081 11905 0,'-38'0'0,"-4"-4"0,1 8 0,-2-1 0,43-3 0,-56 0 0,56 0 0,-75 0 0,-15 0 16,-23-3-16,113 3 0,-123-5 0,-9-1 0,-19 2 0,-4-7 0,-8 1 0,-11 0 16,-2 2-16,-10 0 0,-24 4 15,-14 4-15,-14 2 16,5 6-16,6 0 0,227-8 16,0 0-16,0 0 15</inkml:trace>
  <inkml:trace contextRef="#ctx0" brushRef="#br0" timeOffset="50704.562">20850 13980 0,'0'0'0,"0"0"0,0 0 0,0 0 0,0 0 0,0-8 0,-7-5 0,-7-5 0,7 4 0,2 3 0,0 3 0,-2 1 0,-5-4 0,3 4 16,-4-2-16,3-1 15,-3-3-15,-3 1 16,-2 1-16,0 1 0,-3 3 16,2-3-16,-5-1 15,24 11-15,0 0 0,-25-16 16,25 16 0,-34-16-16,34 16 0,-38-17 0,38 17 15,-47-20-15,-9-4 16,3 4-16,53 20 15,0 0-15,-58-19 0,58 19 16,-63-19-16,-1-2 16,64 21-16,-69-18 0,69 18 15,-68-17-15,-3 0 16,71 17-16,-73-15 0,4 0 16,5 1-16,64 14 15,-62-12-15,62 12 0,-66-13 16,66 13-16,-74-13 15,74 13 1,-83-13-16,83 13 0,-85-10 16,85 10-16,-112-10 15,-6 2-15,118 8 16,-114-9-16,114 9 0,-97-9 16,97 9-16,-95-6 15,95 6-15,-94 0 0,94 0 0,-98 0 16,98 0-1,-98 3-15,98-3 16,-100 3-16,3 2 16,97-5-16,-93 7 15,11 2-15,82-9 0,-69 5 16,4 5-16,65-10 16,-66 10-16,-3 2 0,69-12 15,-73 8-15,0 3 16,4 2-16,69-13 15,-71 16-15,5-4 0,0 0 16,66-12-16,-63 14 16,63-14-16,-66 15 0,2 3 15,2 1-15,62-19 16,-56 15-16,56-15 0,-62 21 16,62-21-16,-64 26 15,64-26-15,-71 25 0,71-25 16,-75 28-16,5-3 15,70-25-15,-64 29 0,64-29 16,0 0-16,-61 31 16,61-31-16,-65 36 15,65-36-15,-66 38 0,66-38 16,-67 41-16,67-41 16,-61 44-16,61-44 0,-60 47 15,60-47-15,0 0 16,-58 45-16,2 1 15,56-46-15,0 0 0,-55 44 16,55-44-16,-47 44 0,47-44 16,-43 43-16,43-43 15,0 0-15,-43 47 0,7-2 16,4 3-16,32-48 16,-25 40-16,-3-3 15,5-1-15,5-8 0,18-28 16,0 0-16,0 0 15,-10 28-15,10-28 0,0 0 16,0 0-16,-5 35 16,5-35-16,0 0 15,-5 47-15,0 10 0,5-57 16,-4 53-16,4-4 16,0-49-16,6 44 0,-6-44 15,0 0-15,0 0 16,5 48-16,-5-48 15,0 0-15,10 53 0,4 5 16,0-10-16,-14-48 0,0 0 16,19 47-16,0-3 15,-19-44-15,0 0 0,24 48 16,4-4 0,-28-44-16,32 46 0,-2-4 15,-4-4-15,-26-38 0,31 32 16,-1 3-16,6 0 15,-5-5-15,-31-30 0,26 30 16,2-3-16,3 2 16,2-4-16,-33-25 0,33 31 15,9 5-15,-1-3 0,-3-1 16,0-7 0,-2 0-16,-36-25 0,38 28 0,0 4 15,-38-32-15,40 31 16,-40-31-16,49 30 0,-49-30 15,53 31 1,-53-31-16,60 37 16,1-2-16,-5-3 0,-56-32 0,60 31 15,-60-31-15,61 30 16,1 0-16,-62-30 0,61 30 16,-61-30-16,65 26 15,1 3-15,0-2 0,-6-5 16,-60-22-16,56 19 15,-56-19-15,62 17 0,5 4 16,-67-21-16,66 23 16,-66-23-16,70 20 0,-70-20 15,77 21-15,-77-21 16,84 22-16,-84-22 16,0 0-16,117 32 0,-117-32 15,132 31-15,-132-31 0,140 28 16,-23-7-16,-117-21 15,95 15 1,-16-2-16,-19-7 0,-60-6 16,56 2-16,-56-2 15,69 4-15,-69-4 16,81 8-16,-81-8 0,89 7 16,-89-7-16,113 8 0,4 1 15,-117-9-15,106 4 0,-22-4 0,-84 0 16,88-4-16,-11 0 15,-77 4-15,69-7 0,-10-1 16,3-2-16,-62 10 16,64-9-16,1 3 15,-65 6-15,68-11 0,-1 1 16,-67 10 0,73-13-16,-73 13 0,71-18 0,-71 18 15,75-23-15,-75 23 0,82-25 31,-5 1-31,-77 24 0,74-25 16,-74 25-16,71-23 16,-4-3-16,-67 26 0,65-32 15,-7 6-15,-1-6 16,-8 6-16,-49 26 16,44-28-16,2-3 0,-5-1 15,-3 7-15,-38 25 16,36-30-16,-36 30 0,39-39 15,-39 39-15,0 0 16,43-44-16,-1-7 0,-4 2 16,-38 49-16,34-49 15,-4 4-15,-1 2 0,-9 4 16,-20 39-16,18-39 16,-18 39-16,16-36 0,-16 36 15,0 0-15,14-42 16,-14 42-16,16-54 0,-3-5 15,-13 59-15,0 0 16,11-58-16,-11 58 16,12-57-16,-2 2 0,-10 55 15,5-58-15,-5 58 16,0 0-16,-3-53 0,1-4 16,-4 5-16,4 6 15,2 46-15,-2-41 0,2 41 16,0 0-16,-9-39 15,0-1-15,-1-4 0,10 44 16,0 0-16,-19-49 16,19 49-16,0 0 15,0 0-15,-19-53 0,-5-1 16,4 0-16,5 9 16,-1 8-16,3 10 0,13 27 15,-14-25-15,14 25 0,0 0 16,-17-25-1,17 25-15,0 0 0,-26-34 16,26 34-16,0 0 16,-28-38-16,-10-9 0,5 6 15,2 5-15,7 4 0,3 7 16,4 5-16,-4 0 16,3-1-16,1 3 15,1 0-15,4 2 0,-4 1 16,6 0-16,-4 2 15,-1-2-15,0 2 0,-1-3 16,1 1-16,2-1 16,0 4-16,0-1 0,1 2 15,-4-2-15,1 3 16,3-3-16,-2 1 0,1-1 16,-3 3-16,0-2 15,-3 1-15,0 0 0,0 1 16,0-2-16,-4-5 15,2 4-15,6 1 0,6 2 16,9 10 0,0 0-16,0 0 0</inkml:trace>
  <inkml:trace contextRef="#ctx0" brushRef="#br0" timeOffset="61210.744">16798 14493 0,'0'31'0,"0"-3"0,0 0 0,0 1 0,-5 2 0,-3-1 0,3 7 0,-2-4 0,7-33 0,-11 32 0,11-32 0,0 0 0,-7 37 0,7-37 15,-13 38-15,13-38 0,0 0 16,0 0-16,-16 44 0,16-44 15,0 0-15,0 0 16,-23 42-16,23-42 16,0 0-16,0 0 0</inkml:trace>
  <inkml:trace contextRef="#ctx0" brushRef="#br0" timeOffset="61582.542">16764 14350 0,'6'-6'0,"-1"1"0,3-3 16,-1 0-16,9 3 15,4 1-15,-4 1 0,-2 3 16,5-2-16,5 4 15,-7 1-15,1 5 0,-8 1 16,6 7-16,-3 7 16,2 0-16,-5 0 0,-2-5 15,-6 3-15,1 1 16,-3 3 0,-3-3-16,-7-2 0,-2 1 15,-6-3-15,5 1 0,-3-5 16,2-1-16,-7-2 0,-1-7 15,5-1-15,1 0 0,1-3 16,15 0-16,0 0 16,0 0-16</inkml:trace>
  <inkml:trace contextRef="#ctx0" brushRef="#br0" timeOffset="61967.734">17314 14189 0,'0'9'0,"0"3"0,0-3 0,0 9 0,0 4 0,0 9 0,0-3 0,0 4 0,0 1 16,0 0-16,0 6 16,-5-1-16,5-38 0,-5 47 15,5-47-15,0 0 16,-7 58-16,-3 12 16,0-5-16,6-19 15,-1-3 1,5-7-16,0-36 0,0 0 15,0 0-15,-3 33 16,3-33-16,0 0 0,0 0 16,5 31-16,-5-31 15,0 0-15,0 0 0</inkml:trace>
  <inkml:trace contextRef="#ctx0" brushRef="#br0" timeOffset="62560.768">17626 14740 0,'6'0'16,"-1"-5"-16,13 3 0,2-7 16,5 1-16,-8 1 15,-4 0-15,-5-4 0,-6 0 16,-4-1-16,-1 2 15,-2 2-15,-6-1 0,-1 2 16,-1 6-16,2 1 16,-2 1-16,-5 5 0,-2 4 15,2 1-15,0 0 16,5 6-16,-2 1 16,5 2-16,2 0 0,6 3 15,2 0-15,5-2 16,2 2-16,1-5 0,3-2 15,1-1-15,6-4 0,-3-4 16,1-2-16,-1-2 16,3-6-16,3 2 15,-5-5-15,2-3 0,-3-1 16,3-1-16,-6 0 16,2-3-16,-7 0 15,3-3-15,-3 5 0,-1-1 16,-3 4-16,2-1 15,-5 3-15,2 3 16,-2 1-16,0 3 16,0 3-16,3 1 0,-1 10 15,1 0-15,2 2 16,-1 2-16,2 2 0,-1 1 16,-2 0-16,2-2 15,0-2-15,6-5 16,-2-1-16,1-9 0,5-2 15,-5-7-15,-10 7 0,0 0 16,0 0-16</inkml:trace>
  <inkml:trace contextRef="#ctx0" brushRef="#br0" timeOffset="62830.559">18099 14654 0,'0'-7'15,"0"1"-15,0 5 0,0 1 0,0-3 0,0 3 0,-5 0 0,-3 0 0,-2 0 16,0 3-16,-1 4 16,6 7-16,0 1 15,3 6-15,-1 0 0,3 8 16,-2-4 0,2 0-16,2-6 0,6-2 0,-6-3 15,5 2 1,7 0-16,1-4 0,4-1 15,2-5-15,1-10 0,4-3 16,-26 7-16,0 0 0,0 0 16</inkml:trace>
  <inkml:trace contextRef="#ctx0" brushRef="#br0" timeOffset="63160.516">18304 14740 0,'0'0'15,"0"0"-15,0 0 0,0 0 16,0 0-16,0 0 0,7-5 15,-5 3-15,10-7 16,4 1-16,2-1 0,0-7 16,-8 2-16,2 2 15,1 1-15,0-2 16,0 5-16,-5-3 0,-4 3 16,-8-2-16,-4 2 15,-4 3-15,3 0 0,2-1 16,-6 6-1,0 6-15,-5 1 0,3 2 0,2-2 16,3 6-16,-2 2 16,3 3-16,3 3 15,6 0-15,3 0 0,6 4 16,1-3-16,8-1 16,4-3-16,7-6 0,1-1 15,-30-11-15,0 0 16,0 0-16</inkml:trace>
  <inkml:trace contextRef="#ctx0" brushRef="#br0" timeOffset="63602.659">19139 14544 0,'0'3'15,"0"2"-15,0-2 0,0 4 0,-3 3 0,-12 1 0,-7 2 0,1 3 0,7 1 0,4-2 16,-1 6-16,1 0 0,3 2 16,-1 3-16,5 0 0,0-4 15,9 2-15,2-4 16,2-1-1,0-7-15,5 1 0,6-2 16,-1-7-16,4-4 0,-1-4 16,1-2-1,-2-2-15,-2-6 0,1-3 0,-6-4 16,1 2 0,-9-2-16,-2 0 15,-8-1-15,-3 1 0,-8 0 16,-1 6-16,-5-3 15,2 4-15,-5 4 0,0 0 16,-3-2-16,8 4 16,2 0-16,4 3 15,12 5-15,0 0 0,0 0 16</inkml:trace>
  <inkml:trace contextRef="#ctx0" brushRef="#br0" timeOffset="63981.727">19400 14534 0,'0'7'0,"0"1"16,0 1-16,5-5 0,2-1 16,9 0-16,2-1 0,0 5 15,-9 7-15,1 2 16,-3 1-16,0 0 0,1 7 15,-2 2-15,-4-3 16,1 3-16,-6-1 0,-3 1 16,1-3-16,-2 0 15,2-5-15,0-2 0,0-5 16,-2-2-16,3-1 16,-3-5-16,-3-6 0,-1-3 15,4-4-15,1-2 16,6-1-16,0-5 15,0-2-15,6-1 0,1-2 16,4-3-16,1 0 16,4 1-16,1-4 15,8-1-15,0 2 0,-25 28 0,0 0 16,0 0-16</inkml:trace>
  <inkml:trace contextRef="#ctx0" brushRef="#br0" timeOffset="64521.196">19921 14280 0,'0'10'0,"6"7"16,-5-2-16,5 2 0,-1 3 15,-1 4-15,3 7 16,-2-1-16,-2 3 0,-1 1 15,1 2-15,-3-3 16,0-33-16,-3 36 0,3-36 16,0 0-1,-7 42-15,7-42 0,0 0 0,0 0 16,-10 51-16,10-51 16,0 0-16,0 0 15,-11 37-15,11-37 0,0 0 16,0 0-16,-5 12 15,5-12-15,-6-8 16,-2-7-16,-2-4 0,2 2 16,1 1-16,-4 1 15,-1 2-15,-7-1 16,2 7-16,-1 0 0,18 7 16,0 0-16,0 0 15,-26 0-15,26 0 0,0 0 16,0 0-16,-25 10 15,25-10 1,0 0-16,-23 24 0,23-24 16,-13 30-16,13-30 15,0 0-15,3 33 0,-3-33 16,0 0-16,19 31 0,-19-31 16,27 24-16,-27-24 15,0 0-15,0 0 0</inkml:trace>
  <inkml:trace contextRef="#ctx0" brushRef="#br0" timeOffset="64896.789">20049 14699 0,'0'0'0,"5"0"0,0 0 0,9 0 0,1-6 0,0 4 0,0-3 16,2-5-16,3-1 0,3 1 15,-2-4-15,-9 2 16,-3 3-16,-5-2 0,4-2 16,-6 0-16,1-2 15,-1 2-15,1 2 0,-6 1 16,-2 6 0,0-2-16,-4 4 15,0 0-15,-3 2 0,2 0 0,-8 2 0,2 0 16,-2 7-16,2-1 15,5 6-15,2 1 0,0 1 16,2 0-16,5 4 16,2-2-16,0 0 0,2 0 15,5-1-15,4-1 16,2-3-16,1-8 16,-14-5-16,0 0 0,0 0 15</inkml:trace>
  <inkml:trace contextRef="#ctx0" brushRef="#br0" timeOffset="65322.458">20358 14491 0,'7'2'0,"-2"1"0,6-1 16,2-2-16,5-2 15,-2-3-15,0 3 0,-1-4 31,-1 6-31,1 0 16,-2 3-16,2 7 0,1-1 16,2 13-16,-4-8 15,-5 7-15,-2-3 16,-1 0-16,-3 4 0,-6-2 16,0 1-16,-2 1 15,0-1-15,-3-1 0,2-1 16,0-4-16,-2-3 15,1-3-15,-4-2 16,3-2-16,-2-5 0,2-2 16,2-1-16,4-4 15,2-4-15,6-3 16,-1 0-16,-4-2 0,3 1 16,1-3-16,5 3 15,4-3-15,1 0 0,-3 0 16,-1 3-16,-4-3 15,2-1-15,-2-2 16,3 2-16,-10 19 0,0 0 16,0 0-16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3:50:52.418"/>
    </inkml:context>
    <inkml:brush xml:id="br0">
      <inkml:brushProperty name="width" value="0.05292" units="cm"/>
      <inkml:brushProperty name="height" value="0.05292" units="cm"/>
      <inkml:brushProperty name="color" value="#FF0000"/>
    </inkml:brush>
  </inkml:definitions>
  <inkml:trace contextRef="#ctx0" brushRef="#br0">2502 6806 0,'37'5'0,"5"0"0,-1 0 0,6 1 0,-47-6 0,53 9 0,11 2 0,1 2 0,1-1 0,4 0 0,6 1 0,4-1 0,7 0 16,26-2-16,22 1 0,8 0 16,2-4-16,-1-4 15,2-2-15,9 1 0,2-2 16,14 0-16,8-2 16,3 1-16,9-5 0,-191 6 15,0 0-15,0 0 16</inkml:trace>
  <inkml:trace contextRef="#ctx0" brushRef="#br0" timeOffset="27486.783">26935 4738 0,'10'16'0,"5"8"0,-4 3 0,-4 4 0,-3 0 0,-4 3 0,0-1 0,-1 2 0,2-1 0,-1-34 0,4 38 0,-4-38 0,2 47 0,1 19 0,-1 6 0,-2-72 0,3 72 15,-3 8-15,2 2 16,-2-82-16,0 84 16,0-84-16,-2 126 0,2 21 15,0 1-15,6-24 0,-4-19 16,-2-13-16,-2-3 15,-2-3-15,2 4 0,2 1 16,2 1-16,2 1 16,1 3-16,-1 3 15,-4-5-15,2-1 16,5 1-16,-1-1 0,-5-4 16,5 5-16,-6-6 15,3-2-15,-1 2 0,6-4 16,-8-5-16,5-11 15,-5-5-15,2 3 16,-2-66-16,4 73 0,-4-73 16,5 83-16,-1 1 15,3 11-15,-7-95 0,0 0 16,0 0 0,6 92-16,-6-92 0,-6 103 0,6-103 15,0 0-15,0 0 16</inkml:trace>
  <inkml:trace contextRef="#ctx0" brushRef="#br0" timeOffset="30734.923">26906 4757 0,'0'0'16,"0"0"-16,0 0 0,0 0 0,0 0 0,0 0 0,0 0 0,0 0 0,0 0 0,0 0 0,0 0 16,0 0-16,0 0 0,15 0 15,9 0 1,12 4-16,0 1 0,-2 1 15,-6-6-15,0 0 0,-1-3 16,4-2-16,-31 5 16,36-5-16,-36 5 15,53-5-15,-53 5 16,71-3-16,-71 3 0,87-5 16,-87 5-16,121-5 0,21-4 15,-142 9-15,145-7 0,-145 7 16,142-8-16,-142 8 15,136-4-15,-136 4 16,143-4-16,-143 4 16,135-8-16,-2 2 0,-29 1 0,-13-1 15,-91 6-15,89-5 16,6-1-16,1 2 16,-5-4-1,-3 0-15,-88 8 0,93-11 16,-93 11-16,104-14 15,-104 14-15,125-12 16,10 1-16,-5-2 0,-130 13 0,116-10 0,-116 10 16,112-13-16,-112 13 15,124-10-15,-124 10 16,123-14-16,-123 14 0,116-16 31,-116 16-31,105-16 0,-105 16 16,93-18-16,-15 5 15,-24 0-15,-11 3 0,-43 10 16,0 0-16,43-14 0,-11 4 16,-32 10-16,31-7 15,-31 7-15,0 0 16,0 0-16,28-11 16,3 1-16,-1-2 0,-12 3 15,2 1-15,-9 1 16,2 2-16,-4 2 0,-5-1 15,1 1-15,1 3 16,-3-3-16,-1 3 16,-2 0-16,2-2 0,-2 2 15,3 0-15,-3 0 16,0 0-16,0 2 16,0-2-16,0 0 0,-3 8 15,3-8-15,0 0 16,0 0-16,0 17 15,0-17-15,0 0 0,0 0 16,-4 29-16,4-29 0,-3 35 16,3-35-1,0 0-15,-3 48 0,3-48 16,-3 61-16,3-61 0,0 0 16,0 66-16,0-66 15,0 73-15,0-73 16,3 79-16,-3-79 0,3 79 15,-3-79-15,5 83 16,-5-83-16,5 85 0,-5-85 16,8 108-16,-8-108 15,4 114-15,2 5 0,-6-119 16,6 103-16,-6-103 16,4 92-16,-4-92 15,8 100-15,-4-8 0,-4-92 16,5 95-16,-5-95 0,3 91 15,-3-91 1,3 104-16,-3-104 0,0 104 16,0-104-16,2 110 0,-4-2 15,2-108-15,-8 101 16,8-101-16,-7 97 0,7-97 16,-6 105-16,6-105 15,-2 113-15,-6 1 16,8-114-16,-8 111 15,8-111-15,-7 106 16,-1-9-16,8-97 0,-2 99 16,2-99-16,-8 97 0,0-2 15,4-7-15,-5-14 16,4-16-16,-3-6 0,8-52 16,-2 54-16,2-54 15,-2 62-15,2-62 16,0 77-16,2-3 0,-2-74 15,0 0-15,0 79 16,0-79-16,0 79 16,0-79-16,0 0 15,0 0-15,2 81 0,-2-81 16,0 0-16,0 0 0,8 88 16,-8-88-16,0 0 15,0 0-15,8 100 0,-2-19 16,-4-31-1,-2-22-15,0-28 0,0 0 16,-2 22-16,-4-6 0,2-2 16,0-6-16,0 1 15,4-9-15,-4 6 0,-2-4 16,-3-2-16,5 0 16,4 0-16,0 0 0,-12 0 15,12 0-15,0 0 16,-11-2-16,11 2 0,0 0 15,0 0-15,-22-9 16,22 9-16,0 0 0,0 0 16,-35-7-16,35 7 15,-47-7-15,47 7 0,-65-8 16,65 8-16,-61-6 16,-1 3-1,10-4-15,52 7 0,-49-3 0,49 3 16,-50-3-16,50 3 15,-55 3-15,55-3 0,-59 3 16,0 4 0,1-4-16,58-3 0,-57 6 15,5-1-15,52-5 16,-58 7-16,58-7 0,-64 10 16,4 1-1,60-11-15,-65 15 16,65-15-16,-65 13 0,-3-1 0,68-12 0,-74 13 15,3 1-15,71-14 16,-71 15-16,71-15 0,-73 13 16,-5 3-16,-2-4 15,8-3-15,72-9 16,-69 9-16,3 1 0,66-10 16,-76 13-1,5-2-15,71-11 16,-78 10-16,2-2 0,76-8 15,0 0 1,-86 10-16,-15 1 0,-1 3 16,102-14-16,-93 7 15,10-1-15,18-2 0,65-4 16,0 0-16,-65 6 16,-4 1-16,-1-1 0,11 0 15,2-1-15,7-1 16,50-4-16,-54 6 15,-2 2-15,7-1 0,2-1 16,47-6-16,0 0 0,-45 5 16,45-5-16,0 0 15,-59 4-15,59-4 16,0 0-16,-65 6 0,65-6 16,0 0-16,0 0 0,-66 10 15,66-10-15,0 0 16,0 0-16,-60 7 0,60-7 15,0 0-15,0 0 16,-54 6-16,12-1 0,11 0 16,15-1-16,-2 0 15,2-2-15,2 1 0,7 0 16,-3-1-16,5-2 16,2 0-16,-1 3 0,4-3 15,-1 0-15,-2 0 16,-2-3-16,0 3 0,3 0 15,2 0 1,0 0-16,0 0 0,0-2 0,0 2 16,0 0-16,0 0 15,-3-6-15,3 6 0,0 0 16,-2-6-16,2-1 16,-3 1-16,3 2 15,0 1-15,0-2 0,3 3 16,-3-1-16,0 3 15,0 0-15,0 0 0,0-5 16,0-3-16,0 8 16,0 0-16,0 0 0,-3-12 15,3 12-15,0 0 16,0-10-16,0 10 0,0 0 16,0 0-16,0-18 15,0-1-15,0 19 16,0 0-16,0 0 0,0-23 15,0 1-15,0 22 16,-3-26-16,3 26 0,0 0 16,0 0-16,-3-27 15,-1-3-15,4 30 0,0 0 16,0 0-16,-5-30 16,-1 1-1,6 29-15,0 0 0,0 0 0,-9-29 16,9 29-16,-11-27 15,1 1-15,10 26 16,0 0-16,0 0 0,-10-23 0,2 2 16,-3 1-16,4 1 15,7 19-15,-15-17 16,30 34-16,-45-52 0,30 35 16,0 0-1,0 0-15</inkml:trace>
  <inkml:trace contextRef="#ctx0" brushRef="#br0" timeOffset="36409.755">26899 4822 0,'0'0'16,"0"0"-16,0 0 0,0 0 0,0 0 0,0 0 0,0 7 0,-3 7 0,3 7 0,3-6 0,0 1 0,-3-2 0,0 3 0,-3-2 0,0 0 16,3 1-1,6 2-15,-2-3 16,7 3-16,-3 0 0,-3 2 0,2-1 15,-1 2-15,1 0 16,-7-21-16,0 0 16,0 0-16,5 25 0,-5-25 0,3 35 15,-3-35 1,0 0-16,0 44 0,6 12 0,1-2 16,0-6-16,1-4 0,-8-44 15,0 0 1,5 42-16,-5-42 0,0 0 15,5 52-15,1 4 0,-4 1 16,-2-57-16,0 0 16,5 56-16,-1 1 15,5-3-15,-9-54 0,0 0 16,5 57-16,-5-57 31,9 61-31,-9-61 0,0 0 16,2 66-16,2 2 0,2 0 0,-6-68 15,0 0-15,3 64 0,-3-64 16,6 68-16,-6-68 16,1 68-16,-1-68 15,0 0-15,4 75 0,0-3 32,-4-72-32,5 72 15,-5-72-15,2 66 0,-2 4 16,0-70-16,2 66 15,-2-3-15,0-63 0,4 58 16,-2-4-16,-2-54 16,3 57-16,-3-57 15,0 0-15,3 61 0,-3-61 16,0 70-16,0-70 16,2 73-16,-2-73 0,3 76 15,-3-76-15,0 74 16,0-74-16,0 77 15,0-77-15,0 76 0,0-76 16,-3 75-16,3-75 16,3 75-16,-3-75 0,0 71 15,0-71-15,-3 76 16,3-76-16,-2 74 0,2-74 16,-6 72-16,6-72 15,-6 74-15,2-4 16,4-70-16,-2 69 0,2-69 15,0 0-15,-3 63 16,3 5-16,0-68 0,0 63 16,0-63-16,0 61 15,0-61-15,-2 61 16,2-61-16,-2 56 0,2-56 16,-5 57-16,5-57 15,1 54-15,-1-54 0,0 0 16,4 54-16,-4-54 15,0 0-15,2 53 16,0-1-16,-2-52 0,0 0 16,0 0-16,3 48 15,-3-48-15,0 44 16,0-2-16,0-14 0,-3-7 16,3-4-16,0-17 15,0 0-15,0 0 16,0 13-16,0-13 0,0 11 15,-4-3-15,4-8 0,0 0 16,0 0-16</inkml:trace>
  <inkml:trace contextRef="#ctx0" brushRef="#br0" timeOffset="38395.468">26893 4810 0,'0'0'0,"0"0"0,0 0 0,0 0 0,0 0 0,0 0 0,0 0 0,0 0 0,0 0 0,0 0 0,0 0 0,0 0 0,0 0 0,0 0 15,0 0-15,0 0 16,0 0-16,0 0 0,0 0 16,0 0-16,0 0 15,0 0 1,0 0-16,0 0 16,0 0-16,0 0 0,0 0 0,0 0 0,12-1 15,0 1 1,10-4-16,3 2 0,-3 2 15,1-2 1,4 2-16,-1 0 0,-4-3 0,3 3 31,0 0-31,2-3 0,1 3 0,-28 0 0,0 0 16,31 0-16,-31 0 16,0 0-16,41 0 0,-41 0 15,0 0 1,52 3-16,16-3 0,-3 3 0,-65-3 15,0 0 1,64 0-16,-64 0 16,63 0-16,6 0 0,-8 2 15,-61-2-15,0 0 16,60 0-16,-1 0 16,4 0-16,-63 0 15,0 0-15,0 0 0,61 0 16,4 0-16,-3 0 15,-62 0-15,58-2 16,-2-1-16,-56 3 0,0 0 16,62-6-16,-3 0 15,2 5-15,-61 1 0,53-3 16,1-1-16,-54 4 0,0 0 16,54-6-16,1 0 15,-55 6-15,0 0 16,62-7-16,-62 7 0,0 0 15,72-8-15,-72 8 0,74-9 16,1 3-16,-75 6 16,71-6-16,-71 6 15,0 0-15,72-5 0,-72 5 16,78-5-16,-78 5 16,78-4-16,-78 4 0,81-6 15,-81 6-15,0 0 16,81-1-16,-81 1 0,81-6 15,-81 6-15,82-5 16,-82 5-16,74-8 0,-74 8 16,0 0-16,72-6 15,-72 6-15,0 0 16,76-7-16,-76 7 0,76-4 16,-76 4-16,76-4 15,-9 1-15,-67 3 0,59-5 16,-59 5-16,0 0 0,0 0 15,55-4-15,5-2 16,-60 6-16,0 0 0,61-9 16,-9 8-16,-5-5 15,-47 6-15,37-5 0,-37 5 16,0 0-16,0 0 16,31-5-16,2 3 0,-33 2 15,0 0-15,0 0 16,34-6-16,-3 5 0,-3-2 15,-28 3-15,0 0 16,0 0-16,28-3 16,-28 3-16,0 0 15,0 0-15,28-1 16,-28 1-16,0 0 0,0 0 0,31-4 16,-5 4-16,-26 0 15,0 0-15,0 0 0,26 0 16,-5 0-16,4-2 15,-5-2-15,-5 4 0,0-1 16,-6 1-16,-2-3 16,2 3-16,-9 0 0,0 0 15,0 0-15,5 0 16,-5 0-16,0 0 0,0 0 16,8-3-16,1 3 15,2-3-15,-4 3 0,1 0 16,-1 0-16,0 0 0,-5 0 15,1 0-15,-2 0 16,-1 0-16,0 0 0,0 0 16,2 0-16,-2 0 15,0 0-15,0 0 16,4 3-16,-4-3 0,0 0 16,0 0-16,2 0 0,-2 0 15,0 0 1,0-6-16,-2-1 0,-2-3 0,4 10 15,0 0-15,0 0 16</inkml:trace>
  <inkml:trace contextRef="#ctx0" brushRef="#br0" timeOffset="41503.24">30163 4609 0,'0'0'0,"0"0"0,0 0 0,0 0 0,0 0 0,8 0 0,4 0 0,12 0 0,4 0 0,2 0 16,-3 0-16,-2 0 0,-1 0 15,-2 0-15,0 0 16,0 0-16,4-6 0,5 2 15,-9 0-15,-22 4 16,0 0-16,27-6 16,-27 6-16,28-7 0,-28 7 15,0 0-15,0 0 0,41-10 16,-41 10-16,0 0 16,0 0-16,45-11 0,9-5 15,-7 6-15,-11 1 16,-11 3-16,-4 0 0,0 1 15,-21 5-15,0 0 16,0 0-16,19-4 0,-19 4 16,0 0-16,0 0 15,22-6-15,-22 6 16,0 0-16,0 0 0,16-1 16,-16 1-16,0 0 15,0 0 1,12-3-16,-12 3 0,0 0 0,0 0 15,10 0-15,-10 0 0,9 0 16,-9 0-16,0 0 16,0 0-16,6 4 0,-6-4 15,0 0-15,0 0 16,6 10-16,-6-10 16,0 0-16,0 0 0,8 20 15,-8-20 1,0 0-16,0 0 15,2 30-15,-2-30 0,0 0 0,2 39 16,-2-39 0,0 0-16,4 44 0,-4-44 15,0 0-15,5 67 0,-5-67 16,0 0-16,2 69 0,0 1 16,-2-2-16,-2-12 31,0-5-31,2-2 0,0-49 0,0 50 0,0-50 15,2 51-15,-2-51 16,0 59-16,-2-1 16,2-58-16,-3 63 0,3-63 15,0 61-15,3 6 16,-3-67-16,2 63 16,0 4-1,0-3-15,-2-64 0,0 0 0,-2 66 16,2-5-1,0-61-15,0 65 0,2 0 16,-2-65 0,0 0-16,4 72 0,-4-72 0,2 74 15,0 7-15,-2-81 16,4 76-16,0-7 16,-4-69-16,8 73 15,-8-73-15,2 70 16,3-2-16,-5-68 0,3 69 15,-3-69-15,6 73 16,-6-73-16,7 77 0,3-2 16,0-5-16,-2-2 15,-8-68-15,11 62 16,-11-62-16,6 66 0,-6-66 16,8 69-16,-8-69 15,8 78-15,1-4 16,-9-74-16,4 72 15,-4-72-15,9 72 0,1-1 16,-10-71-16,9 72 0,-3-2 16,-6-70-16,5 66 15,-5-66-15,-2 66 0,2-66 16,0 71-16,-3-5 16,3-66-16,0 67 0,0-67 15,0 0-15,-3 67 16,3-67-16,-4 69 0,4-69 15,-3 72-15,3-72 16,0 0-16,-2 70 16,2-70-16,-3 65 0,3-65 15,-3 67-15,1-12 16,2-55-16,0 0 16,-2 49-16,2-49 0,-3 46 15,-2-2-15,5-44 16,0 0-16,0 0 0,-6 38 15,2-7-15,0-2 16,4-8-16,-3-5 0,3-16 16,0 0-16,0 0 15,-3 16-15,3-16 0,0 0 16,0 0-16,0 16 16,0-16-16,0 0 15,0 0-15,-2 12 0,2-12 16,0 0-16,-3 8 15,-2-6-15,0 2 16,1-4-16,-1 0 16,-1 0-16,3 0 0,3 0 15,0 0-15,0 0 16,-5-4-16,-5 2 16,10 2-16,-13-5 0,3-1 15,0 5-15,-2-5 16,12 6-16,0 0 15,0 0-15,-23-2 0,23 2 16,-26-3-16,-5-3 16,2 1-16,1 3 0,1 0 15,4 2-15,-3-4 16,26 4-16,0 0 0,-31 0 16,31 0-16,0 0 15,0 0-15,-40 0 0,40 0 16,0 0-16,0 0 15,-55 0-15,55 0 16,0 0-16,-77 0 0,77 0 16,0 0-1,-83 4-15,83-4 0,0 0 0,-81 0 16,81 0 0,-86 4-16,-11-1 0,14 5 0,28-5 15,11 2 1,44-5-16,0 0 0,-43 3 0,43-3 15,0 0-15,-58 1 16,-4 5-16,-1-1 16,63-5-16,0 0 0,-61 6 15,61-6 1,0 0-16,-67 7 0,-8-1 16,75-6-16,-71 7 15,71-7 1,-71 4-16,71-4 15,0 0-15,-77 11 0,77-11 16,-78 10-16,1 1 16,7-4-16,70-7 15,-61 8-15,61-8 0,-64 8 16,-3 2-16,67-10 16,-65 7-16,1 4 0,64-11 15,-61 7-15,61-7 16,-61 10-16,61-10 0,-69 11 15,-1-1-15,4 1 16,66-11-16,-61 12 0,61-12 16,-69 14-16,69-14 15,-72 12-15,72-12 0,-71 16 16,71-16-16,-77 16 16,6-2-16,71-14 0,-72 16 15,7-3-15,65-13 16,0 0-16,-70 10 0,70-10 15,-71 10-15,0 1 16,6-4-16,65-7 0,-54 6 16,54-6-16,-55 5 15,55-5-15,-55 4 16,55-4-16,0 0 0,0 0 16,-61 5-16,61-5 0,0 0 15,0 0-15,-66 3 16,2-3-16,64 0 0,0 0 15,0 0-15,-55 0 16,55 0-16,0 0 16,0 0-16,-48-4 0,48 4 15,0 0-15,0 0 16,-43-4-16,9 0 0,9 1 16,11 3-16,0 0 15,6-2-15,1 2 0,3-3 16,-1 3-16,-1-3 15,3 3-15,-3 0 16,5-1-16,1 1 0,0 0 16,0 0-16,0 0 15,-3-4-15,3-2 0,0-4 16,0 3-16,0 7 16,0 0-16,0 0 0,-2-14 15,2 14 1,0 0-16,0 0 0,-3-23 15,0-9-15,-1-7 16,4 39-16,0 0 0,-6-38 16,6 38-16,0 0 0,-3-47 15,-3-15-15,4 6 16,2 56-16,0 0 0,-11-50 16,-9-8-16,20 58 15,0 0-15,0 0 0</inkml:trace>
  <inkml:trace contextRef="#ctx0" brushRef="#br0" timeOffset="49141.08">27084 5709 0,'16'-5'0,"2"5"15,-2-2-15,3 2 0,-4 0 0,9 0 0,-5 0 0,1 0 0,-2-6 0,1 4 0,5-4 0,-2 6 0,-5-2 0,-17 2 0,29-2 0,-29 2 0,37-6 16,-37 6-16,0 0 16,49-5-16,12-1 15,3 0-15,-64 6 0,64-4 16,-64 4-16,71-7 15,2 2-15,-73 5 0,75-7 16,-75 7-16,77-9 16,-77 9-16,84-9 0,23-5 15,-107 14-15,113-9 16,-7-3-16,-106 12 0,92-7 16,-92 7-1,91-11-15,-4 1 16,-87 10-16,84-10 0,-84 10 0,86-8 15,-5 4-15,-81 4 16,73-6-16,-73 6 16,69-1-16,-69 1 0,77-4 15,-77 4-15,84-4 16,-84 4-16,101-6 16,-101 6-16,0 0 0,101-8 15,-101 8-15,97-8 0,-97 8 16,94-6-16,-94 6 15,0 0-15,87-7 0,-87 7 16,80-10-16,-80 10 16,0 0-16,65-8 15,-65 8-15,59-7 0,1-1 16,-60 8 0,0 0-16,55-10 0,-55 10 0,55-7 31,-55 7-31,60-6 0,-6-1 0,-8-1 15,-5 3 1,-11 2-16,-30 3 0,26-3 16,-26 3-16,0 0 15,28-5-15,-28 5 0,0 0 16,37-10-16,0 3 16,3-4-16,-5 2 0,-5 5 15,-30 4-15,0 0 16,30-9-16,-30 9 0,31-9 15,1 2-15,-32 7 16,31-10-16,-1 2 16,-30 8-16,32-8 0,-1 3 15,-5 0-15,-26 5 0,0 0 16,0 0-16,21-6 16,5-2-16,-2 1 0,-5 2 15,-7 2-15,-3-5 16,0 3-16,-9 5 0,0 0 15,0 0-15</inkml:trace>
  <inkml:trace contextRef="#ctx0" brushRef="#br0" timeOffset="51491.54">27801 5217 0,'6'24'0,"-6"7"0,3 0 0,-3-2 0,-3 0 0,1 1 0,-3-7 0,3-8 0,-4 3 0,0-4 0,2-2 0,-5-7 0,3-8 15,-4-2-15,7-5 0,0 2 16,-2 0-16,-2-4 16,7 12-16,0 0 0,0 0 15</inkml:trace>
  <inkml:trace contextRef="#ctx0" brushRef="#br0" timeOffset="51761.772">27727 5264 0,'-3'-10'15,"-1"3"-15,2-4 16,-1 1-16,3-2 16,8-4-16,3-2 0,1 2 31,-3 4-31,3 4 0,0 3 16,3 5-16,3 0 15,-4 2-15,-1 4 0,-4-1 16,4 2-16,1 1 15,1 5-15,2 3 0,1-1 16,0 3-16,1 0 16,-5 2-16,5 1 0,1 2 15,1-2-15,-21-21 16,0 0-16,0 0 16,19 21-16,-19-21 0,0 0 15,0 0-15,14 17 16,0-6-16,-14-11 0,0 0 15,0 0-15</inkml:trace>
  <inkml:trace contextRef="#ctx0" brushRef="#br0" timeOffset="52022.936">28220 5064 0,'0'0'0,"4"0"16,0 0-16,5 8 0,-3 5 16,3-2-16,-4 6 15,-3 6-15,4 2 0,-1 6 16,-1 1-16,0-2 0,-2-2 16,0 4-16,-2-7 0,0 0 15,2-1 1,-2-1-16,0-10 0,0-5 0,0-8 15,0 0-15,0 0 16</inkml:trace>
  <inkml:trace contextRef="#ctx0" brushRef="#br0" timeOffset="52507.807">28691 5211 0,'0'0'0,"-9"0"0,-3 0 15,0 0-15,1 0 16,-1 0-16,-1 0 0,-4 7 16,-3 7-16,0 1 15,7-3-15,0 1 0,2 0 16,2 3-16,1 0 15,-4 1-15,8-3 0,0-1 32,4 4-32,0-10 0,0 0 15,0-1-15,2-3 0,2-1 0,5 1 16,-2-6-16,4-2 16,2-5-16,-1 0 0,7-4 15,-5 4-15,-5-2 16,5 2-16,-3 0 0,-2 2 15,0 0-15,2 5 0,-7 1 16,2 2-16,0 5 16,-4 0-16,0 2 15,-2 3-15,2 1 0,1-2 16,0 4-16,-1-2 16,1-2-16,4-5 0,2-1 15,-8-7-15,-1-5 0,0 9 16,0 0-16,0 0 15</inkml:trace>
  <inkml:trace contextRef="#ctx0" brushRef="#br0" timeOffset="52998.659">28849 5224 0,'0'2'0,"0"1"0,0 0 0,6-1 16,-1 5-16,5 5 15,-2 7-15,-2 1 0,-4 5 16,0-8-16,1 2 15,-3-8-15,0-3 0,0-5 16,0-6-16,0-2 16,1-1-16,2-2 0,0-1 15,0-1-15,3 0 16,-2-3-16,2 0 0,3 3 16,0 0-16,-3 2 15,3-1-15,1 7 16,0 0-16,0 2 15,0 4-15,-2 5 16,0-1-16,-1 2 16,-3-2-16,0-3 0,2 0 0,-6 0 31,2-2-31,-2-3 0,2 0 0,0-5 0,2-3 16,-2-1-16,3-1 0,4 0 31,-2-1-31,4-2 15,1 1-15,2 2 0,0 2 16,-4 1-16,5 5 16,-2 2-16,1 2 0,-4 4 15,-4-1-15,3 5 16,-4-1-16,-3 4 0,-4 0 16,0 1-16,-3-5 15,2-1-15,3-5 16,0-3-16,0 0 0,0 0 0</inkml:trace>
  <inkml:trace contextRef="#ctx0" brushRef="#br0" timeOffset="53345.204">29355 5217 0,'5'7'0,"-1"1"0,3-4 0,5-2 0,-3-2 15,3 3-15,-6-6 0,0-1 0,1-4 0,2 0 16,0-7-16,2 0 16,-6 0-16,2 1 0,-3 7 15,-4-1-15,2 0 16,-4 4-16,0-2 0,-3 6 16,-6-2-16,0 2 15,2 5-15,-5 0 0,2 2 16,0 4-16,6-2 15,-3 5-15,5-1 0,4 0 16,4 3-16,5-4 16,0-3-16,6 1 15,0-1-15,5-2 0,1-1 16,-4-6-16,1-6 0,-18 6 16,0 0-16,0 0 0</inkml:trace>
  <inkml:trace contextRef="#ctx0" brushRef="#br0" timeOffset="54402.434">27903 5342 0,'4'2'0,"-2"1"0,10-2 0,-2-1 0,-1 0 16,3 5-16,-2-1 0,0 0 0,-2-1 0,2 0 0,-1 0 0,-1-1 15,3 7 1,-4 2-16,2 0 0,-4-5 0,0 2 15,6 3-15,-5-4 16,7 2-16,1 1 0,-2-3 16,-1 5-16,0-4 15,1-1 1,-2 3-16,-4-2 0,3 3 16,-2-6-16,-7-5 15,0 0-15,0 0 0,11 6 0,-11-6 31,0 0-31,0 0 0,15 4 16,-15-4-16,0 0 16,0 0-16,16 4 15,-16-4-15,0 0 16,0 0-16,12 3 0,-12-3 16,0 0-16,0 0 15,11-3-15,-11 3 16,0 0-16,8-8 0,-8 8 15,4-14-15,2-4 16,-3-3-16,-1 6 0,-2-3 16,0 0-16,0 0 15,-2-3-15,4 0 0,-2 4 16,0 2-16,3-6 16,-3 2-16,0 2 0,-3 1 15,3-2-15,-2 3 16,2 15-16,2 15 0,-7-68 15,5 53-15,0 0 0,0 0 16</inkml:trace>
  <inkml:trace contextRef="#ctx0" brushRef="#br0" timeOffset="55412.847">27118 6561 0,'0'0'0,"0"0"0,0 0 0,0 0 0,0 0 16,0 0-16,5 0 0,0 0 0,5 0 0,-3 0 0,1 0 15,0 0-15,7 0 16,2 6-16,5-2 16,-1-2-16,2-2 0,-2 0 15,-2 0-15,2 0 16,0 0-16,0 0 15,7 4-15,-28-4 16,36-4-16,-36 4 0,46-2 0,15 0 16,5 0-16,-3 2 15,-2 0-15,-61 0 0,65 0 16,-65 0-16,82 0 16,-82 0-16,87-4 15,-87 4-15,126-2 0,-126 2 16,154-4-16,-154 4 0,166 0 15,-8 0-15,-30 0 16,-36 0-16,-11 0 16,-20 0-16,3 0 0,-64 0 15,73 0-15,9 0 0,-82 0 16,89 0-16,23 0 16,-112 0-16,127-3 15,-8-2-15,-12-3 0,-17 3 16,-7 0-16,-83 5 15,73-3-15,-73 3 0,77-3 16,-77 3 0,88-4-16,-88 4 0,107-8 0,-107 8 15,108-10-15,-16-1 16,-92 11-16,0 0 0,83-13 16,-83 13-16,0 0 15,0 0-15,51-12 0,-51 12 16,0 0-16,39-20 15,-39 20-15,20-26 16,-20 26 0,0 0-16,0 0 0</inkml:trace>
  <inkml:trace contextRef="#ctx0" brushRef="#br0" timeOffset="56340.734">27892 6145 0,'0'0'0,"0"0"0,0-7 0,0-9 0,-4-4 0,-2-1 0,3 6 0,-1 2 0,-4 5 16,-5 6-16,-2 4 0,-2 6 15,5 2-15,-6 5 31,-3 4-31,-1 1 16,-3 1-16,9 2 0,0 0 16,3 0-16,6-2 15,1 2-15,9-7 0,0 3 16,4-5-16,1-3 16,-1-3-16,2-2 15,3-6-15,-3-3 16,6-2-16,-3-8 0,0 1 15,7-4-15,-1-1 16,-2-1-16,-1-4 0,-2 6 16,-3-3-16,0 2 0,-4 6 15,-1 0-15,-4 4 16,2 3-16,3-2 16,-1 6-16,-1 0 0,0 6 15,1 1-15,-3 3 16,0 2-16,-2 3 0,2 4 15,2-5 1,2 5-16,0-1 0,2-3 0,-4 1 16,2-3-16,-1-5 15,0-5-15,4-9 0,-9 6 16,0 0-16,0 0 16</inkml:trace>
  <inkml:trace contextRef="#ctx0" brushRef="#br0" timeOffset="56562.556">28144 5938 0,'6'0'0,"0"0"0,1 0 16,0 0-16,2 0 0,2 7 0,-1 5 0,-5 4 0,2 8 0,-1 1 15,-4 0-15,-2 0 16,0 2-16,-2 8 0,-4-6 15,-3 5-15,9-34 16,0 0-16,0 0 0,-6 31 16,1 0-16,5-31 15,0 0-15,0 0 16</inkml:trace>
  <inkml:trace contextRef="#ctx0" brushRef="#br0" timeOffset="56733.179">28012 6243 0,'6'4'0,"-6"0"0,5-4 16,-1-3-16,5 2 16,1-5-16,8-1 0,11-2 15,0-1-15,5-5 16,-9-4-16,-13 1 0,-12 2 16,0 16-16,0 0 15,0 0-15</inkml:trace>
  <inkml:trace contextRef="#ctx0" brushRef="#br0" timeOffset="56939.959">28355 5935 0,'5'0'0,"-2"3"0,1 4 16,-4 5-16,2-6 0,1 2 15,1 2-15,3 8 16,0 8-16,-3-4 16,5 7-16,-6-1 0,4-2 15,-2 0-15,-2-4 16,-3 7-16,0-29 0,0 0 15,0 0-15,-3 31 16,3-31-16,3 28 0,-3-28 16,0 0-16,0 0 15</inkml:trace>
  <inkml:trace contextRef="#ctx0" brushRef="#br0" timeOffset="57090.256">28298 6238 0,'0'0'15,"0"-4"-15,4 0 0,2-4 16,8-3-16,3 0 16,5 2-16,7-4 15,-10 2-15,3 3 16,-22 8-16,0 0 0,0 0 16</inkml:trace>
  <inkml:trace contextRef="#ctx0" brushRef="#br0" timeOffset="57581.67">28467 6235 0,'0'0'16,"6"0"-16,-3-5 16,2 3-16,5-7 0,3 1 0,7 0 15,2-4-15,2 5 16,-3 4-16,1-2 15,0 5-15,6-3 0,-6 6 16,-3 2-16,-1 5 16,-3 2-16,-2-4 15,-8 3-15,-1-3 0,-1 0 16,0 1-16,-6-2 16,0-2-16,-1-1 0,2 0 15,-4 0-15,2-2 16,4-2-16,0 0 0,0-6 15,4 2-15,-1-3 16,3-2-16,5-4 16,5-4-16,-16 17 0,15-23 15,-15 23-15,0 0 0,0 0 16,22-23-16,-22 23 16,0 0-16,0 0 15,29-15-15,-29 15 0,0 0 16,29 0-16,-29 0 15,0 0-15,0 0 16,23 11-16,-23-11 16,0 0-16,0 0 0,13 27 15,-13-27-15,0 0 0,0 0 16</inkml:trace>
  <inkml:trace contextRef="#ctx0" brushRef="#br0" timeOffset="57706.774">29009 5924 0,'0'0'0,"4"-7"0,-2-1 0,6-4 0,2-1 0,-10 13 0,0 0 0,0 0 0</inkml:trace>
  <inkml:trace contextRef="#ctx0" brushRef="#br0" timeOffset="58103.145">29124 5794 0,'6'4'0,"-2"4"15,9 1-15,0 0 16,0 9-16,-3 3 0,-2 0 16,-2-1-16,0 8 0,-3 0 15,-6 4-15,1 1 16,-2-1-16,4-32 0,0 0 16,0 0-1,-2 34-15,2-34 0,0 0 16,0 0-16,0 31 0,0-31 15,0 0-15,2 21 0,9-11 16,3-10 0,-2-6-16,-2 2 0,3-5 15,-2 0-15,0 3 0,-2 2 16,2 0 0,0 2-16,-11 2 0,0 0 0,0 0 15,11 8-15,-11-8 16,0 0-16,0 0 0,12 17 15,-12-17-15,0 0 16,7 22-16,-7-22 0,0 0 16,0 0-16,-9 22 15,9-22 1,0 0-16,-15 6 0,15-6 0,0 0 16,0 0-16</inkml:trace>
  <inkml:trace contextRef="#ctx0" brushRef="#br0" timeOffset="58478.879">29562 6072 0,'0'0'0,"6"4"0,-3 6 0,10 6 0,2 4 0,1-1 16,-4-1-16,-5-6 0,2 1 0,-2 0 15,-2-6-15,1 0 16,-2-3-16,5-4 15,-4-4-15,5-3 0,-3-3 16,7-6 0,-4 1-16,2 3 0,-2-3 0,-2 1 15,-3 3-15,-1 2 16,2 4-16,-2 2 0,0 3 31,2 3-31,-1 4 0,-1 4 0,5 2 16,-4 2-16,-4 1 0,5-4 15,-1 3-15,-1-1 16,2-4-16,0-3 0,0-7 16,0-6-1,-1-2-15,4-6 0,1-8 16,-2 0-16,-8-4 0,0 26 16,0 0-16,0 0 15</inkml:trace>
  <inkml:trace contextRef="#ctx0" brushRef="#br0" timeOffset="58677.504">30027 5773 0,'4'2'0,"2"1"16,4 0-16,6 0 15,0 4-15,-1 8 0,-4 3 16,-1 6-16,-3-1 16,1 5-16,0 3 0,-3-1 15,-2 4-15,-1 0 16,-2-34-16,0 0 0,0 0 15,-5 32-15,5-32 16,0 0-16,-7 31 0,7-31 16,0 0-16,0 0 15</inkml:trace>
  <inkml:trace contextRef="#ctx0" brushRef="#br0" timeOffset="58840.487">30027 6081 0,'0'3'16,"0"-1"-16,0-2 0,0-5 15,7 0-15,1 2 0,3-3 16,-1 2-16,3-5 16,5 2-16,6-4 0,-6 0 15,1-5-15,-3 4 16,-16 12-16,0 0 16,0 0-16</inkml:trace>
  <inkml:trace contextRef="#ctx0" brushRef="#br0" timeOffset="59201.746">30300 5963 0,'4'8'0,"2"-1"16,-3-1-16,3-1 0,1 0 16,2 0-16,2 0 0,4-2 15,0-3-15,1 0 16,0-8-16,3 1 16,0-7-16,-4 3 0,-3-3 15,-2-7-15,-9 6 16,1-3-16,-2 5 0,-2 0 15,1 3-15,-4 3 16,-4 1-16,-5 9 0,-2 0 16,-3 4-16,-1 3 15,0 3-15,3 3 16,1 2-16,6 5 0,4-1 16,1 2-16,5-2 15,5 3-15,1-7 16,4 4-16,4-4 0,3-5 15,7-3-15,1-8 16,5-2-16,2-8 0,-6-1 16,-7-7-16,3-7 15,-22 23-15,0 0 0,0 0 16</inkml:trace>
  <inkml:trace contextRef="#ctx0" brushRef="#br0" timeOffset="59358.274">30730 5853 0,'-2'0'0,"0"0"16,0 0-16,2 0 0,0 6 15,-3 0-15,-4 4 16,3 6-16,-1 4 0,0 4 16,-2-2-16,0 2 15,2-1-15,-1 1 0,-5-7 16,-2 1-16,-1-3 16,1-2-16,-2-2 0,15-11 15,0 0-15,0 0 16</inkml:trace>
  <inkml:trace contextRef="#ctx0" brushRef="#br0" timeOffset="60412.196">27913 7034 0,'-6'-7'0,"4"2"0,0 2 0,-1-3 0,-3-1 0,-3 4 0,-1 3 0,-8 7 0,3 10 0,-5 3 0,5 3 0,6-7 0,-3 7 0,8-5 16,-1-1-16,1 5 0,2-6 16,4 2-16,4 4 15,1-8-15,5 5 0,-3-8 16,4-1-16,0-5 15,2-5-15,4 0 16,-1-9-16,-3 3 0,4-7 16,-5-4-1,-1 3-15,0-5 16,-4-2-16,-1-1 0,-4 0 16,-8 3-16,0 0 0,-4 4 15,-4 0-15,-3 2 0,1 3 16,-2 1-16,-3 7 15,19 2-15,-31-2 0,11 10 0,-2-1 16,22-7-16,0 0 16,0 0-16</inkml:trace>
  <inkml:trace contextRef="#ctx0" brushRef="#br0" timeOffset="60663.501">27995 7013 0,'4'9'0,"4"-2"0,3-2 16,13 8-16,-2 6 16,2 0-16,-10 7 15,0-3-15,-8 3 0,0 4 16,0 4-16,-6-34 0,0 0 16,2 43-16,-2-43 15,-2 62-15,2-62 16,0 0-16,0 0 0,-3 63 15,8-11 1,-5-52-16,0 0 0,0 0 0</inkml:trace>
  <inkml:trace contextRef="#ctx0" brushRef="#br0" timeOffset="60950.736">28029 7106 0,'0'0'0,"0"-9"15,7-2-15,-4-5 0,4-1 16,4-5-16,5 7 16,-4 8-16,1 4 0,0 3 15,-2 0-15,6 3 16,-2 1-16,1 7 0,-5-1 16,-2 3-16,-6 0 15,4 2-15,-7 0 0,-7 1 16,6 0-16,-6-2 15,-1 0-15,-3 2 16,-1-3-16,-3 0 0,-2-5 16,-3-2-16,20-6 0,0 0 15,0 0-15</inkml:trace>
  <inkml:trace contextRef="#ctx0" brushRef="#br0" timeOffset="61261.306">28344 7186 0,'8'4'0,"-5"-2"0,2-2 16,2-6-16,4-1 0,5 2 15,-5-14-15,-7 0 16,5 2-16,-2 1 0,-1 3 16,-4 1-16,1 0 15,-3 0-15,0 2 16,-3 0-1,1 5-15,-1 0 0,-4 3 0,-1 2 0,0 5 16,1 4-16,-1 2 16,1 5-16,-2 0 15,4 2-15,-1 1 16,4-1 0,4 1-16,2-5 15,1 1-15,8-1 0,0-4 16,5-5-16,-3-5 15,2-8-15,-17 8 0,0 0 16,0 0-16</inkml:trace>
  <inkml:trace contextRef="#ctx0" brushRef="#br0" timeOffset="61638.992">28616 7031 0,'-9'7'15,"5"-1"-15,2-6 16,2-6-16,-3-1 0,3 3 15,0 1-15,5 1 16,3-1-16,3 6 0,1 2 16,3 4-16,3 2 15,4-4-15,-7 9 0,-3-1 16,-2 3-16,-2-2 16,-3-1-16,3 1 0,-2 0 15,-4-7-15,-1 1 16,2 1-16,-3-7 0,0 2 15,3-3-15,-6-1 16,3-2-16,-3-2 0,3-7 16,-1-1-16,1-2 15,0-6-15,0 0 0,1-2 16,2 1-16,0 1 16,0 3-16,2 2 0,-4 0 15,5 3-15,4 0 16,-10 10-16,0 0 0,0 0 15</inkml:trace>
  <inkml:trace contextRef="#ctx0" brushRef="#br0" timeOffset="62081.013">29062 7036 0,'0'-5'0,"0"1"0,0-4 15,0-1-15,0 5 0,-4-2 16,-4 3-16,-5 3 16,-7 0-16,1 6 15,-4 7-15,0 2 0,-3 1 16,7 4-16,7-2 16,5-3-16,5-2 0,2 1 15,5-3-15,-1 4 16,2-8-16,7 0 0,-1-7 15,3 0-15,-2-4 16,5-4-16,0 0 0,3-3 16,-3-3-16,0 1 15,-5-4-15,-2 3 16,-5-1-16,0 5 0,0 1 16,-2 1-16,0 3 15,-4 5-15,2 5 0,-2 6 16,2-1-16,2 3 15,2-1-15,-3 6 0,3-2 16,-5-1-16,2 1 0,5-4 16,-4-5-16,4 1 15,2-8-15,-10 0 16,0 0-16,0 0 0</inkml:trace>
  <inkml:trace contextRef="#ctx0" brushRef="#br0" timeOffset="62303.076">29329 6872 0,'0'0'0,"0"0"0,4 0 0,3 0 16,2 10-16,0 3 0,-3 8 0,3 1 0,-2 10 0,-1 1 15,-4 0-15,-2 5 16,0-3-16,-2 0 0,-4-4 15,2-7-15,-8-10 0,3-3 16,7-11-16,2 0 16,0 0-16,0 0 0</inkml:trace>
  <inkml:trace contextRef="#ctx0" brushRef="#br0" timeOffset="62602.98">29299 7100 0,'-3'3'0,"1"3"0,2-6 16,5-3-16,6 0 16,0-3-16,11-1 0,-4 2 15,4-1 1,-1-3-16,-4-7 0,-1 0 0,-1 5 16,-1 3-16,-4-1 15,-1 2-15,4 1 0,1 4 16,-1 2-16,-1 2 15,2 4-15,1 1 16,-6 5 0,0 4-16,-4 3 0,-4 3 0,-1 5 0,-1-6 31,-8-1-31,4-4 0,1-5 16,1-6-16,3-5 15,0 0-15,0 0 0</inkml:trace>
  <inkml:trace contextRef="#ctx0" brushRef="#br0" timeOffset="62750.426">29568 6949 0,'0'0'0,"0"-2"0,5-1 16,-3-3-16,3-1 15,1-6-15,-6 13 0,0 0 16,0 0-16</inkml:trace>
  <inkml:trace contextRef="#ctx0" brushRef="#br0" timeOffset="63084.517">29781 7022 0,'0'7'16,"5"2"-16,-3 2 0,7 6 16,-3-1-16,3 2 15,-4 6-15,-4 2 0,-1 2 16,3-7-16,-3-7 15,0 2-15,3-9 16,3-1-16,4-6 0,-3-2 16,5-6-16,-2 0 0,1-5 15,5 1-15,-3-8 16,-1 7-16,-6-6 0,-6 1 16,0 0-16,-3-1 15,0 5-15,-3 3 0,-2-2 16,1 6-16,-3-2 15,-2 5-15,0-1 0,-5 5 16,2 0-16,2 0 16,1-2-16,9-1 0,11-5 15,6 1-15,-14 7 16,0 0-16,0 0 0</inkml:trace>
  <inkml:trace contextRef="#ctx0" brushRef="#br0" timeOffset="63432.174">30019 6978 0,'6'1'16,"0"6"-16,3 2 16,-4 5-16,3 4 0,-1 2 0,-1 0 15,-1-1 1,-1-2-16,-4-1 16,1-6-16,-1-3 0,0-1 0,0-4 0,0-2 15,0 0-15,3-6 16,5-1-16,-4-2 0,2-2 15,-1 3-15,2-5 16,4-2-16,5-3 16,-2-1-16,1 5 0,-3-1 15,2 1-15,0 4 0,1 3 16,-2 4-16,-2 3 16,0 4-16,1 7 15,0 2-15,-3 6 0,3-3 16,-8 6-1,2 0 1,-1 5-16,-3-7 0,0-5 16,-2-15-16,0 0 15,0 0-15</inkml:trace>
  <inkml:trace contextRef="#ctx0" brushRef="#br0" timeOffset="64162.176">30593 6931 0,'0'0'0,"0"0"0,0-4 0,0 0 16,0-1-16,0 0 0,-6 5 0,-5-3 0,5 3 0,-5 3 0,-4 2 15,-3 8-15,-4 3 16,7 0-16,6 0 0,0 0 16,5-2-16,1 1 15,6-1-15,-1 5 16,7-1-16,-1-1 16,3 0-16,0-2 15,2-1-15,-6 3 0,-1-2 0,-6 1 16,-5 4-16,-7-4 15,-6-4-15,18-12 0,0 0 16,0 0-16</inkml:trace>
  <inkml:trace contextRef="#ctx0" brushRef="#br0" timeOffset="81618.47">26219 13872 0,'26'8'0,"-1"5"0,-11-4 0,0 5 0,-6-7 0,-1 1 0,5 0 0,-6-6 0,2 0 0,3-2 0,1 0 0,7-7 0,-2-1 0,5-6 15,1-5-15,-1 1 16,-1-6-16,-21 24 15,23-25-15,-23 25 0,0 0 16,29-31-16,-29 31 16,33-39-16,-33 39 0,0 0 15,40-50-15,-4 3 0,-6 1 0,-8 10 16,-13 8-16,-3 5 31,2-1-31,-8 24 0,0 0 0,0 0 16</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3:53:38.422"/>
    </inkml:context>
    <inkml:brush xml:id="br0">
      <inkml:brushProperty name="width" value="0.05292" units="cm"/>
      <inkml:brushProperty name="height" value="0.05292" units="cm"/>
      <inkml:brushProperty name="color" value="#FF0000"/>
    </inkml:brush>
  </inkml:definitions>
  <inkml:trace contextRef="#ctx0" brushRef="#br0">12620 7932 0,'58'0'0,"-58"0"0,76 0 0,11 0 0,-87 0 0,120 9 0,1 6 0,-121-15 0,0 0 0,0 0 0</inkml:trace>
  <inkml:trace contextRef="#ctx0" brushRef="#br0" timeOffset="950.266">3429 9101 0,'43'-2'0,"10"-5"0,8-3 16,14 0-16,13 1 0,18 1 15,-2-5-15,-104 13 16,0 0-16,0 0 0</inkml:trace>
  <inkml:trace contextRef="#ctx0" brushRef="#br0" timeOffset="1358.875">6561 8936 0,'0'-2'0,"0"-7"0,5-6 15,3 1-15,13-1 0,8 2 0,4 2 0,4 5 0,12 6 16,23 3-16,5 8 0,8 5 16,30 9-16,-115-25 15,0 0-15,0 0 16</inkml:trace>
  <inkml:trace contextRef="#ctx0" brushRef="#br0" timeOffset="2232.096">11894 8907 0,'30'-8'0,"3"0"0,3 3 0,2 1 0,3 3 0,-1-2 0,10 6 0,-50-3 0,57 1 0,16 10 0,1 2 0,-74-13 16,77 20-16,8 5 0,-85-25 15,0 0-15,0 0 0</inkml:trace>
  <inkml:trace contextRef="#ctx0" brushRef="#br0" timeOffset="27045.071">12602 9953 0,'67'-7'0,"-67"7"0,77-8 0,8-2 0,20 2 0,-8 6 0,-97 2 0,97-3 0,-2 0 0,-95 3 0,101 0 0,-5 3 0,-7 6 0,-89-9 16,0 0-16,0 0 0</inkml:trace>
  <inkml:trace contextRef="#ctx0" brushRef="#br0" timeOffset="54064.815">21977 5509 0,'0'0'0,"0"0"0,0 13 0,0 14 0,0 12 0,0 1 0,0-7 0,0 10 0,0-9 0,0-5 0,0-29 15,-2 35-15,2-35 0,-3 48 16,3 24-16,0 5 16,3 2-16,-3-1 15,0 1-15,-3-3 0,3 5 16,0-81-16,-3 89 0,1 30 15,-1 19-15,0-4 16,-1-9-16,2-22 16,-2-11-16,10-3 0,-2 0 15,4 2-15,6 3 0,1-2 16,5 1-16,-1-4 16,0 1-16,-5-3 15,-2 2-15,-5-2 0,-2-6 16,-3-8-16,5-6 0,-7-67 15,7 79-15,-7-79 16,10 87-16,6 24 0,-16-111 16,17 116-1,-2-21-15,-15-95 16,0 0-16,0 0 0</inkml:trace>
  <inkml:trace contextRef="#ctx0" brushRef="#br0" timeOffset="56572.094">21951 5511 0,'0'0'16,"16"0"-16,7 0 0,15 0 0,1 0 0,2 0 0,2 0 0,7 0 0,-50 0 0,58 0 0,14-8 0,-72 8 15,85-7-15,19-8 16,-104 15-16,112-11 16,-3-5-16,6 9 0,-9-4 15,-10 7-15,-2-6 16,7 2-16,-2-5 0,7-3 15,-2 3-15,3 2 16,-3 4-16,4 0 0,1-1 16,-5 1-1,5-1-15,-1 1 0,11-7 0,-3 7 16,-3 1-16,-4 1 16,0-2-16,-5-1 0,2-1 15,3 1-15,-2 2 16,-1 0-16,-6-1 0,5-1 15,-3 6-15,3-4 16,3 5-16,0-7 0,-3 2 16,-4 1-16,-7-3 15,1-2-15,-1-3 0,-94 13 16,105-10-16,-4-3 16,5 1-16,-106 12 0,110-16 15,8 3-15,-3 0 0,-115 13 16,113-10-16,-113 10 15,115-11-15,-115 11 16,118-8-16,-7-1 16,-111 9-16,96-8 15,-15 0-15,-20 1 0,-61 7 16,57-11-16,-57 11 16,0 0-16,62-13 0,-62 13 15,66-15-15,-1 0 16,-65 15-16,55-14 0,-55 14 15,0 0-15,47-15 0,-47 15 16,0 0-16,0 0 16,44-15-16,-10 6 15,-10 0-15,-9 5 0,-15 4 16,0 0-16,0 0 16,15 2-16,-15-2 15,0 0-15,9 7 0,0 10 16,1 4-16,-6 2 0,4 1 31,-3 2-31,-5-26 0,0 0 16,4 30-16,5 9 15,-9-39-15,7 49 0,6 13 0,1-4 0,-14-58 16,15 61-16,-1 3 16,-14-64-1,12 78-15,-12-78 16,13 86-16,5 25 15,-18-111-15,25 135 0,-4-9 0,-6-13 0,-2-20 32,0-16-32,-13-77 0,9 70 15,0 3-15,2 4 16,0 2-16,1-5 0,-2 1 16,-1 0-16,3 0 15,0 0-15,1 1 0,0-2 16,-2 1-16,-11-75 15,13 81-15,-13-81 0,18 92 16,-18-92-16,22 127 16,0 10-16,3-20 0,-4-24 15,-21-93-15,20 76 16,-3-11-16,-17-65 16,16 60-16,2 2 15,-18-62-15,17 66 0,-3-5 16,-14-61-16,12 55 0,-6-3 15,-6-52-15,0 0 16,9 48-16,-9-48 16,5 48-16,-8-4 0,3-44 15,0 0-15,-11 38 16,2-10-16,-4-5 16,13-23-16,0 0 0,-21 19 15,21-19-15,-27 14 0,-11-1 16,38-13-16,-47 10 15,47-10-15,-58 13 16,-3-2-16,-2-1 0,3-6 16,1 0-16,59-4 15,-63 5-15,63-5 0,-71 3 16,71-3-16,-83 3 16,83-3-16,-121 6 15,-12 1-15,7-1 0,126-6 16,-109 8-16,14-1 0,95-7 15,-96 8-15,-5 0 16,5-3-16,5 0 0,9 1 16,82-6-16,-80 5 15,80-5-15,-84 6 16,84-6-16,-131 7 0,-12 0 16,12 2-16,25-7 0,14 0 15,5 2-15,2 1 16,-2-1-16,87-4 15,-101 8-15,101-8 16,-114 5-16,-17-1 16,131-4-16,-132 8 0,11 3 15,14 5-15,17-7 0,90-9 16,-94 7-16,-6 3 0,100-10 16,-119 10-16,119-10 15,-125 10-15,6 5 0,19 0 16,100-15-16,-87 13 15,5 0-15,82-13 16,-77 10-16,0 0 0,-5 1 16,3-4-16,79-7 15,-78 7-15,78-7 16,-91 7-16,91-7 0,-116 12 16,116-12-16,-132 10 15,132-10-15,-118 11 0,13-9 16,19-2-16,15 2 15,71-2-15,-59 3 0,3 0 16,-5 0-16,61-3 16,-61 3-16,2-3 0,1 0 15,58 0 1,0 0-16,-65 0 0,65 0 0,-66 0 16,-6 0-1,11 2-15,7 3 0,54-5 16,0 0-16,-53 2 0,53-2 15,0 0-15,-60 3 0,60-3 16,0 0-16,-67 5 16,67-5-16,0 0 0,0 0 15,-71 6-15,-1-4 16,8-2-16,12 0 16,11 3-16,13-3 0,9 0 15,2 0-15,1-3 16,4 3-16,1 0 0,4 0 15,-1 0-15,3 0 16,-2-2-16,7 2 0,0 0 16,0 0-1,-1-4-15,1 4 0,0 0 16,0 0-16</inkml:trace>
  <inkml:trace contextRef="#ctx0" brushRef="#br0" timeOffset="58160.78">20427 6436 0,'0'0'0,"0"0"0,0 0 0,0 0 0,0 0 0,0 0 0,0 0 0,0 0 0,0 0 0,0 0 0,0 0 0,0 0 0,0 0 0,0 0 0,0 0 16,17 0-16,12-2 0,12-1 15,-15-3-15,-2 6 0,-8 0 16,8-2-16,-2 0 0,8-4 16,-2 2-1,-28 4-15,0 0 16,38-1-16,-38 1 0,0 0 0,44-6 16,-44 6-16,0 0 0,69-7 15,5-1-15,-74 8 16,77-8-16,-77 8 0,0 0 15,72-10-15,0 2 16,-5 1 0,-11-1-16,-56 8 0,55-5 0,-55 5 15,59-4 1,0-1-16,-59 5 0,61-9 16,-2 1-16,-3 2 15,-56 6-15,59-7 0,0 3 16,-59 4-16,0 0 15,73-6-15,-73 6 16,0 0-16,0 0 0</inkml:trace>
  <inkml:trace contextRef="#ctx0" brushRef="#br0" timeOffset="59868.904">21536 6328 0,'0'-11'0,"0"4"0,0 0 0,0 1 0,0 3 0,0 3 0,0-2 0,0 2 0,0 0 15,0 0-15,0 0 0,0 0 16,0 0-16,0 0 16,6 0-16,1 0 0,3-3 15,2 0-15,-1-2 16,2 5-16,0 0 0,2 0 15,3 0-15,-2 0 16,6 0-16,-1 3 0,1-3 16,7 0-1,-1 2-15,-28-2 0,0 0 16,39-2-16,-39 2 16,0 0-16,51-3 0,18 1 15,4-1-15,-9-6 0,-64 9 16,0 0-16,63-7 15,-63 7-15,70-6 0,-1-1 16,-6-5-16,-63 12 16,58-7-16,-58 7 15,0 0-15,0 0 0,56-9 16,-3 1-16,-7 4 31,-8-3-31,-17 1 0,1 1 0,-4 5 0,-5 0 16,-1 0-16,-1 0 0,-4 0 15,1 2-15,-1-2 16,-3 3-16,1 0 16,-4 3-16,3 1 0,-2 0 15,-2 4-15,-2 2 16,-2 0-16,3 4 0,-2 1 16,1 0-1,-2 3-15,-2 2 0,6 1 16,-1-2-16,1 4 0,0-2 15,0 0-15,-3 5 16,3-1-16,0-28 0,0 0 16,0 41-16,0-41 0,-2 46 15,2-46-15,0 0 16,0 0-16,0 32 0,0-32 16,0 0-16,-3 32 15,-6-6 1,-3 0-16,-3-3 0,3-5 0,-3-6 15,15-12-15,0 0 16,-24 13-16,24-13 16,-33 12-16,-6 0 0,-2-2 15,3-3 1,38-7-16,0 0 0,-48 9 0,48-9 16,-69 10-1,-4-1-15,2-2 0,0 4 0,5 0 16,-1-3-1,67-8-15,-67 6 16,-1 1-16,68-7 0,-78 7 16,1 4-16,0-1 0,9-1 15,0-2 1,68-7-16,-66 6 0,66-6 16,-74 12-16,74-12 0,-83 8 0,4 6 15,4-4-15,75-10 0,0 0 16,-69 9-1,69-9-15,-72 8 0,72-8 0,-74 7 32,6-3-32,17 0 0,7-2 15,44-2-15,0 0 16,0 0-16,-40 0 0,40 0 0,0 0 0,0 0 31,-31 0-31,31 0 0,0 0 16,0 0-16,-31-2 15,31 2-15,0 0 16,0 0-16,-23-6 0,23 6 16,0 0-16,-17-7 15,17 7-15,-12-7 0,3-5 16,2-1-16,-2 2 16,2 3-16,2-4 0,0-1 15,2-4-15,0-1 16,3 0-16,-5 2 15,5 16-15,-8-20 0,8 20 16,0 0-16,-8-28 16,8 28-16,0 0 0,-10-39 15,10 39-15,0 0 16,-12-46-16,12 46 0,0 0 16,0 0-16,-6-61 15,1-1-15,5 62 0,0 0 16,0 0-16</inkml:trace>
  <inkml:trace contextRef="#ctx0" brushRef="#br0" timeOffset="61926.726">20684 7866 0,'30'-5'0,"9"0"0,-8 5 0,5-3 0,-3 3 0,5 0 0,3-3 0,-41 3 0,47-4 15,-47 4-15,59-8 0,7-1 16,7 2-16,-7-1 16,-4 5-16,-62 3 15,59-2-15,7-1 0,-66 3 16,79 0-16,4 0 16,-83 0-16,87-2 0,-87 2 15,111-5-15,0 0 16,-111 5-16,105-6 0,-24 1 15,-20 1-15,-61 4 16,0 0-16,55 0 0,-55 0 16,0 0-16,59-5 15,2-1-15,-3-1 0,-58 7 16,0 0-16,0 0 16,45-5-16,-45 5 15,0 0-15,0 0 16,38-6-16,-38 6 0,0 0 0,0 0 15,27-3-15,-27 3 16,0 0-16,0 0 0,20-1 16,-20 1-16,0 0 0,0 0 15,9 1-15,-9-1 16,9 9-16,-7 3 16,-2-12-16,0 20 0,0 1 15,3 2-15,-3-23 16,0 0-16,0 29 0,0-29 15,0 0 1,0 36-16,0-36 0,4 52 0,-4-52 16,0 0-16,8 68 15,-8-68-15,7 82 0,0-5 16,-4-7-16,-3-70 16,2 61-16,-2-61 0,0 0 15,2 65-15,4-5 16,-1 1-16,-3-13 0,-2-48 15,0 0-15,0 0 16,2 44-16,-2-44 0,0 0 16,0 0-16,0 43 15,0-43-15,0 0 16,0 0-16,0 41 0,0-41 16,0 0-16,0 0 15,-2 30-15,2-30 0,-7 19 16,-3-6-16,10-13 15,0 0-15,0 0 16,-17 11-16,17-11 0,0 0 16,-26 4-16,-9-1 15,-1-6-15,36 3 0,0 0 16,-38 0-16,-2-2 16,-3 0-16,43 2 15,-51-6-15,0 1 0,51 5 16,-56-6-16,56 6 15,-58-1-15,2-2 0,56 3 16,-58 0-16,58 0 16,-63 0-16,-2 0 15,65 0-15,-62 3 0,62-3 16,-72 1-16,3 5 16,-2-4-16,71-2 0,0 0 15,-66 3-15,66-3 16,0 0-16,-74 6 0,-8-2 15,8-1-15,10-1 16,7 4-16,4-3 0,11-1 16,42-2-16,-44 0 15,44 0-15,0 0 0,0 0 16,-49 3-16,49-3 16,0 0-16,0 0 15,-56 3-15,56-3 0,0 0 16,0 0-16,-62 0 15,62 0-15,0 0 0,0 0 16,-56 0-16,56 0 16,0 0-16,0 0 0,-51 0 15,51 0-15,0 0 16,0 0-16,-39-3 0,39 3 16,0 0-16,0 0 15,-25-3-15,25 3 0,0 0 16,0 0-16,-16-5 15,16 5-15,0 0 0,0 0 16,-11-8-16,11 8 16,0 0-16,0 0 15,-7-13-15,7 13 0,0 0 16,-5-15-16,2-2 16,0-7-16,3 6 0,-1 2 15,1 1-15,0 0 16,1-4-16,-1 19 0,0 0 15,3-17-15,-3 17 16,0 0-16,0 0 0,3-29 16,-3 29-16,0 0 15,0 0-15,2-41 0,-2-4 16,0-8-16,-2 10 16,2 2-16,-3 7 0,3 7 15,0 1-15,-3 3 16,2 0-16,-2 0 0,3 0 15,-2-1-15,-2 5 16,4-2-16,-2 3 16,2-3-16,0 0 0,0 5 15,0 0-15,-4-1 16,3 4-16,1 3 0,0 0 16,-3-3-16,3 2 15,-2 1 1,2-2-16,0 1 15,0 4-15,2 0 0,-2-2 0,-2 3 0,-7 2 16,9 4-16,0 0 16,0 0-16</inkml:trace>
  <inkml:trace contextRef="#ctx0" brushRef="#br0" timeOffset="63746.689">23854 6136 0,'4'35'0,"1"-2"0,-5 1 0,-5-5 0,1 1 0,-5-5 0,-1 1 0,2 1 0,4-10 0,-2-5 0,0-5 0,2-1 0,4-6 0,0 0 0,0 0 0</inkml:trace>
  <inkml:trace contextRef="#ctx0" brushRef="#br0" timeOffset="64013.576">23815 6078 0,'8'-5'0,"-4"-1"0,4-4 16,-5 4-16,1 0 0,4 4 15,3 0-15,6 2 0,4 4 16,5 8-16,-9 7 16,1-1-16,-3 5 0,3 1 15,2-2-15,-9-1 16,5 2-16,-16-23 16,15 23-16,-15-23 0,0 0 15,0 0-15,16 33 16,-16-33-16,0 0 0,23 37 15,-23-37-15,0 0 16,0 0-16</inkml:trace>
  <inkml:trace contextRef="#ctx0" brushRef="#br0" timeOffset="64290.189">24189 5932 0,'0'0'0,"0"0"16,0 0-16,0 0 0,0 0 16,6 3-16,-3 5 15,2 12-15,-10 6 0,-4 10 16,2 2-16,0 1 16,0 0-16,-2-4 0,5 4 15,4-39-15,0 0 16,3 45-16,-3-45 0,0 0 15,0 0-15,1 50 16,6-4-16,-7-46 0,0 0 16,0 0-16</inkml:trace>
  <inkml:trace contextRef="#ctx0" brushRef="#br0" timeOffset="64782.363">24546 6134 0,'0'0'0,"0"0"0,0-6 16,-8 3-16,-6-3 16,-2 6-16,-5 11 15,-5 10-15,9 1 0,-2 5 16,5-5-16,0 3 15,2 1-15,-1 1 0,7 1 16,3 0-16,3-3 16,5-2-16,4-4 15,-1-3-15,4-7 0,4 0 16,1-9-16,1 0 16,-3-6-16,4-4 0,2-6 15,-4-2-15,1-3 16,-5-2-16,0-1 0,-3 0 15,0 1-15,2 2 16,-6 6-16,0 0 0,-4 4 16,-2 3-16,-5 3 15,2 5-15,1 2 16,2 7-16,2-2 0,1 9 16,2-1-16,-2 3 15,2 2-15,-3-2 0,2 1 16,-2-6-16,2-1 15,0-3-15,-2-7 0,-2-2 16,0 0-16,0 0 0</inkml:trace>
  <inkml:trace contextRef="#ctx0" brushRef="#br0" timeOffset="65284.506">24854 6207 0,'0'8'0,"0"2"0,0 6 0,0 3 0,0 7 0,0-1 0,0 3 0,0-4 16,0-3-16,0-1 0,0-7 0,0-5 15,0-8-15,0-4 16,0-7-16,0 1 0,4-6 16,2-5-16,4 1 15,3-1-15,-3 2 0,1 0 16,0 2-16,5 6 15,-3 2-15,3 0 16,1 6-16,-3 6 0,-1 6 16,-3 0-16,1 6 15,-6 0-15,0 3 16,-4-3-16,5 0 0,-1-6 16,0 2-16,-1-5 15,-2-3-15,1-6 0,-1-1 16,-2-5-16,4-4 15,4-4-15,6-3 16,1-4-16,0 2 0,-6-1 16,2 5-16,0 5 15,1 2-15,1 6 16,4 2-16,-17 3 0,0 0 16,11 6-16,-11-6 15,0 0-15,0 0 0,14 16 16,-14-16-16,13 28 15,-13-28-15,0 0 0,0 0 16</inkml:trace>
  <inkml:trace contextRef="#ctx0" brushRef="#br0" timeOffset="65617.215">25434 6225 0,'0'0'0,"5"0"0,-2 0 0,10 0 0,-4-6 0,6 4 0,1-4 0,5-1 0,-8 0 0,2-4 31,-7-4-31,-6 5 0,-2-4 0,-2 5 0,0 1 32,2-3-32,-6 3 0,-2 4 0,1 1 15,-10 6-15,2 1 0,-3 4 31,3 1-31,-1 1 0,7 3 0,2 2 0,4 3 32,1-2-32,4 1 15,3 1-15,8-2 0,4 0 16,5-2-16,1-1 16,8 0-16,3-9 0,1 0 15,-35-4-15,0 0 16,0 0-16</inkml:trace>
  <inkml:trace contextRef="#ctx0" brushRef="#br0" timeOffset="66446.891">24228 6764 0,'24'0'0,"-24"0"0,0 0 0,0 0 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3:57:05.741"/>
    </inkml:context>
    <inkml:brush xml:id="br0">
      <inkml:brushProperty name="width" value="0.05292" units="cm"/>
      <inkml:brushProperty name="height" value="0.05292" units="cm"/>
      <inkml:brushProperty name="color" value="#FF0000"/>
    </inkml:brush>
  </inkml:definitions>
  <inkml:trace contextRef="#ctx0" brushRef="#br0">4591 8169 0,'94'0'16,"29"0"-16,-7 0 16,-12 0-16,-104 0 0,0 0 15,0 0-15</inkml:trace>
  <inkml:trace contextRef="#ctx0" brushRef="#br0" timeOffset="1525.367">4668 9049 0,'42'0'0,"9"0"16,-6 0-16,-45 0 0,59 0 0,-59 0 0,71-5 0,14 3 0,18-6 0,-103 8 0,106-6 0,3 2 0,4-1 0,-8 0 0,-6 3 0,-99 2 0,136 0 0,-136 0 0,0 0 0,0 0 16</inkml:trace>
  <inkml:trace contextRef="#ctx0" brushRef="#br0" timeOffset="7048.918">11732 9961 0,'43'0'0,"12"0"0,-4-5 0,-51 5 0,64 0 0,-64 0 0,82-3 0,8 6 0,17 0 0,-9-3 0,-98 0 0,0 0 0,0 0 0</inkml:trace>
  <inkml:trace contextRef="#ctx0" brushRef="#br0" timeOffset="7993.242">3954 10750 0,'23'0'0,"12"0"0,9 0 0,8 0 0,10 0 0,-62 0 0,76 0 0,15-5 0,20-1 0,-5 1 0,-4 3 0,4-4 0,0 1 0,-7-3 0,-1 6 16,-98 2 0,95-3-16,-3 6 0,-92-3 0,0 0 15,0 0-15</inkml:trace>
  <inkml:trace contextRef="#ctx0" brushRef="#br0" timeOffset="69109.815">17768 15618 0,'-43'0'0,"-2"0"0,0-6 0,3 4 0,2-3 0,40 5 0,-57-3 0,57 3 0,-77 0 0,-7 3 0,-16-3 0,2 0 0,5 0 16,7 3 0,-2-1-16,-2-2 0,1-5 0,-2 1 15,4-2-15,-3 2 0,-2 2 16,92 2-16,-103 0 31,-10-2-31,-5 2 0,118 0 16,-119-5-16,3 3 0,4 2 15,112 0-15,-102 7 16,102-7-16,-95 2 16,1-7-16,4-5 0,90 10 15,0 0-15,0 0 16</inkml:trace>
  <inkml:trace contextRef="#ctx0" brushRef="#br0" timeOffset="76467.291">23442 11622 0,'0'0'0,"0"0"0,8-4 0,3 1 16,3-3-16,4 2 0,2 4 0,4 0 0,-4 0 0,0-4 0,1 4 0,6 4 0,3-4 0,5-4 0,-35 4 0,42 0 0,-42 0 16,52-2-16,18 2 15,1 0-15,-3 2 16,-68-2-16,78 4 0,1-2 16,-79-2-1,83 2-15,2 1 0,-85-3 16,110 0-16,8 0 0,-118 0 15,113 0-15,-21 0 0,-92 0 16,76 3-16,-16-3 16,-60 0-16,0 0 0,61 0 15,7 0-15,-10-3 16,-58 3-16,0 0 0,0 0 16,52-3-16,-52 3 15,0 0-15,0 0 0,43-2 16,-43 2-16,0 0 15,38 2-15,-38-2 16,0 0-16,0 0 0</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4:02:10.095"/>
    </inkml:context>
    <inkml:brush xml:id="br0">
      <inkml:brushProperty name="width" value="0.05292" units="cm"/>
      <inkml:brushProperty name="height" value="0.05292" units="cm"/>
      <inkml:brushProperty name="color" value="#FF0000"/>
    </inkml:brush>
  </inkml:definitions>
  <inkml:trace contextRef="#ctx0" brushRef="#br0">15451 8276 0,'34'6'0,"4"0"15,0-5-15,1 3 0,-1-3 0,-38-1 0,46 7 0,-46-7 0,67 17 0,7-4 0,-4-1 0,-70-12 0,80 11 0,3-3 0,26 4 0,-109-12 0,123 8 0,5-1 0,-5-3 0,-10-3 0,-5 6 0,-3-5 0,5-2 0,12-2 0,-7-5 0,3 7 0,0 5 16,3-5-16,8-6 0,-2 2 16,4 0-16,-6 4 15,1 0-15,3 0 0,2 3 16,-3 2-16,6-5 15,-1 6-15,6-6 0,-16 0 16,-13-6-16,-110 6 0,0 0 16,0 0-16</inkml:trace>
  <inkml:trace contextRef="#ctx0" brushRef="#br0" timeOffset="36658.079">11420 9404 0,'7'-5'0,"9"2"0,6-1 0,4-2 0,0 6 0,-2-2 0,0 4 0,-1 0 0,-5 2 0,4-2 0,-2 0 0,5-2 0,3 3 0,-28-3 0,33 2 16,-33-2-16,43 9 0,20-5 16,4 2-1,-3-4-15,-64-2 0,67 4 0,7 2 16,-74-6-16,84 5 16,21-2-1,-105-3-15,116 0 16,8 0-16,-14 3 0,-15-3 15,-13 0-15,-17-3 16,-65 3-16,66 0 0,-66 0 0,74 0 16,13-3-16,-87 3 15,105-5-15,-105 5 0,111-6 16,-9 4-16,-102 2 0,85-2 16,-18 0-16,-67 2 15,53 0-15,-11 0 16,-42 0-16,0 0 15,40-4-15,-9 2 0,-4 0 32,-2 0-32,-7 2 0,-3 0 15,-1-3-15,-14 3 0,0 0 0,0 0 16</inkml:trace>
  <inkml:trace contextRef="#ctx0" brushRef="#br0" timeOffset="47114.698">5677 12816 0,'0'0'0,"0"0"0,10 0 0,-1 0 0,12 3 0,-2 5 0,1 4 0,-8-4 15,-3-2-15,-2-3 0,-1-1 0,-4 4 0,2-5 0,-1 2 0,6 0 0,-5-3 0,1 0 0,2 0 0,9-6 16,4-1-16,4-6 0,4-5 0,-28 18 16,36-24-16,-36 24 0,46-32 15,-46 32-15,59-44 16,-1 0-16,-3 5 0,-9 6 15,-8 5 1,-38 28-16,0 0 0,36-31 0,-36 31 16,0 0-16,0 0 15,36-31-15,-36 31 16,0 0-16,0 0 0,34-30 16,-34 30-16,0 0 15,0 0-15,30-31 0,-30 31 31,0 0-31,0 0 16,21-19-16,-21 19 0,16-9 16,-16 9-16,0 0 15,0 0-15</inkml:trace>
  <inkml:trace contextRef="#ctx0" brushRef="#br0" timeOffset="48312.256">5577 14322 0,'0'0'0,"0"0"0,0 0 0,0 0 0,0 0 0,0 0 0,0 0 0,0 0 0,0 0 0,0 0 0,0 0 0,0 0 15,0 0-15,0 0 0,0 0 16,0 0-16,4 7 0,0 1 15,3-1-15,-3 1 0,1-1 16,1 4-16,-2-4 16,1 2-16,2-2 15,-3-2-15,1 4 16,1-2-16,-4 1 0,2-1 0,1-2 16,4 1-16,-2-5 15,0-2-15,8-2 0,1-1 16,2-2-16,0-5 0,4-2 15,1-4-15,5-3 16,0 1-16,5-6 31,-33 25-31,39-26 0,-39 26 0,60-39 0,-60 39 16,70-47-16,-11 9 0,-18 12 16,-14 11-16,-5 2 15,-22 13-15,0 0 16,21-15-16,-21 15 0,0 0 15,0 0-15,28-20 16,-28 20 0,0 0-16,0 0 0,29-19 15,-29 19 1,0 0-16,0 0 0,23-18 16,-6 8-16,-17 10 15,0 0-15,0 0 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4:03:50.310"/>
    </inkml:context>
    <inkml:brush xml:id="br0">
      <inkml:brushProperty name="width" value="0.05292" units="cm"/>
      <inkml:brushProperty name="height" value="0.05292" units="cm"/>
      <inkml:brushProperty name="color" value="#FF0000"/>
    </inkml:brush>
  </inkml:definitions>
  <inkml:trace contextRef="#ctx0" brushRef="#br0">11207 11078 0,'0'0'0,"0"0"15,0 0-15,0 0 0,7 0 0,3 0 0,11-3 0,-1 1 0,0 2 0,-4 0 0,-1 2 0,6 4 0,-3-1 0,2-2 0,0-2 0,5-1 0,-2 0 0,2 0 0,-25 0 0,0 0 0,36 0 0,-36 0 0,48 3 0,-48-3 16,67 3-16,3-3 0,-5 0 16,-65 0-16,63 2 0,-63-2 15,69 3-15,-69-3 16,80 2-16,4 4 0,19-3 16,-103-3-16,101 6 15,-5-5-15,-96-1 0,101 3 16,-101-3-16,106 3 15,-106-3-15,114 0 16,-114 0-16,129 5 0,-129-5 16,131 4-16,-8 2 15,-16-1-15,-19-3 0,-11 1 16,-12-3-16,-6 0 16,-59 0-16,71 3 0,8 1 15,4 3-15,-4-5 16,0 3-16,-4-3 0,-1 0 15,2-2-15,-3 0 16,2 3-16,-75-3 0,82 0 16,-82 0-16,89-3 15,-89 3-15,124-2 0,-124 2 16,146-2-16,-146 2 16,144-3-16,-144 3 0,141-2 15,-17 0-15,-30 0 16,-25-3-16,-69 5 0,59-1 15,-2-2-15,2 0 16,-59 3-16,58-5 0,-58 5 16,0 0-16,63-5 15,1-1-15,-64 6 16,58-2-16,-3-4 0,-9 5 16,-7-2-16,-15 0 15,-3 3-15,-21 0 0,0 0 16,23-1-16,-23 1 0,0 0 15,0 0-15</inkml:trace>
  <inkml:trace contextRef="#ctx0" brushRef="#br0" timeOffset="726.295">15664 10958 0,'0'0'0,"0"0"0,0 0 0,0 0 0,0 0 0,0 0 0,0 0 0,0 0 15,8 0-15,4 4 16,7 2-16,1-2 0,-10 6 16,3 1-16,0-3 15,2 0-15,-2-5 0,-3 2 16,0-3-16,3 3 15,0-3-15,0 2 16,2-4-16,2 0 16,-5 2-16,0 0 0,2 1 15,-4 0-15,-1 2 0,5-2 16,-2-1-16,4 1 16,-6-2-16,0 2 0,-2 0 15,0-3-15,-3 2 0,-1-2 16,1 3-16,1-3 15,-3 3-15,-1 0 0,-2-1 16,-2 3-16,-1-1 0,-3 3 16,-1 0-16,-5 3 15,-2 2 1,-3 0-16,-6 5 0,-3 2 0,-2 4 16,-4 0-1,32-23-15,0 0 0,0 0 16</inkml:trace>
  <inkml:trace contextRef="#ctx0" brushRef="#br0" timeOffset="6745.397">12467 10743 0,'-8'-11'0,"-5"-4"0,3 4 0,-4 4 0,-1 1 0,1 3 0,4 6 0,-2 3 0,1 3 0,4 0 0,-1-2 0,1 1 0,-4-1 0,1 5 0,3 2 0,-4 1 0,4-2 0,2 2 0,0 3 0,0-1 0,2 0 0,0 1 15,6 0-15,0-2 0,-1-4 16,3 1-16,3 1 16,-1-7-16,1 0 0,2-3 15,3-1 1,1 0-16,-3-6 0,3-1 0,0-4 16,0-3-16,-2-1 15,-1-1-15,2 1 0,2-7 16,-4 1-16,-1 1 15,-5-4-15,2-2 0,-2-1 16,1 2-16,-1-3 16,-2-1-16,-1 2 15,1-2-15,-1 2 0,2-2 16,-4 2 0,1 0-16,-1 4 0,0-1 0,0 1 15,0-1-15,-1 3 0,-3 3 16,2 4-16,2-3 15,-3 3-15,1 4 16,-2 3-16,0 3 0,-2 1 16,4 1-1,-1 5-15,1 5 0,-1-1 0,3 2 16,3 4 0,-3 2-16,0 2 0,-3 1 0,3 2 15,0 0-15,0 3 16,0-1-16,0 2 0,-2-3 15,4 6-15,1-5 16,2 2-16,1 2 0,-4-3 16,3 0-16,0-5 15,0-2-15,0 2 16,0 0 0,1-5-16,-4-6 0,3-1 0,6-5 15,-1-4-15,-10 0 0,0 0 31,0 0-31</inkml:trace>
  <inkml:trace contextRef="#ctx0" brushRef="#br0" timeOffset="7002.514">12725 10718 0,'0'0'0,"0"0"0,0 0 0,0 0 0,0 0 0,0 0 0,0 0 0,0 0 15,0 14-15,0 8 16,0 11-16,0-8 0,0-5 16,0 1-16,0-2 15,-5-4-15,0-1 0,-1-6 16,2-3-16,-2-2 0,6-3 15,0 0-15,0 0 16</inkml:trace>
  <inkml:trace contextRef="#ctx0" brushRef="#br0" timeOffset="7185.519">12746 10618 0,'0'-5'0,"0"0"0,0-4 16,5 0-16,-2 3 0,4 4 16,2 0-16,-3-2 15,-6 4-15,0 0 0,0 0 16</inkml:trace>
  <inkml:trace contextRef="#ctx0" brushRef="#br0" timeOffset="7613.353">13033 10690 0,'0'0'0,"0"0"16,0 0-16,0 0 16,0 0-16,-3 0 15,-9 0-15,-4 0 0,-4 0 16,-1 0-16,3 0 0,1 0 15,-2 6-15,5 1 16,3 1-16,4-1 0,1-1 16,4 2-16,4-1 15,1-1-15,2-1 0,0-1 16,6 1-16,-1-2 16,4 0-16,0 3 0,3-5 15,-4 5-15,0-2 16,-2 4-16,-6 3 15,2 0-15,-2-4 0,-3 0 16,1 1-16,-6 2 16,-2-1-16,-4-2 0,-2 2 15,-1-3-15,-3 1 16,-4-2-16,3 1 0,2-6 16,2 0-16,-4-3 15,3 0-15,0-2 0,13 5 16,0 0-16,0 0 0</inkml:trace>
  <inkml:trace contextRef="#ctx0" brushRef="#br0" timeOffset="7864.561">13130 10651 0,'0'0'0,"0"0"0,0 0 0,0 0 0,0 8 0,0 5 0,0 5 0,0 9 16,0 1-16,0-1 0,0 7 16,0-3-16,0 1 0,0 2 15,-5-4-15,-2 2 16,7-32-16,0 0 0,0 0 16,-10 34-16,10-34 15,-18 31-15,18-31 0,0 0 16,0 0-1</inkml:trace>
  <inkml:trace contextRef="#ctx0" brushRef="#br0" timeOffset="8181.784">13095 10631 0,'8'-7'15,"0"-4"-15,-1-3 16,5 2-16,7 5 0,1 1 16,-5 4-16,1 2 15,4 0-15,-2 4 16,-1 10-16,-5 2 16,1-1-16,-8 7 0,1-3 0,-6 1 15,0 1-15,0-6 16,-6 1-16,1 0 15,-5-1-15,2-5 0,-5 1 16,0-1-16,-1-5 16,2 0-16,2-3 0,-1-4 31,11 2-31,0 0 16,0 0-16</inkml:trace>
  <inkml:trace contextRef="#ctx0" brushRef="#br0" timeOffset="8464.677">13418 10426 0,'5'-5'16,"0"-1"-16,5 4 0,-1-4 16,-1 6-16,-1-1 15,0 6-15,-1 5 0,-3 3 16,-3 7-16,2 2 15,-2 8-15,5 1 0,0-6 16,3 0-16,-6 1 16,1 0-16,-3 2 0,0-28 15,0 0-15,0 36 16,0-36-16,0 0 0,-3 51 16,3-51-16,0 0 15,0 0-15</inkml:trace>
  <inkml:trace contextRef="#ctx0" brushRef="#br0" timeOffset="9000.838">13801 10621 0,'0'0'0,"0"0"16,0 0-16,-3 0 0,-5 0 16,-5 0-16,5 0 15,-1 0-15,-10 7 0,3 8 16,-1 4-16,7 1 16,-1-1-16,7-2 15,-4-1-15,3 4 0,0-2 16,3 0-16,2 0 0,2-2 15,3-3-15,4-6 16,-3 2-16,5-4 16,-1-5-16,0-4 0,5-6 15,0 0-15,1-2 16,-4-4-16,4 0 0,-3 1 16,0-3-16,-3 4 15,-3-5-15,1 3 0,-2 1 16,-6 4-16,-6 3 15,3 3-15,1 1 16,-3 4-16,0 2 0,2 0 16,1 5-16,-3 4 15,1 3-15,2 2 0,0-1 16,2 4-16,0 1 16,2-5-16,0 2 0,2 4 15,-2-6-15,1 0 16,-3-15-16,0 0 15,0 0-15</inkml:trace>
  <inkml:trace contextRef="#ctx0" brushRef="#br0" timeOffset="9649.75">14058 10686 0,'0'0'0,"0"4"0,0 5 0,0-2 0,0 0 0,0 6 16,0 4-16,0-1 0,0-3 15,0 2-15,5 1 16,-2 0-16,5-5 16,1 2-16,7-3 0,-4-5 15,4-5-15,-6-4 0,6 3 16,-4-5-16,3-2 15,-2-1-15,2-2 16,1-2-16,-4 3 0,-1-4 16,-2 3-16,-5-1 15,1 0-15,-2-1 0,2 3 16,-5 3-16,3 1 0,0 1 16,-3 2-16,0 1 15,2 2-15,1 2 0,-3 3 16,2 5-16,-4 2 15,2 1 1,0 3-16,2 3 0,3 2 16,-3 2-16,3 2 15,-2 0-15,-3-25 0,0 0 0,2 29 16,-2-29-16,0 0 0,6 39 31,-6-39-31,0 0 0,0 0 0,-2 46 0,2-46 16,-9 51-16,9-51 15,0 0-15,0 0 16,-22 41-16,22-41 16,0 0-16,0 0 0,-35 23 0,35-23 15,-31 5 1,7-8-16,5-4 0,10-7 0,6 3 16,8-7-16,5-1 15,3 2-15,5-4 16,0 1-16,4 4 15,5-1-15,-2-2 16,-25 19-16,0 0 16,0 0-16</inkml:trace>
  <inkml:trace contextRef="#ctx0" brushRef="#br0" timeOffset="161614.419">13590 15741 0,'10'-2'0,"10"-3"0,1 0 0,-2 5 0,1-2 0,-2 2 0,0-4 0,-5-1 0,-1-1 0,3 4 0,-6 2 0,3 0 0,4 0 0,1 0 0,1-2 0,7 2 0,0 2 0,-25-2 0,0 0 16,31 0-16,-31 0 0,38 0 15,-38 0-15,48 0 16,18 2-16,-5 4 0,-61-6 16,0 0-16,61 3 15,8-3-15,3 0 0,-72 0 16,69 2-1,-69-2-15,75 0 0,-75 0 0,81 4 16,2-4-16,-83 0 16,88 2-16,-88-2 15,110-2-15,16 2 16,-126 0-16,121-4 0,-121 4 16,117 0-16,-4-5 0,-113 5 15,108-2-15,-13 2 16,-5-4-16,-6 4 0,-84 0 15,87-2-15,-87 2 0,97 0 16,10 0-16,-8 0 16,-99 0-16,98 6 0,-1-4 15,1 1-15,-98-3 16,97 0-16,1 0 0,2 6 16,-10-4-16,-8 3 15,-15-5-15,-67 0 0,74 3 16,-74-3-1,92 2-15,32 0 0,-124-2 0,136 3 16,-11 0 0,-125-3-16,124 0 15,-15 1-15,-109-1 0,114 4 16,-114-4-16,111 0 16,-111 0-16,117-4 0,-1 4 0,-116 0 15,105-4-15,-18 1 16,-10-1-16,-18 1 0,-7 3 15,-52 0-15,58 3 0,-58-3 16,68 0-16,-68 0 16,74 2-16,-74-2 15,71 0-15,-4 2 0,-67-2 16,57 0-16,-57 0 16,54 3-1,-54-3-15,43-3 0,-43 3 0,0 0 16,41-7-16,-41 7 0,0 0 15,0 0-15</inkml:trace>
  <inkml:trace contextRef="#ctx0" brushRef="#br0" timeOffset="162892.214">13833 17704 0,'0'0'0,"0"0"0,0 0 0,0 0 0,0 0 0,0 0 0,0 0 0,0 0 0,0 0 0,0 0 0,0 0 0,0 0 0,0 0 0,0 0 15,8 2-15,8 10 16,8 6-16,1 0 15,-5-5-15,-2-1 16,0-6-16,3 2 0,2-3 0,0 1 16,0-1-16,5-3 15,-28-2-15,36 2 16,-36-2-16,44 8 0,-44-8 16,61 12-16,9 2 0,-4 1 15,-2-3-15,-64-12 16,65 14-16,4-4 0,0 3 15,-69-13-15,72 7 16,5 2-16,0 1 0,-77-10 16,85 12-16,-85-12 15,115 13-15,-115-13 0,149 13 16,8-2-16,-157-11 16,157 7-16,-157-7 0,145 11 15,-11 4-15,-10 0 16,-22-7-16,-102-8 0,100 3 15,3 1-15,2 2 16,-6-1-16,3-3 16,-10-2-16,-2 4 0,-90-4 15,99 4-15,9 1 16,2 3-16,-110-8 0,117 4 16,-117-4-16,120 7 15,3-3-15,-123-4 0,124 6 16,-124-6-16,125 2 0,-125-2 15,128 7-15,-128-7 16,128 8-16,-12-5 0,-116-3 16,105 6-16,-105-6 15,90 1-15,-90-1 0,97 3 16,-97-3-16,95 0 16,-95 0-16,0 0 0,95-4 15,-95 4-15,90-13 16,-90 13-16,82-30 0,-12-10 15,-70 40-15,0 0 0,0 0 16</inkml:trace>
  <inkml:trace contextRef="#ctx0" brushRef="#br0" timeOffset="164155.945">19023 15768 0,'0'0'0,"0"0"0,0 0 0,0 0 0,0 0 0,0 0 0,0 0 0,0 0 0,8 0 16,2 0-16,5 0 15,0 0-15,1 0 0,-1 0 16,2 0-16,0 0 16,1 0-16,1 7 0,-5-2 15,5-1-15,-4 2 16,0-5-1,0 6-15,6 0 0,-4 4 0,4 2 16,-2-1-16,-19-12 16,20 15-16,-20-15 0,28 19 15,-28-19-15,33 29 16,-33-29-16,44 38 0,-6 3 16,1 7-16,-39-48 0,0 0 31,39 49-31,-39-49 0,36 57 0,2 5 0,-38-62 31,31 63-31,-3-1 16,-28-62-16,27 64 0,-27-64 0,24 67 0,-24-67 31,24 74-31,-6-1 0,-18-73 16,15 74-16,-7-4 15,-3-1-15,-5-69 16,3 64-16,-3 0 0,-3-2 15,3-62-15,-8 62 16,8-62-16,-13 60 0,13-60 16,0 0-16,-14 73 15,-5-1-15,19-72 0,-24 69 16,24-69-16,-26 65 16,-4-6-16,-1-9 0,6-3 15,25-47-15,-30 42 16,30-42-16,0 0 0,-34 43 15,-5-3-15,0 2 16,39-42-16,-35 35 0,35-35 16,-45 34-16,45-34 0,0 0 15,-47 33 1,-5-2-16,6-2 0,46-29 0,-46 22 16,46-22-16,0 0 15,-43 21-15,43-21 0,0 0 16,0 0-16,-54 22 15,-6 1-15,60-23 0,0 0 16,-56 25-16,56-25 16,0 0-16,0 0 0,-57 23 15,-3-1-15,10 2 16,6-10-16,44-14 0,0 0 16,-41 15-16,6-8 15,35-7-15,-37 3 0,-2-3 16,4-3-16,35 3 15,0 0-15,-36-7 0,5-12 16,31 19-16,0 0 16,0 0-16</inkml:trace>
  <inkml:trace contextRef="#ctx0" brushRef="#br0" timeOffset="165641.05">13760 15705 0,'-29'0'0,"6"0"0,2 0 0,4 0 0,1 0 0,-4 0 0,-4 0 16,4 7-16,0 4 0,-3 0 0,2-4 0,4 0 0,1-1 0,16-6 0,0 0 0,-21 14 0,21-14 0,-27 16 0,27-16 15,0 0-15,-35 27 0,35-27 16,-36 30-16,-7 13 16,5 4-16,38-47 15,-33 44-15,33-44 0,-38 46 16,38-46-16,-33 58 16,0-3-16,7 1 0,26-56 15,0 0-15,-22 60 16,22-60-16,-16 64 15,4 6-15,4-9 0,8-61 16,0 0-16,-5 66 0,2-4 16,3 2-16,3-7 15,-3-57-15,8 54 16,-8-54-16,10 57 0,5-1 16,-15-56-16,20 56 0,-20-56 15,24 57-15,1 2 16,-2-5-16,0-11 0,-23-43 15,0 0-15,27 46 16,1 4-16,3-4 16,-3-7-16,0-7 0,-28-32 15,0 0-15,30 34 16,-30-34 0,36 38-16,3 1 0,-3-6 0,-36-33 0,35 31 15,-35-31-15,0 0 16,44 29-16,-44-29 15,54 27-15,2-1 0,-56-26 16,53 27-16,-53-27 16,0 0-16,55 24 0,-55-24 15,60 28-15,-1-7 16,-5 3-16,-11-9 0,-43-15 16,0 0-16,38 15 0,-7-5 15,-2-4-15,-6-6 16,-8 0-16,0-6 0,-15 6 15,0 0-15,0 0 16</inkml:trace>
  <inkml:trace contextRef="#ctx0" brushRef="#br0" timeOffset="166576.671">14603 16493 0,'-5'29'0,"0"5"0,3-3 0,1 0 0,-3 5 0,4-3 0,0-3 0,4-1 15,-1-3-15,2-6 0,0-3 16,3-2-16,-8-15 15,0 0-15,0 0 0,11 16 16,-11-16-16,0 0 16,0 0-16,19 11 0,-19-11 15,27 5-15,1-10 16,-2-6-16,-5-5 0,-6 1 16,-1 0-16,-3-3 15,-1 3-15,-1 0 16,-2-1-16,1 1 0,-4-1 15,-1 4-15,-1 1 0,2 1 16,-4 2-16,3 5 16,-3 2-16,0 1 0,0 6 15,-3 2-15,-1 5 16,4 0-16,-2 2 0,2-15 16,0 0-16,2 22 15,-2-22-15,0 0 16,0 0-16,7 31 0,-7-31 15,0 0-15,0 0 0,14 32 16,-14-32-16,0 0 16,29 23-16,-29-23 0,36 10 15,-36-10-15,0 0 16,41-7-16,-41 7 16,38-26-16,-38 26 0,0 0 15,38-46-15,-38 46 16,0 0-16,0 0 15,26-54-15,-26 54 0,0 0 16,0 0-16,9-59 0,-9 59 16,0 0-16,0 0 15,0-54-15,0 54 0,-6-44 16,6 44-16,0 0 16,0 0-16</inkml:trace>
  <inkml:trace contextRef="#ctx0" brushRef="#br0" timeOffset="167128.162">15508 16658 0,'-13'-4'0,"0"4"0,2-4 16,-4 4-16,-4 0 0,-1 0 0,0 0 0,-1 0 0,1 0 0,2 4 0,3 2 15,-1 7-15,-2 6 0,3-2 16,4 1-16,3 1 16,3 3-16,2-2 0,6 0 15,2-4-15,3-5 16,3-1-16,-1-4 0,6-1 15,-1-2-15,0-3 16,0-5-16,1-9 0,-1 1 16,1-6-16,-1-2 15,-2 1-15,-1-4 16,-2 1-16,-1 2 0,-2 3 16,-2 0-16,-3 3 15,-4 2-15,2 2 0,-3 4 16,1 1-16,-3 4 15,0 4-15,-1 4 0,1 4 16,3 6-16,-3 1 16,2 4-16,1 7 0,2 0 15,0 3-15,0 0 0,0 0 16,5 0-16,0-2 31,0-7-31,3-4 0,2-5 0,1-8 16,5-8-16,-1-1 0,-15 4 0,0 0 15,0 0-15</inkml:trace>
  <inkml:trace contextRef="#ctx0" brushRef="#br0" timeOffset="167316.437">15640 16681 0,'0'7'0,"0"4"0,0-4 0,0-2 0,5 8 0,-2 9 0,2 5 0,0-6 0,-5-3 0,3 0 16,-6 0 0,0-4-16,-2-6 0,3-11 0,2-8 0,5-10 15,11-2-15,-16 23 16,0 0-16,0 0 0</inkml:trace>
  <inkml:trace contextRef="#ctx0" brushRef="#br0" timeOffset="167676.442">15687 16486 0,'0'-5'0,"-5"5"0,0-6 0,3-1 16,-1-6-16,0-7 16,6-4-16,4-6 0,3 5 15,6 0-15,2 2 16,2 7-16,3-3 0,-4 6 16,-2 1-16,1-2 15,0 2-15,-3 4 0,-2 5 16,-1 3-16,0 3 15,-2-3-15,1 0 0,-1 2 16,0 0-16,-2 6 16,-1 0-16,-2 3 0,3 6 15,-6 7-15,3-2 16,1 10-16,-1 1 0,-3 5 16,1 3-16,-1 0 15,-2 1-15,0-42 0,0 48 16,0-48-16,-2 63 15,2-63-15,0 0 16,0 0-16,-3 65 0,3-65 16,0 0-16,-4 51 0,4-51 15,0 0-15,0 0 16</inkml:trace>
  <inkml:trace contextRef="#ctx0" brushRef="#br0" timeOffset="167982.141">15878 16711 0,'-10'0'15,"0"0"-15,8 0 16,7 0-16,8 0 0,13-5 16,2 3-16,3-3 15,2-6-15,-3 2 0,4-2 16,0 1-16,-9 0 16,4 2-16,-9 3 0,1 1 15,-4 3-15,-3 2 0,-2 5 16,-2 3-16,-3 0 15,2 2-15,-4 2 16,-3 2-16,3 6 0,-2 1 16,-3-22-16,0 0 15,0 0-15,0 30 0,0-30 16,0 0-16,0 0 0,0 27 31,-3-4-31,3-23 0,0 0 16,0 0-16</inkml:trace>
  <inkml:trace contextRef="#ctx0" brushRef="#br0" timeOffset="168147.247">16274 16511 0,'7'3'16,"0"0"-16,0 0 16,1-6-16,5-3 15,2 1-15,1 3 0,-1 2 16,5-5-16,1-2 0,-21 7 15,0 0-15,0 0 16</inkml:trace>
  <inkml:trace contextRef="#ctx0" brushRef="#br0" timeOffset="169031.088">16499 16646 0,'0'14'0,"0"13"0,0 6 16,0-10-16,0 1 16,0-7-16,0 1 0,0-3 15,0-5-15,0 3 16,0-8-16,0 1 15,0-6-15,0-8 16,0-5-16,0-2 0,2-8 16,3-1-1,2 2-15,4 3 0,-1 3 0,5 4 16,1 0-16,-1-2 16,3 7-16,3-1 0,-2 5 0,0 6 15,-2 2-15,0 5 16,-2 5-16,-5 3 15,-2 3 1,-1 0-16,-4-1 0,-1 6 0,2-3 16,-4 0-16,0-7 0,0-4 31,2-1-31,1-3 16,2-3-16,2-5 0,3-2 15,-10 2-15,16-9 16,-16 9-16,28-8 0,-28 8 15,0 0-15,40-14 16,-40 14-16,0 0 0,0 0 16,63-19-16,-4 2 15,-3 3-15,-13 1 0,-6 5 16,-17 4-16,-1-1 16,-10-1-16,-1 5 15,-8 1-15,0 0 16,-5 0-16,5 0 0,0 0 15,0 0-15,-12 4 0,12-4 16,0 0-16,0 0 16,-21 12-16,21-12 0,0 0 15,-13 20-15,8-4 16,8 3-16,2-6 16,2-7-16,3 0 0,4-4 15,-2 1-15,-12-3 0,16-3 16,-1 1-16,-15 2 15,0 0-15,0 0 16,13-6-16,-13 6 0,0 0 16,0 0-16,15 0 15,-15 0-15,0 0 0,16 6 16,-16-6-16,9 22 16,-9-22-16,0 0 0,5 37 15,-5 15-15,-5 12 16,0-2-16,1-8 0,-7-2 15,11-52-15,-13 48 16,13-48-16,0 0 0,0 0 16,-18 52-16,18-52 15,-26 43-15,2-10 16,3-18-16,3-6 0,2-9 16,11-5-16,5 5 0,0 0 15,2-16-15,9-7 16,10-5-16,5 1 0,-2 5 15,7 0-15,0 1 16,-31 21-16,39-27 0,-39 27 16,0 0-16,0 0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4:07:54.617"/>
    </inkml:context>
    <inkml:brush xml:id="br0">
      <inkml:brushProperty name="width" value="0.05292" units="cm"/>
      <inkml:brushProperty name="height" value="0.05292" units="cm"/>
      <inkml:brushProperty name="color" value="#FF0000"/>
    </inkml:brush>
  </inkml:definitions>
  <inkml:trace contextRef="#ctx0" brushRef="#br0">23397 5971 0,'0'38'0,"0"4"0,0 1 0,0 6 0,0-49 0,0 57 0,0-57 0,0 73 0,-5 13 0,-1 12 0,6-98 0,-5 92 0,-3 2 0,3-1 0,5-93 0,-9 92 0,9-92 15,0 110-15,4 22 16,1-10-16,0-14 0,-5-12 15,6-4-15,-1 2 16,3-4-16,-1-5 0,-3 7 31,2 0-31,-6-92 0,7 100 0,2 5 0,-2 2 32,6-14-32,-13-93 15,13 97-15,-3 1 0,2-1 16,1-14-16,-13-83 15,11 67-15,-4-6 0,-7-61 16,0 0-16,6 69 16,-1-15-16,-4-7 15,-1-47-15,0 0 0,11 41 16,-11-41-16,0 0 0,0 0 16</inkml:trace>
  <inkml:trace contextRef="#ctx0" brushRef="#br0" timeOffset="2189.921">23450 5956 0,'0'0'0,"12"-5"0,10 2 0,13-2 0,-1 0 0,2 5 0,-3-3 0,4 0 0,2-1 15,-1-2-15,-38 6 0,48-2 16,-48 2-16,58-3 15,15 1-15,2 2 0,-7 2 16,1 1-16,-7-1 16,-3 0-16,4 2 15,7-2-15,-70-2 16,82 2-16,8-2 0,31 0 16,4 0-16,-125 0 0,120-2 15,5 0-15,-3 2 16,-13 0-16,-10 0 0,-1 2 0,-1-2 15,5 0-15,-102 0 16,113 0-16,22 2 0,9 1 16,-17-3-16,-19-3 15,-14 3-15,0-4 16,-8 0-16,7 2 0,0 0 16,5-3-16,1 1 0,-1 0 15,-6 1-15,-1-2 16,-2-3-16,-89 8 15,106-10-15,-106 10 0,120-16 16,16 1 0,-136 15-16,141-12 15,-10-2-15,-131 14 0,121-13 0,-121 13 16,117-15-16,-117 15 16,116-18-16,-116 18 0,109-18 0,-7 0 15,-23 6 1,-27 2-16,-52 10 0,0 0 15,49-9-15,0-4 0,-49 13 16,0 0-16,0 0 16,51-12-16,-51 12 0,56-11 15,-56 11 1,0 0-16,0 0 0,48-14 16,-6 5-1,-14-1-15,-28 10 0,0 0 0,0 0 16,17-4-16,-6 4 15,-6 3-15,-3-2 0,0 5 16,-2-6-16,0 0 16,0 0-16,0 8 15,0-8-15,-2 14 0,2-14 16,-4 28-16,4-28 16,0 0-16,-5 40 15,5-40 1,0 0-16,-4 48 0,2 25 0,2-73 15,-5 73-15,5-73 16,-9 75-16,9-75 16,-4 84-1,4-84-15,-8 120 0,4 16 16,-4-14-16,8-122 16,-6 110-16,6-110 15,-9 107-15,1-1 0,2-14 16,6-92-16,-5 91 0,1 4 15,-4-5-15,8-90 16,-6 95-16,-1-3 0,-3 3 16,-1-10-16,11-85 15,-6 86-15,2 3 16,4-89-16,4 92 0,-4-92 16,0 99-16,0 2 15,0-101-15,2 101 0,-2-101 16,4 94-16,-4-94 0,8 99 15,-8-99-15,7 88 16,-4-7-16,-3-81 0,3 61 16,-3-61-16,0 0 15,6 51-15,-5 4 16,-2-10-16,-8-6 0,3-11 16,2-10-16,-4-4 15,8-14-15,0 0 0,-18 14 16,18-14-16,0 0 15,-27 14-15,-8-4 0,-6 0 16,41-10-16,-47 5 16,-4-1-16,51-4 0,-65 3 15,-1-3-15,66 0 16,-74 0 0,74 0-16,-80 0 0,80 0 0,-92 3 15,-26-3-15,-6 3 16,18-3-16,15 0 0,9 0 15,15 2-15,9-2 16,58 0-16,-72 2 16,-4 4-16,76-6 0,-97 7 15,97-7-15,-123 14 16,123-14-16,-152 10 16,0 3-16,14-2 0,28-3 15,18 3-15,8-4 16,21-4-16,-1 3 0,64-6 15,-76 8 1,-5-3-16,81-5 0,-99 10 16,-23 1-16,122-11 15,-143 7-15,12 0 16,14-3-16,21 1 0,9 0 0,87-5 16,-91 3-16,1 2 15,90-5-15,-97 8 0,2-1 16,3 0-16,92-7 15,-99 5-15,5 1 0,1 1 16,93-7-16,-83 5 16,-3-3-16,86-2 0,-93 6 15,93-6-15,-89 0 16,4 3-16,9-3 0,24 3 16,5-3-16,7 5 15,40-5-15,-41 3 16,41-3-16,0 0 0,-45 1 15,45-1 1,0 0-16,-66 3 0,66-3 0,0 0 16,0 0-16,-71 0 0,71 0 15,0 0-15,0 0 16,-75 0-16,2-3 16,18-4-16,55 7 15,0 0-15,-51-8 0,51 8 0,0 0 16,0 0-16</inkml:trace>
  <inkml:trace contextRef="#ctx0" brushRef="#br0" timeOffset="4624.305">23425 5314 0,'0'0'0,"0"0"0,0 0 0,0 0 0,0 0 0,0 0 0,0 0 0,0 0 0,0 0 0,0 0 0,0 10 0,0 8 0,0 7 0,0-1 16,0-6-16,0-3 16,0 0-16,0 7 0,-2-2 15,-3-3-15,5-1 16,5-1-16,-3 3 0,-2 2 15,3 1-15,-1 0 16,-2-21-16,0 0 16,0 26-16,0-26 0,0 0 15,0 0-15,0 32 0,0-32 16,0 0-16,0 0 16,0 44-16,0-44 0,0 0 15,0 0-15,-2 56 16,-1-1-16,-4-10 0,3-8 15,2-13-15,-1-4 16,1-3-16,2-1 16,0-8-16,-4-3 0,4-5 15,0 0-15,0 0 0,0 0 16</inkml:trace>
  <inkml:trace contextRef="#ctx0" brushRef="#br0" timeOffset="5989.784">23341 5370 0,'0'0'0,"0"0"0,0 0 0,0 0 0,0 0 0,0 0 0,0 0 16,0 0-16,0 0 0,0 0 0,0 0 15,6 0-15,-1 0 16,6 0-16,-4 0 0,2 0 15,4-6-15,2 3 16,3 1-16,-3 0 16,3-1-16,-1 3 0,4 0 15,2-1-15,2-4 0,3 4 16,-3-4-16,-25 5 16,30-3-16,-30 3 15,42-3-15,-42 3 16,50-4-16,15-2 0,-1 2 0,-6-1 15,-58 5-15,56-6 16,-56 6-16,62-5 16,5-5-16,-67 10 0,68-11 15,-68 11-15,77-7 0,-77 7 16,0 0-16,77-8 16,12-1-16,-89 9 0,107-8 15,-8-7-15,-99 15 16,0 0-16,98-9 0,-14 4 15,-84 5 1,0 0-16,74-6 0,-10 5 0,-64 1 16,0 0-16,67-6 15,-67 6-15,0 0 0,0 0 16,72-2-16,-3 2 16,-69 0-16,0 0 15,0 0-15,67-6 0,-67 6 16,56-2-16,-56 2 0,0 0 31,0 0-31,56-9 0,-56 9 0,0 0 16,0 0-16,45-4 0,-45 4 31,0 0-31,0 0 0,41-6 0,-41 6 0,0 0 31,0 0-31,23-2 0,-23 2 16,0 0-16,0 0 0,15-2 0,-15 2 0,0 0 15,0 0-15,9-3 16,-9 3-16,0 0 16,0 0-16,7 0 0,-4 5 15,-3-5-15,0 8 16,-3 2-16,-1-3 0,1 2 31,2-5-31,1 4 0,0-8 0,0 10 0,-3 2 16,1 1-16,-4 1 31,4-1-31,2-13 0,0 0 16,-2 15-16,2-15 15,0 0-15,0 0 0,0 21 16,-3 3-16,3 6 0,3-2 16,-3-28-16,0 36 15,0-13-15,-3-7 16,3-1-16,0-5 0,-2-2 15,2 6-15,0 5 16,0 4-16,-3-1 0,3 0 16,-6 2-16,4-6 15,-3-1-15,5 1 0,-2 0 16,2 1-16,0-5 16,0 1-16,-4-1 0,2-1 15,0-1-15,0 3 16,-2-2-16,2 2 0,2-1 15,-5-4-15,5 0 16,0-2-16,0-8 0,-1 7 16,1 4-16,0-11 15,0 0-15,0 0 0,-3 10 16,3-10-16,0 0 0,0 0 16,0 13-16,0-13 15,0 0-15,0 0 16,3 13-16,-3-13 0,0 0 15,0 0-15,1 10 0,-1-10 16,0 0-16,0 0 16,0 6-16,-1-9 15,1 3-15,0 0 0,0 0 16</inkml:trace>
  <inkml:trace contextRef="#ctx0" brushRef="#br0" timeOffset="9092.648">24935 7308 0,'-10'42'0,"-7"0"0,1-2 0,6-6 0,10-34 0,-10 33 0,10-33 0,-11 41 0,11-41 0,0 0 0,0 0 0,-9 51 0,-7 11 31,16-62-31,0 0 0,0 0 0</inkml:trace>
  <inkml:trace contextRef="#ctx0" brushRef="#br0" timeOffset="9470.446">24874 7263 0,'0'-5'16,"0"0"-16,6-12 16,-1 0-16,5-2 0,-2 9 15,-1 2-15,1 5 16,-1 2-16,3 1 0,1 1 15,5 6-15,-6 6 0,2-1 16,-3 1-16,1 3 16,0 2-16,1 3 0,-1 3 15,2 2-15,4 5 16,-1-1-16,-15-30 16,18 37-16,-18-37 15,21 43-15,-21-43 0,0 0 16,0 0-16,22 57 0,-22-57 15,0 0-15,23 52 16,-23-52-16,29 30 0,-29-30 16,0 0-16,0 0 15</inkml:trace>
  <inkml:trace contextRef="#ctx0" brushRef="#br0" timeOffset="9800.5">25284 7160 0,'0'-5'0,"0"0"16,0 2-16,0-2 0,0 5 16,0-4-16,0 4 15,0 4-15,0 1 0,0 11 16,0 3-16,0 12 15,0 0-15,-4 6 0,-3-2 16,-2 2-16,-2-2 0,0 4 16,0-11-16,11-28 15,-8 30-15,8-30 16,0 0-16,0 0 0,-4 34 16,4-34-16,-8 47 0,8-47 15,0 0-15,0 0 16</inkml:trace>
  <inkml:trace contextRef="#ctx0" brushRef="#br0" timeOffset="10352.552">25602 7376 0,'0'0'16,"0"0"-16,0 0 15,0 0-15,0 0 0,-5 0 16,-5 0-16,-6 0 0,-3 10 16,-4 7-16,3 2 15,6 1-15,5 1 0,-2 4 16,0-4-16,7 5 15,-1 0-15,1-5 16,0-4-16,5-5 0,2-1 16,4-1-16,-2-2 15,4-5-15,-2 0 0,5-3 16,-2-3-16,1-5 16,6-5-16,-2-3 0,-3-5 15,1 2-15,3-5 16,-4 4-16,3 0 15,-5 0-15,-3 6 0,0 1 16,2 2-16,-5 7 16,4-2-1,-4 6-15,2 2 0,3 6 0,0 5 16,-4 0-16,-1 2 16,3 6-16,0 0 0,-1-1 15,-1 3-15,-3 1 16,-4-7-16,-1 0 15,-2-5-15,0-5 0,5-7 16,0 0-16,0 0 16</inkml:trace>
  <inkml:trace contextRef="#ctx0" brushRef="#br0" timeOffset="10891.095">25873 7417 0,'0'7'0,"0"1"0,0 0 0,5 2 0,-3 10 0,4 4 0,2 1 0,-4 2 16,3-3-16,-4-3 15,0-1-15,-1-7 0,-2-2 16,0-8-16,0-6 16,0-8-16,6 0 0,-1 1 15,0-2-15,0-4 16,0-2-16,2-1 15,4-6-15,2 6 16,2-1-16,-3 3 0,1 4 16,-3 3-16,-2 5 0,6 3 31,-6 4-31,-1 5 0,-1 4 16,2 5-16,-3 2 0,0 0 0,0-4 15,-4 0 1,-1-3-16,4-3 0,-4-1 15,2-5-15,1 0 16,1-4-16,5-3 16,-2-3-16,3-5 0,4-3 0,-2-1 15,4-5 1,1 1-16,-1-3 0,0 6 0,-16 18 31,0 0-31,0 0 0,16-12 16,-16 12-16,0 0 15,19-3-15,-19 3 0,0 0 16,26 13-16,-26-13 16,0 0-16,22 27 15,-22-27-15,0 0 0,0 0 16,13 38-16,-13-38 16,0 0-16,0 0 0</inkml:trace>
  <inkml:trace contextRef="#ctx0" brushRef="#br0" timeOffset="11315.854">26552 7444 0,'0'3'0,"0"0"0,7 0 0,2-3 16,6 0-16,3 0 0,3 0 0,0-3 0,-5 0 0,1-4 0,-4-4 0,-3-1 15,-7-2-15,-1 1 16,1 1-16,-2 0 0,3-4 16,-4 6-16,0-1 15,0 1-15,0-1 0,-5 3 16,0 4-16,-5 0 16,-2 8-16,1-1 0,1 1 15,-6 6-15,1 1 16,-4 5-16,6-1 0,-2 0 15,5 3-15,-5 3 16,9-3-16,3 2 16,0 1-16,6-7 0,0 6 15,3-9-15,9 5 16,0-3-16,4-2 0,8-3 16,0-6-16,1 1 15,3-3-15,4-5 0,-3-3 16,-32 8-16,0 0 15,0 0-15</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3T04:16:26.816"/>
    </inkml:context>
    <inkml:brush xml:id="br0">
      <inkml:brushProperty name="width" value="0.05292" units="cm"/>
      <inkml:brushProperty name="height" value="0.05292" units="cm"/>
      <inkml:brushProperty name="color" value="#FF0000"/>
    </inkml:brush>
  </inkml:definitions>
  <inkml:trace contextRef="#ctx0" brushRef="#br0">2592 8668 0,'1'38'0,"6"2"0,2 0 0,-2-2 0,-1 0 0,-4-1 0,-2-37 0,0 43 0,0-43 0,0 0 0,0 54 0,0-54 0,-8 75 0,8-75 0,0 0 15,0 0-15</inkml:trace>
  <inkml:trace contextRef="#ctx0" brushRef="#br0" timeOffset="329.296">2558 8742 0,'0'-9'0,"0"0"16,0-11-16,0 1 15,4-4-15,1 5 0,9-1 16,3 7-16,1 0 16,6 6-16,-5 2 0,5 4 15,0 2-15,-1 2 16,-6 9-16,2 2 0,-1 4 15,-6 2-15,1-1 16,-2 1-16,-7 1 16,-1 1-16,-6 1 0,-1 5 15,-7-5-15,-2 2 16,1 2-16,12-28 16,0 0-16,0 0 0</inkml:trace>
  <inkml:trace contextRef="#ctx0" brushRef="#br0" timeOffset="721.665">3232 8996 0,'3'0'0,"3"-5"0,-2 2 0,4-5 16,-2 0-16,-2-1 15,1-5-15,2 1 0,-7 3 16,0 3-16,-7 2 16,-2 5-16,-9-4 15,-3 8-15,-1 1 0,-3 4 16,6 5-16,1 1 15,-3 3-15,5 0 0,2 3 32,7-1-32,5 1 0,4-4 15,5 3-15,7-4 16,5 0-16,6 0 0,3-7 16,5-3-16,4-6 15,0 0-15,-37 0 0,0 0 0,0 0 16</inkml:trace>
  <inkml:trace contextRef="#ctx0" brushRef="#br0" timeOffset="1067.454">3460 8906 0,'0'0'0,"0"0"15,6 0-15,-3 0 0,9 0 31,5 0-31,3 0 0,3 0 16,0 0-16,-3 8 0,1 3 0,-9 0 16,-1 4-16,-6 4 0,-2-3 15,-6-1-15,0 3 16,-2 0-16,1 0 0,-5-1 31,2-3-31,-5-1 16,0-4-16,0-1 0,5-5 0,-2-3 0,6-6 15,1 0-15,4-5 16,3-5-16,2-4 0,2-6 31,4 4-31,2-4 0,0 0 16,1-3-16,-16 29 16,0 0-16,0 0 15</inkml:trace>
  <inkml:trace contextRef="#ctx0" brushRef="#br0" timeOffset="1429.838">3899 8768 0,'0'0'0,"0"0"16,0 0-16,0 0 0,-7 0 15,-5 4-15,-4 4 16,-1 0-16,-3 0 0,5 2 15,9 2-15,-1-2 16,7 4-16,0-7 16,7 6-16,-1-3 0,7 6 15,0-4-15,1 2 16,-2-2-16,4 4 0,-7-7 16,1 5-16,-5-1 15,-1 0-15,-8-3 0,2-3 16,-5 1-16,-2-5 15,0 2-15,-1-3 0,-2 0 16,4-4 0,2 0-16,6-6 0,11-1 15,-11 9-15,0 0 0,0 0 16</inkml:trace>
  <inkml:trace contextRef="#ctx0" brushRef="#br0" timeOffset="1744.576">4071 8804 0,'8'0'0,"0"0"15,-1 0-15,-2 0 0,5 0 16,-2 0-16,1 6 16,-9 8-16,0 4 15,-2 0-15,-7 3 0,3-3 16,5 1-16,2-1 16,5-3-16,3 4 15,0-7-15,2 2 0,0-6 16,1-4-16,4 0 15,1-8-15,1 0 0,-3-4 16,0-6-16,-4 2 16,-1-7-16,-6 4 0,-4-2 15,-6-2 1,-4 5-16,-5-2 0,-4 3 0,-2 0 16,2 3-16,-5 4 15,2 2-15,-3-2 16,25 6-16,0 0 0,0 0 15</inkml:trace>
  <inkml:trace contextRef="#ctx0" brushRef="#br0" timeOffset="2091.605">4405 8716 0,'8'12'0,"0"-2"0,4 9 16,-2 4-16,5 3 15,-3-1-15,-6-5 0,4 7 16,-6-5-16,-2 3 0,3-6 16,-5 0-16,4-4 15,-2 0-15,-1-1 0,2-7 16,-3-5-16,2-4 16,2 0-16,2-6 0,-2 0 15,7-8-15,5 1 16,-3-3-16,4-4 15,0-3-15,2 6 16,2-2-16,-6 5 0,4 6 16,-7 0-16,-1 4 15,-2 6-15,-2 3 0,-1 7 16,-4 5-16,-2-15 16,0 0-16,0 36 15,0-36-15,0 0 0,0 0 16</inkml:trace>
  <inkml:trace contextRef="#ctx0" brushRef="#br0" timeOffset="2895.573">7525 8443 0,'0'0'0,"0"0"0,6 0 0,-4 0 0,3 8 0,3 8 0,-2 10 0,4 3 0,-2 5 0,-3 5 0,-5 4 0,-2 1 16,2 2-1,0-46-15,0 0 16,-5 48-16,5-48 15,0 0-15,0 0 0,-16 73 16,16-73-16,0 0 16,0 0-16</inkml:trace>
  <inkml:trace contextRef="#ctx0" brushRef="#br0" timeOffset="3416.465">7506 8510 0,'4'-9'16,"1"-10"-16,5-1 0,6-4 15,1 7-15,2 0 0,1 7 16,-4 4-16,5-2 16,3 4-16,0 2 15,1 4-15,0 7 0,-7 5 16,-3-1-16,-1 6 15,-10 1-15,-4 3 0,-4 2 16,-9-4-16,-2 2 16,0 1-16,-2-3 0,-4-2 15,2-2-15,4-3 16,0-1-16,0-2 0,5-4 16,-1 0-16,10-3 15,-3-2-15,9 1 0,2-6 16,4 1-16,4-2 15,3 3-15,4 1 0,-4 5 16,4 0-16,0 5 0,-22-10 16,0 0-16,18 17 15,-18-17-15,0 0 16,17 21-16,-17-21 0,0 0 16,5 32-16,-5-32 15,0 0-15,-9 31 16,9-31-16,0 0 0,-29 28 15,-11-8-15,-3-4 16,7-6-16,13-5 16,8-5-16,15 0 0,0 0 15,0 0-15</inkml:trace>
  <inkml:trace contextRef="#ctx0" brushRef="#br0" timeOffset="3800.682">8086 8780 0,'0'6'0,"0"4"16,0 2-16,0 4 0,-5 4 0,-1-2 0,3 1 0,3-7 0,5-1 15,6-8-15,4 0 16,6-3-16,-3-3 0,-1 2 16,-1-5-16,-2-3 15,-1-1-15,-3-6 16,-2 2-16,-4-1 0,-6 0 16,-2 2-16,-8-2 15,-3 2-15,-3 2 0,-1 4 16,1-1-16,-2 3 15,2 0-15,1-1 0,-2 1 16,7 3 0,4-1-16,8-4 0,0 7 15,0 0-15,0 0 16</inkml:trace>
  <inkml:trace contextRef="#ctx0" brushRef="#br0" timeOffset="4159.206">8397 8628 0,'0'0'0,"0"0"16,-6 3-16,1 4 15,-3 6-15,-3 4 16,-1 3-16,4 5 0,5 0 16,-1-3-16,4 0 0,-3-3 15,6-2-15,1-1 16,7-1-16,-1-4 0,6-3 15,0-4-15,-2 2 16,0-6-16,1 0 0,-3 0 16,6-8-16,-2-2 15,-1-4-15,-8 2 16,2-6-16,-9 1 16,-6-6-16,-2 7 0,-3 2 15,-5 4-15,1-1 0,-6 4 16,0 2-16,2 0 15,0 1-15,3 1 0,4-3 16,12 6-16,0 0 16,0 0-16</inkml:trace>
  <inkml:trace contextRef="#ctx0" brushRef="#br0" timeOffset="4439.893">8676 8393 0,'5'0'15,"1"0"-15,-4 0 16,5 0-16,0 10 0,-1 5 16,-4 8-16,1 5 0,-1 4 15,-2 3-15,0 4 16,0-1-16,0 0 0,0-38 15,5 42-15,-5-42 16,0 0-16,3 53 0,-3-53 16,0 0-16,13 62 15,-13-62-15,0 0 0,0 0 16</inkml:trace>
  <inkml:trace contextRef="#ctx0" brushRef="#br0" timeOffset="4768.639">8902 8597 0,'4'-4'0,"1"-1"0,-1 2 16,0-2-16,-4 5 16,3-4-16,-3 3 0,0-5 15,-4 4-15,-5 2 16,-6 5-16,-3-1 0,-8 5 15,4-3-15,-4 0 16,5 4-16,6 1 0,1 2 16,4-3-16,4-2 15,3 0-15,3 0 0,0 2 16,4 3-16,4 0 16,4 2-16,4-3 0,2 2 15,5-2-15,5 6 16,2 1-16,0-2 15,-2 0-15,-28-17 0,0 0 16,0 0-16</inkml:trace>
  <inkml:trace contextRef="#ctx0" brushRef="#br0" timeOffset="51605.158">14116 14028 0,'0'0'0,"13"0"0,7 0 0,6 0 0,-5 0 0,-3 0 0,-1 8 0,1 0 0,-2-3 0,0-2 0,-1 0 0,3-1 0,0-2 0,-3 2 0,-2-2 16,-2 0-16,1-2 0,-5-6 16,7 0-16,-2 6 15,-12 2-15,0 0 0,0 0 16</inkml:trace>
  <inkml:trace contextRef="#ctx0" brushRef="#br0" timeOffset="52190.634">14671 14039 0,'0'5'0,"0"3"0,0-3 16,0 0-16,0-3 0,0-2 0,6 2 0,-2-2 0,9 4 0,0 0 0,2 2 0,3-3 16,2-1-16,1 2 15,2-4-15,-3 0 0,3 2 16,-1-2-16,-5 2 31,-1-2-31,-1 0 0,1-4 0,1-2 0,-1 0 16,-4-1-16,-1 3 15,-11 4-15,0 0 0,0 0 32</inkml:trace>
  <inkml:trace contextRef="#ctx0" brushRef="#br0" timeOffset="52458.78">15179 14001 0,'0'7'16,"0"8"-16,0 1 15,5-6-15,-3-4 0,3-2 16,0-4-16,-5 0 15,8-2-15,7 0 16,1-4-16,1 3 0,-2 1 16,0 2-16,3-3 15,-1 3-15,1 0 0,1 0 16,0 0-16,2 0 16,5 0-16,5-2 15,-31 2-15,0 0 0,0 0 16</inkml:trace>
  <inkml:trace contextRef="#ctx0" brushRef="#br0" timeOffset="52790.865">15911 13985 0,'-3'0'15,"0"8"-15,3 2 16,6-3-16,1-1 0,1-6 16,5-2-16,-1-2 15,3 2-15,6 0 0,-5 2 16,1 0-16,4 0 15,-4 0-15,2-5 16,0 1-16,-2-3 0,4 2 16,-21 5-16,0 0 15,0 0-15</inkml:trace>
  <inkml:trace contextRef="#ctx0" brushRef="#br0" timeOffset="53007.78">16506 13983 0,'0'2'0,"0"0"0,7 1 16,4-3-16,4 0 16,1 0-16,-1 0 15,0 0-15,3 0 0,0 0 16,2 0-16,-2 0 15,3 0-15,0 0 0,-21 0 16,0 0-16,0 0 16</inkml:trace>
  <inkml:trace contextRef="#ctx0" brushRef="#br0" timeOffset="53196.311">16996 13990 0,'5'7'0,"0"2"0,-3-5 16,7 0-16,-5-4 0,6 2 16,3-2-16,10 0 15,1 0-15,-1 0 16,-3 0-16,-20 0 0,0 0 16,0 0-16</inkml:trace>
  <inkml:trace contextRef="#ctx0" brushRef="#br0" timeOffset="53419.294">17345 14028 0,'0'8'16,"5"0"-16,1 0 16,6-3-16,0-3 0,4 1 15,5-1-15,1-2 16,4-2-16,-3-3 0,-1-3 16,-5 0-16,1 3 15,2 3-15,-2 7 0,-3 2 16,-1 2-16,-4-2 15,-3-3-15,-1 0 0,4-4 16,0-4-16,5 2 16,-2 0-1,-13 2-15,0 0 0,0 0 0</inkml:trace>
  <inkml:trace contextRef="#ctx0" brushRef="#br0" timeOffset="53926.032">17787 13916 0,'0'3'0,"0"1"16,0 0-16,5-3 15,-3 2-15,3-3 16,0 0-16,-5 0 0,2 0 16,1 0-16,5 3 15,5 4-15,-1 3 16,1 1-16,-3-3 15,0-1-15,-1-1 0,0-2 16,2 2-16,0 2 16,2-1-16,-4 1 15,2-3-15,-3 1 0,-3 1 16,-3-2-16,3 2 16,-2-1-16,0-1 15,-1 0-15,-2-1 0,-2 4 16,-4 1-16,-4-1 15,0-3-15,-6 2 0,-1 0 16,-7 4-16,1-1 16,-3 3-16,-2-5 15,28-8-15,0 0 16,0 0-16</inkml:trace>
  <inkml:trace contextRef="#ctx0" brushRef="#br0" timeOffset="87614.501">21838 12352 0,'8'18'0,"0"-5"0,0 0 0,-1-6 0,6-2 0,0-5 0,2-2 0,3-4 0,3-4 0,2-4 0,5-5 0,0-1 0,5-2 0,-33 22 16,39-25-16,-39 25 0,51-31 16,-51 31-16,57-33 15,-1 0 1,-4 2-16,-8 6 16,-9 0-16,-6 10 0,-4 2 0,-4 4 15,-6 0-15,-15 9 0,0 0 16,0 0-16</inkml:trace>
  <inkml:trace contextRef="#ctx0" brushRef="#br0" timeOffset="95572.522">13336 12079 0,'0'0'0,"0"0"0,0 0 0,0 0 0,0 0 0,0 0 0,0 0 0,0 0 0,0 0 0,0 0 0,0 0 0,0 0 0,5 4 0,6 0 15,6 2-15,1-2 0,2-4 16,6-4-16,8-5 16,2-3-16,0-3 0,-3-3 15,-33 18-15,0 0 16,36-21-16,-36 21 0,0 0 16,0 0-16,35-21 15,-35 21-15,0 0 0,0 0 16,40-22-16,-40 22 15,0 0-15,0 0 16,44-26-16,-44 26 0,0 0 16,0 0-16,45-18 0,-45 18 15,0 0-15,49-13 16,-49 13-16,0 0 0,0 0 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642.49017" units="1/cm"/>
          <inkml:channelProperty channel="Y" name="resolution" value="1129.89661" units="1/cm"/>
          <inkml:channelProperty channel="T" name="resolution" value="1" units="1/dev"/>
        </inkml:channelProperties>
      </inkml:inkSource>
      <inkml:timestamp xml:id="ts0" timeString="2026-01-16T05:53:14.122"/>
    </inkml:context>
    <inkml:brush xml:id="br0">
      <inkml:brushProperty name="width" value="0.05292" units="cm"/>
      <inkml:brushProperty name="height" value="0.05292" units="cm"/>
      <inkml:brushProperty name="color" value="#C00000"/>
    </inkml:brush>
  </inkml:definitions>
  <inkml:trace contextRef="#ctx0" brushRef="#br0">4597 4897 0,'5'25'0,"1"-4"0,-6 3 0,4-5 0,-4 5 0,0 2 0,0-1 0,0 2 0,0 1 0,0 0 0,0-28 16,0 0-16,2 44 15,-2-44-15,0 57 16,0-57-16,2 64 0,3-6 16,0 3-16,-5-61 15,7 56-15,-7-56 0,9 60 16,0 5-16,-1-7 16,1-5-1,-9-53-15,0 0 0,7 53 16,-7-53-16,4 55 15,4-5-15,3-11 0,-1-14 0,-10-25 16,0 0 0,0 0-16</inkml:trace>
  <inkml:trace contextRef="#ctx0" brushRef="#br0" timeOffset="2172.022">5043 4922 0,'32'0'0,"11"0"0,12 0 0,4 4 0,-59-4 0,68 5 0,-68-5 0,88 3 0,27-1 0,-4 0 15,-9-2-15,-6 0 16,-96 0-16,107 0 16,-107 0-16,123 0 0,-123 0 15,145 0-15,5 0 0,-150 0 16,155 0-16,-15-2 16,-140 2-16,140-2 15,-15 2-15,-125 0 0,124 0 16,-9 0-16,-2-3 15,-113 3-15,107-5 0,-107 5 16,105-4-16,-105 4 16,114-6-16,-1 1 0,-113 5 15,105-5 1,-23 5-16,-82 0 0,66-3 16,-3 1-16,-7 2 0,-56 0 15,56 2-15,-56-2 16,0 0-16,0 0 0,53 0 15,-53 0-15,0 0 16,0 0-16,57 6 0,-57-6 16,52 8-16,-14 3 15,-12-1-15,-26-10 16,0 0-16,17 15 0,-4 1 16,-13-16-16,0 0 15,0 0-15,14 23 0,-14-23 16,0 0-16,13 34 15,0 4-15,-13-38 0,13 45 16,-13-45-16,12 52 0,0 8 16,-1 0-16,-3-7 15,-3-3-15,-5-50 0,0 0 16,5 55-16,0 4 16,-5-59-16,10 65 15,0-6-15,-10-59 16,11 62-16,-11-62 0,0 0 15,13 58-15,-13-58 0,14 60 16,2-6-16,-3-11 0,-5-4 16,-2-14-1,-3-2-15,-3-23 0,2 31 16,-2-16-16,-2-4 0,-1-4 16,3-2-16,0 0 0,-3-1 15,-6 1 1,-8 2-16,17-7 0,-31 5 15,0 0-15,-3 0 16,0-5-16,-5 0 0,0-2 16,-2 2-16,41 0 15,0 0-15,-51 0 16,-23-3-16,-7 1 0,5-3 0,76 5 16,-75-3-16,-7 3 15,1 0-15,0 0 0,5 0 16,76 0-16,-86-2 15,-26 2-15,-17 2 0,14 1 16,21-3 0,6 2-16,13 1 0,10 2 0,0-3 15,-8 1-15,-1 0 16,2-3-16,-10 3 0,2 1 16,1-1-16,-2 1 15,0 2 1,-1-1-16,82-5 0,-84 3 15,-23 4 1,-7 1-16,114-8 16,-105 5-16,15 0 0,90-5 15,-98 3-15,98-3 0,0 0 16,-101 3-16,101-3 16,0 0-16,-107-6 15,107 6-15,0 0 0,-105-5 16,10 0-16,24-5 15,30 5-15,15-1 0,8 2 16,0-1-16,2-3 16,5 0-16,-1 0 0,12 8 15,-9-10-15,9 10 16,0 0-16,0 0 16,-14-10-16,14 10 0,0 0 0,0 0 15,-18-16-15,18 16 16,0 0-16,0 0 15,-18-20-15,18 20 0,0 0 16,0 0-16,-17-26 16,-2-5-16,7 0 0,3 3 15,9 28 1,0 0-16,0 0 0,-12-30 16,12 30-16,0 0 0,0 0 15,-7-39 1,-6-8-16,3-6 0,1 6 0,7 4 15,2 8-15,0 35 16,0 0-16,-5-35 16,5 35-16,0 0 15,-5-41-15,5 41 0,0 0 16,-14-48-16,14 48 0,0 0 16,0 0-16,-16-67 15,16 67-15,0 0 0,0 0 16,-17-72-16,17 72 15,0 0-15,0 0 0,-18-75 16,18 75-16,0 0 16,0 0-16,-14-71 0,14 71 15,0 0-15,0 0 16,-13-59-16,13 59 16,0 0-16,0 0 0,-13-49 15,13 49-15,0 0 16,0 0-16,-9-36 0,9 36 15,0 0-15,0 0 16,-6-20-16,6 20 16,0 0-16,0 0 0,0-19 15,0 19-15,0 0 16,0 0-16,2-12 16,9 1-16,0 1 0,8 1 15,0 5-15,0 0 16,6-2-16,-4 3 0,3 1 15,6 2-15,-3-3 16,2 3-16,8-5 16,-4 3-16,4-2 0,2-2 15,-4-3 1,0-1-16,-35 10 0,0 0 0,0 0 16</inkml:trace>
  <inkml:trace contextRef="#ctx0" brushRef="#br0" timeOffset="2631.846">5178 5391 0,'5'-24'0,"-5"11"0,2 3 0,-2 5 0,0 5 15,5 0-15,-1 8 0,1 5 0,-3 5 0,3 2 0,-3 6 0,1-2 16,-3-2-16,0 0 0,0 5 16,0-2-16,0 4 15,0-1-15,-3-2 16,3 0-16,-5-1 0,1-5 15,-1-4-15,1-2 16,-6-10-16,1-1 0,9-3 16,0 0-16,0 0 15</inkml:trace>
  <inkml:trace contextRef="#ctx0" brushRef="#br0" timeOffset="2964.637">5175 5478 0,'-10'-11'16,"-1"-2"-16,7-2 0,1-7 15,1-3-15,0 3 0,2-4 16,0 3-16,2 0 16,3 1-16,2 1 0,5 0 15,9 3-15,-5 5 16,3 2-16,-3 7 16,3-2-16,1 6 0,0 3 15,1 0-15,2 4 16,-3 3-16,-3 4 0,-5-2 15,-2 7-15,-4-2 16,-6 4-16,-6 0 0,-4 1 16,-5 0-16,1-3 15,-4 0-15,0-1 0,0-5 16,3-3-16,-2-3 16,4 2-16,1-8 0,0-1 15,12 0-15,0 0 16,0 0-16</inkml:trace>
  <inkml:trace contextRef="#ctx0" brushRef="#br0" timeOffset="3370.097">5493 5527 0,'0'2'0,"5"1"0,0-1 16,5-2-16,0 0 0,4 0 16,4 0-16,3-2 15,-1-1-15,-5-4 16,-4-4-16,-3-2 0,-4 0 16,-1 3-16,-6 0 0,3 2 15,-2 0-15,-5 3 0,2 0 16,-4 5-16,0 5 15,1 0-15,-1 3 16,2 2-16,1 7 0,-3-3 16,3 2-16,-1 2 15,3 3-15,4-6 16,4 2-16,3 2 16,4-7-16,4 4 0,8-8 15,1-3-15,2-5 0,-6-3 16,-3-4-16,-17 7 15,0 0-15,0 0 0</inkml:trace>
  <inkml:trace contextRef="#ctx0" brushRef="#br0" timeOffset="3702.495">5786 5492 0,'0'4'0,"0"0"0,0-1 15,0 0 1,5 0-16,0-3 0,6 0 0,1 0 15,9 0-15,1 2 0,0 6 16,-5 5-16,-4-1 16,-6 4-16,3 2 15,-7-3-15,0 3 16,-3-5 0,0 3-16,0-3 0,-3-1 15,0-2-15,-2-1 0,3-5 16,-1-1-16,6-3 0,-1-3 15,-2-4-15,5-9 16,-5-4-16,2-5 16,2-4-16,1 1 0,6 1 15,0 2 1,0 5-16,-2-1 16,1 0-16,-1 4 0,-9 17 0,0 0 15,0 0 1</inkml:trace>
  <inkml:trace contextRef="#ctx0" brushRef="#br0" timeOffset="4019.508">6233 5417 0,'0'7'0,"0"1"0,0-1 16,0-2-16,0-1 0,-6-3 16,-1 3-16,-1-3 15,-5 5-15,-2 1 0,-1 4 16,7-1-16,3 0 15,5-2 1,2 0-16,5 0 0,1-1 0,-2 6 16,6-2-16,-4 1 0,0-2 15,-2 0 1,1-2-16,-1 3 0,-2 1 16,-1-1-16,-4-3 0,-3-3 15,2 3 1,-5-3-16,-2-3 15,1-2-15,-3 0 0,3 0 0,6-2 16,0-6-16,3 8 0,0 0 16,0 0-16</inkml:trace>
  <inkml:trace contextRef="#ctx0" brushRef="#br0" timeOffset="4350.163">6438 5478 0,'5'10'0,"0"2"0,-3-3 0,-2 4 16,3 7-16,-3 1 0,0 4 16,0 1-16,0-4 15,0-1 1,5-5-16,0-5 0,5-7 0,5-1 31,-4-1-31,6-2 0,-8-2 16,2-5-16,-1-7 0,-1 4 0,-5-2 15,1-1 1,0-2-16,-3-4 0,-2 2 16,-2-2-1,-3 3-15,0 6 0,-4 3 16,-2-1-16,-1 3 16,-4 0-16,4 5 0,1 2 15,-4-2-15,8 0 16,7 0-16,0 0 15,0 0-15</inkml:trace>
  <inkml:trace contextRef="#ctx0" brushRef="#br0" timeOffset="4681.834">6724 5411 0,'0'11'0,"0"-1"0,6-3 15,-1 3-15,8 6 0,4 3 16,-5-3-16,1 3 15,-8 1-15,0 1 16,-3-1-16,-4 1 0,2-2 16,-2-4-16,-1-2 15,3-6-15,0 1 0,-2-6 16,2 0-16,-3-2 16,6-4-16,2-6 0,2-3 15,0-5-15,1-5 16,3-3-16,-2 6 0,5-4 15,-2 6-15,1-1 16,1 5-16,-3 3 0,4 7 16,-6 4-16,0 4 15,-4 4-15,4 8 0,-7 4 16,-2 3 0,-2 6-16,2-29 0,0 0 0,0 0 15</inkml:trace>
  <inkml:trace contextRef="#ctx0" brushRef="#br0" timeOffset="6896.219">13788 4659 0,'15'18'0,"-6"2"0,0 6 0,-4 0 0,-3-1 0,-2 8 0,5 3 0,-2 3 0,-1-5 0,-2-34 0,-2 41 0,2-41 0,-5 46 0,2 24 15,6-4-15,-3-66 0,5 72 16,-5-72-16,0 0 15,5 77-15,-2 5 16,-6-8-16,-7-15 0,10-59 16,0 0-16,-23 60 15,23-60-15,0 0 0,0 0 16</inkml:trace>
  <inkml:trace contextRef="#ctx0" brushRef="#br0" timeOffset="8815.846">13744 4697 0,'0'-5'0,"0"5"0,0-3 16,0 3-16,0 0 15,0 0-15,0 0 0,0 0 16,5 0-16,-2 0 0,2-5 16,0 3-16,-2-3 15,11-3-15,7 3 0,2-2 16,-2 7-16,5 0 16,-3 0-16,5 2 0,-2-2 15,5 0-15,-1-2 16,6-1-16,-36 3 0,44-3 15,-44 3-15,65-5 16,3 2-16,-68 3 0,77-5 16,5 1-16,-4-2 15,-6 1-15,-72 5 16,73-3-16,5 0 0,1 1 16,1 2-16,-80 0 15,83-2-15,0 2 0,31-3 16,8 2-16,-122 1 0,117-4 15,-117 4 1,112-6-16,1 1 0,-8 5 16,-105 0-16,98 0 15,-98 0-15,105 0 0,-105 0 16,121 0-16,-121 0 16,128 0-16,-128 0 0,123-2 15,-5 2-15,-118 0 0,112 0 16,-112 0-16,99 0 0,-6-3 15,-15 0-15,-19-1 16,-59 4-16,52-3 0,3-3 16,-55 6-16,52-4 15,-52 4-15,0 0 16,57-5-16,-57 5 16,57-8-16,-3-3 0,-11 1 0,-43 10 15,0 0-15,36-9 16,-8 3-1,-5 0-15,-4 3 0,-19 3 16,0 0-16,0 0 0,13-2 0,-13 2 16,0 0-1,0 0-15,13-2 0,-13 2 16,0 0-16,0 0 0,12 4 16,-4 2-1,-8-6-15,0 0 0,5 17 0,-3-3 16,2 7-16,-4-4 0,0 6 15,0-4-15,0-19 16,0 0-16,0 26 0,0-26 16,0 0-1,-4 32-15,4-32 16,-5 48-16,3 15 16,2-63-16,-5 85 0,5-85 0,0 0 0,-5 85 15,-3 1-15,2-10 31,4-27-31,-3-8 0,-2-3 16,7-38-16,0 0 0,-3 35 0,3-35 0,-5 44 16,3 18-16,-1-7 15,3-55-15,-4 50 0,1-4 16,3-46-16,0 0 16,0 0-1,-2 50 1,2-7-16,2-1 0,-2-15 15,0-2-15,0-25 0,0 0 16,0 0-16,-2 24 16,2-24-16,0 0 0,-8 24 15,8-24-15,0 0 16,0 0-16,-14 19 16,14-19-16,-26 19 0,26-19 15,0 0-15,-33 14 0,-11-3 16,44-11-16,-56 9 15,-1-6-15,57-3 0,0 0 16,-67 1-16,67-1 16,-74 0-16,-6-1 15,1-2-15,79 3 0,-78-3 16,-1 0-16,79 3 0,-84-3 16,-25 1-16,2-4 15,107 6-15,-105-4 16,105 4-16,-108-6 0,1 5 15,107 1-15,-112-8 16,8-1-16,8 1 0,17 7 16,15 1-16,2 0 0,62 0 15,-69-5-15,-5 1 16,74 4-16,-86-2 0,86 2 16,-109-3-16,109 3 15,-137 0-15,137 0 16,-136 0-16,11 3 0,125-3 15,-109 2-15,109-2 16,-94 0-16,8 0 16,10-2-16,20 2 0,9 2 15,3 2-15,1-4 16,43 0-16,0 0 0,-48 0 16,48 0-16,0 0 0,0 0 15,-57-6-15,57 6 16,0 0-16,0 0 0,-67-5 15,67 5-15,0 0 0,0 0 16,-64-5-16,64 5 16,0 0-16,0 0 0,-54-8 15,54 8-15,0 0 16,0 0-16,-39-7 16,39 7-16,0 0 0,0 0 0,-23-9 15,8-1 1,5-1-16,2 0 15,3 0-15,5 1 16,-3-1-16,1 2 0,2-2 0,2 1 0,-2 10 31,0 0-31,5-15 16,-5 15-16,14-21 0,-14 21 0,0 0 0,0 0 31</inkml:trace>
  <inkml:trace contextRef="#ctx0" brushRef="#br0" timeOffset="9465.236">14355 5134 0,'-28'10'0,"-1"5"0,15-1 0,0 1 0,2-3 0,-1 4 16,-1-1-16,2 1 0,1 4 0,1-2 15,3 6-15,-1-5 0,5 2 16,0 2-16,3-23 15,9 26-15,-9-26 16,12 26-16,-12-26 0,0 0 16,0 0-16,31 30 15,-31-30-15,0 0 0,0 0 16,44 26-16,-44-26 16,61 18-16,-7-18 0,-54 0 15,0 0-15,0 0 16</inkml:trace>
  <inkml:trace contextRef="#ctx0" brushRef="#br0" timeOffset="9834.091">14614 5357 0,'0'3'0,"0"-2"15,0 2-15,0-3 0,0 3 16,0 5-16,0 5 0,0 2 15,0 4-15,0-2 16,0-2-16,0-2 16,5 0-16,-2-1 15,4-1-15,3-3 0,6-5 16,2-6-16,-2-2 16,-4-3-16,2-2 0,-2 2 15,-1-2-15,-1-3 0,-3-2 16,-4-3-16,2 3 15,-5-3-15,0 2 0,-3 2 16,-2 6-16,-5-3 16,-3 3-1,-2 2-15,-3 1 0,-2 3 16,-2 2-16,4 2 0,3 1 0,-1-1 16,6-2-16,1 3 15,9-3-15,0 0 0,0 0 16</inkml:trace>
  <inkml:trace contextRef="#ctx0" brushRef="#br0" timeOffset="10387.489">14783 5282 0,'0'3'16,"0"0"-16,5 0 15,0 2-15,6 2 0,-4 6 16,-2 5-1,3 5-15,-2 6 0,1-6 0,-4 0 16,-1-6-16,1-1 0,-3-6 16,0-1-16,0-8 31,0-1-31,0-5 0,-3-2 0,1-1 0,2 0 16,2-5-16,1 1 15,4-7-15,0 3 0,3-3 31,-3 2-31,3 5 0,1 2 0,-1 2 16,-3 3-16,4 2 0,2 6 16,-4 5-1,5 0-15,-4 3 0,-3-3 0,-1 6 16,-1-1 0,-3-3-16,1-2 15,-3-1-15,2-3 0,-2 1 16,0-3-16,3-2 15,-3 0-15,5-6 0,-3 1 16,7-2-16,-2-2 16,0-2-16,6 0 0,0 0 15,-2 1-15,2 0 16,0 5-16,3 2 0,-16 3 16,0 0-16,14 3 15,-14-3-15,0 0 16,21 10-16,-21-10 0,0 0 15,0 0-15,17 23 16,-17-23-16,11 20 0,-13-20 16,2 0-16,0 0 15,0 0-15</inkml:trace>
  <inkml:trace contextRef="#ctx0" brushRef="#br0" timeOffset="10618.14">15371 5296 0,'5'7'0,"3"1"0,0-3 0,-1 0 0,6 2 0,5 9 0,-2 7 0,-6 2 15,-6 5-15,-1-3 16,-3 4-16,-3 5 0,-1-3 16,4-33-16,0 0 0,0 0 15,-10 36-15,10-36 16,-14 35-16,14-35 0,0 0 15,0 0-15</inkml:trace>
  <inkml:trace contextRef="#ctx0" brushRef="#br0" timeOffset="10871.822">15432 5406 0,'0'-8'0,"0"1"0,5-9 0,-2 1 16,5-6-16,7 5 15,2 9-15,3 0 0,-5 1 0,3 4 16,0 4-16,-3 1 16,1 2-16,-4 0 15,-4 5-15,0 0 0,-1 3 16,-2-1-16,-5 5 16,-2-3-16,-8 0 0,0-3 15,-3 1-15,-2-2 16,1 0-16,2 1 0,-1-6 15,5-3-15,8-2 16,0 0-16,0 0 16</inkml:trace>
  <inkml:trace contextRef="#ctx0" brushRef="#br0" timeOffset="11345.238">15918 5296 0,'0'-8'0,"0"1"0,0-4 16,0 1-16,0 5 15,0 3-15,-7-1 16,-7 0-16,0 6 0,-6 4 16,0 6-16,2 2 15,2 1-15,7 1 0,4 1 16,5-5-16,0-1 15,5 2-15,2-3 0,4-5 16,-1 3-16,0-1 16,3-6-16,-3-2 15,3-2-15,-2-4 0,4 0 16,-2-5 0,-3-3-16,0-1 0,1 0 0,-4-1 15,-4 3-15,2 3 16,0 3-16,1-1 0,-1 2 31,-3 2-31,-2 2 0,0 2 16,-2 0-16,-3 2 0,-1 2 0,1 6 15,5 7-15,0-5 0,2 3 16,-2 2-16,0-6 16,-2 0-16,2 0 15,-3-11-15,1-8 0,2 8 16,0 0-16,0 0 0</inkml:trace>
  <inkml:trace contextRef="#ctx0" brushRef="#br0" timeOffset="11741.729">16066 5234 0,'5'2'0,"4"3"0,-2 4 0,2 2 0,3 9 0,-5-3 0,2 3 0,-7-2 0,1 3 16,-3 0-16,0-2 15,0-5-15,-3 3 0,1-9 16,-2 0-16,2-4 16,-1-4-1,3 0-15,3-6 0,-1-4 0,2-5 16,3-1-16,1-1 0,4-6 16,1 1-16,0 1 15,0 1 1,-3 3-16,2 3 0,2 7 0,0 4 15,2 3-15,-6 4 0,1 5 16,0 3-16,-6 4 16,-3-1-16,-2 3 0,-2 0 15,-1 0-15,-2 1 16,1-4-16,-3-3 16,4-3-16,3-3 0,6-5 15,-6-1-15,0 0 0,0 0 16,8-7-16,5-24 15,-13 31-15,0 0 0,0 0 16</inkml:trace>
  <inkml:trace contextRef="#ctx0" brushRef="#br0" timeOffset="12320.081">16464 5205 0,'0'0'0,"0"0"0,0 6 32,5-1-32,-2 3 0,2 7 0,1 6 0,-6 4 31,2 1-31,-2-3 0,0-3 15,3-4-15,3-5 16,1-1-16,0-3 0,6-4 16,-2-3-16,-2-3 15,-1 2-15,3-8 16,1-1-16,1-4 0,0-1 16,2-3-16,0 0 15,-2 1-15,-2 2 0,-1 1 16,-5 4-16,2 0 15,-1 4-15,2 1 0,-5 0 16,-1 2-16,-2 1 16,0 2-16,0 0 0,3 2 15,-3 4-15,2 1 16,-4 7-16,2 1 0,-3 3 16,3 3-16,-2 1 15,2 7-15,0 2 0,0-31 16,0 0-16,-3 38 15,3-38-15,0 0 0,0 46 16,0-46-16,0 0 16,0 0-16,0 69 0,0-69 15,0 0-15,0 0 16,-6 65-16,6-65 0,0 0 16,0 0-16,-8 56 15,8-56-15,0 0 0,-17 33 16,17-33-16,0 0 15,-19 11-15,19-11 16,0 0-16,-19-8 0,5-15 16,9-2-16,5-1 15,8 0-15,10 0 16,5 0-16,-23 26 0,39-25 16,-39 25-16,0 0 0,0 0 15,0 0-15</inkml:trace>
  <inkml:trace contextRef="#ctx0" brushRef="#br0" timeOffset="25867.562">8397 5473 0,'0'0'0,"0"0"0,0 0 0,0 0 0,0 0 0,7 0 0,8-3 0,10 0 0,-4-1 0,-6 1 0,-2 0 0,0 3 0,3-3 0,-4 3 0,6-1 0,2-3 0,4 4 0,-1 0 15,3 0-15,0-1 16,-1-3-16,-25 4 16,0 0-16,30-2 0,-30 2 15,0 0-15,42-3 16,12-2-16,10 0 0,-8 0 16,-4-1-16,-52 6 0,54-5 15,-54 5-15,56 0 16,6-2-16,-62 2 15,0 0-15,69 0 0,0-2 16,1-1-16,-70 3 16,69-3-16,-2 1 15,-67 2-15,68-4 0,0-1 16,-68 5-16,72-4 0,-3 0 16,-69 4-16,74-6 15,-1-2-15,-73 8 0,71-6 16,-71 6-16,77-7 0,-77 7 15,82-4-15,-82 4 16,90-6-16,-90 6 0,113-8 16,-113 8-16,128-8 15,-128 8-15,124-5 0,-124 5 16,115-5-16,-12 0 16,-103 5-16,87-5 0,-9 3 15,-78 2-15,68-3 16,-68 3-1,61-3-15,9 1 0,-1-3 0,-69 5 16,67-4 0,1 0-16,-68 4 0,71-6 15,-5 5-15,-66 1 16,69-3-16,1 3 0,-7-2 16,-63 2-16,64-4 0,-64 4 15,0 0-15,73 0 0,-73 0 16,85-5-16,-85 5 15,0 0-15,108-6 0,-4 2 16,-104 4-16,0 0 16,99-4-16,-99 4 0,92 0 15,-92 0-15,90-3 0,-9 3 16,-81 0-16,0 0 16,66 3-16,-6-1 0,2 0 31,-62-2-31,53 3 0,-53-3 15,60 0-15,-60 0 0,59 1 0,-59-1 16,0 0 0,66 6-16,-2-1 15,-64-5-15,62 6 0,-8-3 0,-2-3 0,-52 0 16,0 0-16,46 1 16,1-1-1,-2 3-15,-7-3 0,-38 0 0,31 0 16,-6 0-1,5 0-15,-7 0 16,-23 0-16,26 0 16,-26 0-16,24 0 0,-24 0 15,28-3-15,-28 3 16,0 0-16,31-4 0,0 2 16,-31 2-16,0 0 15,31-6-15,-31 6 0,0 0 16,31-3-16,-31 3 15,31-6-15,-31 6 16,0 0-16,33-1 0,1-2 16,-7 1-16,-6 0 0,-21 2 15,0 0-15,0 0 16,22 0-16,-8 0 0,2-3 16,-3 3-16,-13 0 15,0 0-15,0 0 0,7-3 16,-4-5-16,-3 8 15,0 0-15,0 0 0</inkml:trace>
  <inkml:trace contextRef="#ctx0" brushRef="#br0" timeOffset="28609.451">8950 4801 0,'-6'15'0,"-1"10"0,-1 8 0,1 2 0,4-1 0,-2 1 0,2-3 0,3-1 0,-2-8 0,4-3 0,1-9 0,1 3 0,-3-5 0,2 2 0,2-4 0,2 1 0,3-5 15,1-3-15,-1-6 0,0 1 16,2 0-16,0-3 16,1-2-16,-3-2 0,4-4 15,-4 0-15,-3 0 16,0-1-16,1-2 0,-2 3 16,-4-1-16,3 5 15,-2-1-15,-1 2 16,-2 4-16,4 2 0,-3 0 15,-1 5-15,5 3 16,-2 1-16,-3 5 0,0 3 16,0 1-16,3 1 15,-6 3-15,3 0 0,0 2 16,3-4-16,-1-2 16,1 0-16,-3-3 0,5-2 15,2-1-15,-2-3 16,4-4-16,0-4 0,1 0 15,4-7 1,-6 1-16,-2-9 0,3 2 16,-3-4-16,-1 1 15,-3-1-15,1-2 16,-3 2-16,0 0 0,0 5 16,0-3-16,0 2 0,-3 0 15,1 3-15,-1 1 16,3 2-16,0 11 0,0 0 15,0 0-15</inkml:trace>
  <inkml:trace contextRef="#ctx0" brushRef="#br0" timeOffset="28991.19">9325 4903 0,'0'0'0,"0"0"0,5 0 0,-3 0 0,3 10 0,0 8 0,-5 4 15,3-3-15,-6 4 16,1-1-16,-3 2 16,2-1-16,3-7 0,5-4 0,6-1 0,1-4 15,2 1 1,-2-5-16,-3-1 0,0-2 0,0 0 15,-1-2 1,-1-6-16,0-2 0,-4-5 16,0 1-16,-1-1 15,1 3-15,-1 1 16,-4-5-16,-3 5 16,-6-6-16,-1 3 0,1 3 15,-1 3-15,-4 6 16,-3 2-16,1 2 15,6 0-15,-1-2 0,13 0 16,0 0-16,0 0 16</inkml:trace>
  <inkml:trace contextRef="#ctx0" brushRef="#br0" timeOffset="29385.464">9564 4974 0,'7'0'15,"0"0"-15,6 0 0,-4 0 16,3 0-16,4 5 0,-1 0 16,3 0-16,0 7 15,-2-3-15,-4 7 0,-1-3 16,-6 1-16,0-6 15,0 5-15,-3 3 16,1-3-16,-6 0 0,1-3 16,-3 0-16,2-2 15,-2 0-15,-1-1 0,4-2 16,-1-2-16,3-3 16,0-3-16,3-2 0,3-5 15,-1 0-15,5-6 16,2 2-16,4-7 0,0 0 15,-2-2-15,0-4 16,-14 27-16,0 0 0,0 0 16</inkml:trace>
  <inkml:trace contextRef="#ctx0" brushRef="#br0" timeOffset="29621.895">9887 4761 0,'0'8'0,"0"3"15,0-5-15,0 0 16,5-1-16,-3 8 0,3 5 16,2 5-16,-7 6 15,2-6-15,0 5 0,3 2 16,2 1-16,1 3 16,0-4-16,-8-30 15,0 0-15,0 0 0,8 36 16,-8-36-16,0 0 15,0 0-15,14 31 16,-14-31-16,0 0 0,0 0 16</inkml:trace>
  <inkml:trace contextRef="#ctx0" brushRef="#br0" timeOffset="29926.713">10072 4901 0,'0'0'0,"0"0"16,0 0-16,0 0 0,-8 0 16,-4 0-16,1 0 0,-1 5 15,-2 0-15,-4-3 16,-5 1-16,5 4 16,8 1-16,5 8 0,0-2 15,5-1 1,5-1-16,6 3 0,1-6 0,3 4 15,3-5 1,5 0-16,1-3 0,1-1 0,1 2 16,-3-4-16,-1 1 15,2-3-15,-24 0 16,0 0-16,0 0 0</inkml:trace>
  <inkml:trace contextRef="#ctx0" brushRef="#br0" timeOffset="30253.418">10367 4856 0,'0'0'16,"0"0"-16,-6 0 15,-2 0-15,-1 0 16,-5 0-16,-1 0 0,0 5 0,5 3 16,2 0-16,1 0 15,1 2-15,6 1 0,3-4 16,0 6-16,-3-3 15,5 7 1,0-9-16,5 5 0,3-3 16,-1 7-16,-2-5 0,1 1 0,-4 0 15,-2 1 1,-2-6-16,-6 0 0,-2 3 16,1-6-16,-3 0 0,-2-3 15,-1 1-15,0-3 16,2 0-16,3-5 0,2-1 15,16-9 1,-13 15-16,0 0 16,0 0-16</inkml:trace>
  <inkml:trace contextRef="#ctx0" brushRef="#br0" timeOffset="30752.953">10756 4739 0,'11'0'0,"-3"0"0,-1 0 0,0-5 0,2 1 0,4-3 0,-3-1 0,1-2 0,1-6 0,-2 4 0,-1-4 16,-4 1-16,-1-1 0,-1 1 16,-3-1-16,-3 3 15,-1-1-15,-1 1 0,-6-1 16,1 4-16,-3 1 16,3-3-16,-4 7 0,1 3 15,1 6-15,-1-1 16,0 3-16,3 2 0,0 5 15,2 2-15,0 2 16,3 2-16,0 2 0,3 0 16,2 4-16,0 0 15,2 6-15,3 0 0,0 1 16,-2 0-16,-1 1 16,-2-2-16,0 1 0,-2-4 15,2-3 1,-5 0-16,0 1 0,0-8 0,2-2 15,-3-6-15,6-10 16,0 0-16,0 0 16</inkml:trace>
  <inkml:trace contextRef="#ctx0" brushRef="#br0" timeOffset="30974.89">10634 4938 0,'-3'3'0,"1"3"16,-1-6-16,8-4 0,11-1 16,12-5-16,8-1 15,2 3-15,0 2 0,4 4 16,-3-4-16,-6-3 16,-33 9-16,38-12 15,-38 12-15,35-26 0,-35 26 16,0 0-16,0 0 0</inkml:trace>
  <inkml:trace contextRef="#ctx0" brushRef="#br0" timeOffset="31255.901">11093 4805 0,'0'12'0,"0"2"0,-8-4 15,-1 0 1,-2 0-16,3 1 0,-4 3 0,1 1 16,4 0-16,4-3 0,6-2 15,2 5-15,2-7 16,4 3-16,-6-1 0,2-3 15,4 2 1,-1-6-16,7-1 0,-1-4 16,-1-4-1,-2-5-15,-5 1 0,-1-7 0,-1 1 16,-6 1-16,-6 0 16,1 5-1,-5-2-15,-3 3 0,-4 3 0,-2 4 16,0 2-1,3 0-15,1 2 16,-1-2-16,16 0 16,0 0-16,0 0 0</inkml:trace>
  <inkml:trace contextRef="#ctx0" brushRef="#br0" timeOffset="31611.453">11289 4826 0,'5'0'16,"0"0"-16,2 0 15,9 0-15,4 0 0,3 8 16,-2 1-16,-4 1 16,-3 4-16,-6-1 15,-3 2-15,-3 1 0,-2 1 16,-5-4-16,-5 0 15,1 0-15,1-2 0,1-5 16,-3 2-16,4-2 16,1-3-16,3-3 0,-1-3 15,3-3-15,0-4 16,0-3-16,0-2 0,0-3 16,3-1-16,2 3 15,3-3-15,-1-2 0,3 1 16,-2 0-16,-8 20 15,0 0-15,0 0 16</inkml:trace>
  <inkml:trace contextRef="#ctx0" brushRef="#br0" timeOffset="32061.917">11671 4692 0,'0'0'0,"0"0"0,0 0 0,0 0 0,0 0 15,0 0-15,0 0 0,0 0 0,0 0 0,0 8 0,0 5 0,0-3 16,0 6-16,0-4 16,0 6-16,0 5 0,2 1 15,1-2-15,-1-4 16,3 0-16,-5 0 15,3 1-15,-3-2 0,0 2 16,0-2-16,0 1 16,0-2-16,0-1 0,0-5 15,0-2 1,3-5-16,7-3 0,-10 0 0,0 0 16,0 0-16</inkml:trace>
  <inkml:trace contextRef="#ctx0" brushRef="#br0" timeOffset="32801.801">11633 4673 0,'0'0'0,"5"0"0,-3 0 0,3 0 15,2 0-15,-1 0 16,4 0-16,0 0 0,6 6 16,-4-1-16,2-3 0,-2 4 15,3-1 1,1 3-16,2 0 0,-1-1 0,-1 1 15,-3-2-15,3-1 16,-1 0-16,3-3 16,-3 1-1,3-1-15,-3 4 16,4-2-16,-19-4 16,0 0-16,0 0 0,17 5 15,-17-5-15,0 0 16,0 0-16,18 8 15,-18-8-15,0 0 0,0 0 16,17 8-16,-17-8 0,0 0 16,0 0-16,14 8 15,-9-1-15,-8 1 16,1 0-16,-1-4 16,1 2-16,-1-3 0,1-1 15,-2 1-15,4 0 16,0-1-16,-2 0 0,2 1 15,-5 2-15,3-3 16,-1 1-16,-4-1 16,-1 1-16,-3 0 0,2 5 15,-1-3-15,-4 5 16,-1-3-16,-5 5 0,1-2 16,5 1-16,1-2 15,0 1-15,-3-3 0,3 4 16,-2-1-16,2-1 15,0-3-15,0 5 16,3-3-16,0 2 0,-1-3 16,4-1-16,2-1 0,0-5 15,5 3-15,2-6 16,-2 3-16,0 0 0,0 0 16</inkml:trace>
  <inkml:trace contextRef="#ctx0" brushRef="#br0" timeOffset="33982.296">11673 4736 0,'0'0'0,"5"0"0,-2 0 0,2 5 0,0 0 0,-5-2 0,3-1 0,-3 1 0,0-3 0,0 0 15,0 0-15,0 0 0,0 0 0,0 0 0,0 3 0,0 4 0,7 9 0,-7-16 0,3 15 0,-1-3 0,1-2 0,-3-1 0,2-4 16,1 5-16,-1 5 0,2 3 16,-2 0-16,-2-1 0,0-3 15,0 1-15,0 0 16,0-4-16,0-1 0,-2-2 16,2-4-1,0 5-15,-4-6 0,4 0 0,0-3 16,0 0-16,0 0 15</inkml:trace>
  <inkml:trace contextRef="#ctx0" brushRef="#br0" timeOffset="34297.827">11737 4769 0,'0'0'0,"0"0"15,0 0-15,0 0 16,0 0-16,0 0 0,0 0 16,0 0-16,0 0 0,0 0 15,0 0-15,5 0 16,-3 5-16,4 1 16,-1-1-16,-5 5 0,3 2 15,-1 4-15,-2-1 16,3-5-16,-1 3 0,1-2 15,-3 2 1,2-1-16,-4 2 0,2-2 0,-3-1 31,-2-2-31,0 1 0,0-9 16,2-1-16,3 0 0,0 0 0,0 0 16</inkml:trace>
  <inkml:trace contextRef="#ctx0" brushRef="#br0" timeOffset="34615.34">11686 4792 0,'0'0'16,"5"0"-16,-2 0 0,2-6 16,0 5-16,-5-4 15,2-1-15,-2 6 0,0-2 0,0 2 0,0 0 16,0 0-16,5 8 15,-2 2-15,3 1 0,-1-5 16,-5 10-16,-3-3 16,1-1-16,-2-1 15,2-1-15,2 1 16,0-2 0,0 3-16,2-7 0,-2 0 15,0-3-15,0-2 16,0-2-16,0 0 0,0-4 15,0 6-15,0 0 16,0 0-16</inkml:trace>
  <inkml:trace contextRef="#ctx0" brushRef="#br0" timeOffset="36012.437">11732 4792 0,'-7'0'16,"2"0"-16,1 0 16,4 0-16,-2 0 0,2 0 15,0 0-15,0 0 16,0 0-16,0 0 0,0 0 15,0 0-15,0 0 16,0 0-16,2 0 0,2 0 16,6 0-16,4 3 15,0-1-15,-2 2 16,1-4-16,2 2 0,4 0 16,-1 3-16,-2-2 15,3 0-15,0-2 0,-1 3 16,-3-2-16,1 1 15,-6-1-15,-1 1 0,0 0 16,-7-1-16,-2 0 16,0 1-16,-2-1 15,-2 1-15,-1 2 0,-2-5 16,-3 2-16,2-2 16,-5 0-16,1-2 15,-4-1-15,-1 1 16,-1 2-16,5-3 0,0 1 15,0-1-15,-1 3 16,4-2-16,-2 0 0,1-4 16,4 4-16,-1-1 0,3-3 15,-3 2-15,0-2 16,4 4-16,-1-2 16,2 0-16,1 2 0,-2 2 15,4-3-15,4 1 0,-2-2 16,3 4-1,0 0-15,2 4 0,1 1 0,3 1 16,-1-4 0,3 2-16,-1-1 0,3 4 15,2-3-15,1 1 0,0-3 16,-3 1-16,0 0 16,-5 1-16,3-1 0,-8 2 15,-2-3 1,-3 3-16,-3 1 0,-2 0 15,0 1-15,-5-2 16,-5 0-16,-1-2 16,4 1-16,-1-1 0,2 0 15,4-1-15,-1 2 16,3-4-16,-4 0 0,4 2 16,3-2-16,-1 0 0,1 0 15,2 0-15,0 0 0,0 0 16,2-2-16,3 2 15,-2-4-15,4-1 0,2-1 16,-1 2-16,2 2 16,1-1-16,-1 3 15,-3 0-15,-2 0 16,-3-3-16,4 3 0,-6 0 16,-6-2-1,1-3-15,-4-1 0,-1 1 16,-1 2-16,1 1 0,-7-1 0,2 1 15,-1-3-15,2 0 32,-2-3-32,1 3 0,3-2 15,-2 1-15,4-1 16,0 1-16,0-1 0,2 2 16,6-2-16,-3 1 15,2 3-15,0-2 0,3 0 16,0 0-16,0 0 15,0 2-15,0-2 0,3 3 16,2 2-16,3 0 16,2 0-16,-10 0 0,15 2 15,-5 1-15,0-1 16,-1 1-16,-4-1 0,-1-2 16,6 3-16,4 2 15,3 2-15,1 1 0,1 0 16,1 0-16,-1-1 15,-2-1-15,-1 1 16,-1 0-16,0-1 0,-5 2 16,1-3-16,-3 0 15,-1 0-15,-2 0 16,0-3-16,-5-2 0,-3 3 16,1-3-16,-3 0 15,0-3-15,0 1 0,0-1 16,-1-4-16,-1 0 15,-10 7-15,-32 7 0,49-7 16,0 0-16,0 0 16,-81 2-16,83-17 0,9-3 15,-6 9-15,-5 0 16,-2 3-16,-1 5 0,1-2 16,-1 1-16,-3 2 15,2 0-15,1-2 0,3 2 16,3 0-16,1 4 15,5 0-15,3 2 16,4-1-16,5 1 0,-21-6 16,0 0-16,0 0 0</inkml:trace>
  <inkml:trace contextRef="#ctx0" brushRef="#br0" timeOffset="79554.416">11673 4730 0,'0'-10'0,"0"3"0,0-1 0,-5 0 0,0 0 0,3 5 0,-1-1 0,0 4 0,3-3 0,0 1 0,3 2 0,-3-4 0,3 4 0,-3 0 0,2-1 0,-2 1 0,0 0 0,0-3 0,0 3 0,0-3 0,0 6 0,0 0 0,0-3 0,0 1 0,0 3 0,0-4 0,-2 2 16,2-2-16,-6 0 15,3 0-15,1 0 0,2 0 0,-2 0 16,2 3 0,-3-3-16,3 0 0,0 0 15,0 0-15,0 0 0,0 0 16,0 2-16,0 0 0,3 1 16,1-3-16,-4 3 15,3 0-15,3-3 0,-1 2 16,2 1-16,1 0 15,0-3-15,-1 0 0,1 2 16,-3 0-16,0-2 16,1 3-1,-1-3-15,0 3 0,2-1 16,0 0-16,7 4 0,-2 1 16,1-3-16,0-2 15,-1 1-15,-1-3 0,-3 2 16,2-2-16,1 3 0,4-1 15,-2 1-15,-3-3 16,0 5-16,1 0 0,-1 0 16,0 0-16,3 0 31,-1 1-31,-2-4 0,1 1 16,-1 2-16,0-3 0,1-2 0,-4 3 15,-2-3 1,0 2-16,-1-2 15,2 4-15,-4-2 0,-2 0 0,3 0 16,-3 1-16,0 0 0,2-3 16,-2 0-1,0 3-15,0-3 0,0 0 16,0 0 0,-2 0-16,2-3 15,-3 3-15,1 0 0,-1 0 0,-4 0 16,5 0-16,-1 0 15,-2 3-15,5-3 0,-2 1 32,2 3-32,-5-2 0,2 3 15,1-2-15,-4 0 16,1-1-16,0 0 0,3 1 16,-3 2-16,0-3 15,-4 3-15,2 1 0,0 0 0,-1-4 31,0 5-31,0-1 0,1 0 16,-1 5-16,-5-2 16,-2 1-16,-1-3 0,4 4 15,-1-4-15,-2-5 16,-7 2-16,22-4 0,0 0 16,0 0-16</inkml:trace>
  <inkml:trace contextRef="#ctx0" brushRef="#br0" timeOffset="80177.39">11562 4695 0,'-2'-6'0,"-3"1"0,2 3 0,1 2 0,-1-3 0,3 3 0,0 0 0,0 0 0,0 0 0,0 0 16,0 5-16,0 0 15,0 1-15,0-1 0,0 5 16,0-3-16,3 4 15,4 2-15,4-5 0,-6 0 16,-3-4-16,1 4 16,-1 1-16,1-1 15,2 7-15,0-3 0,-2 1 16,-3-1-16,5-2 16,-2 1-16,4 4 0,-2 0 15,1 5-15,0-6 0,-1 1 16,0 0-16,0-4 15,-3 3-15,1-6 16,1 7-16,2-3 0,-1-2 16,0 1-16,0-6 15,0 3-15,-2 1 0,-3-9 16,0 0-16,0 0 16</inkml:trace>
  <inkml:trace contextRef="#ctx0" brushRef="#br0" timeOffset="80834.09">11463 4713 0,'0'0'0,"0"0"0,0 0 0,0 0 0,0 0 16,0 0-16,0 0 0,0 0 0,0 0 0,0 0 0,5 0 0,1 0 16,6 0-16,0 0 31,2 0-31,0 0 0,2 2 0,-3 0 0,0 4 15,-1-1-15,1-3 16,0 4-16,3-3 0,0-1 16,-2 1-16,2-1 0,2 1 15,0-1-15,0 1 16,-3 0 0,3-3-16,0 2 0,0-2 0,-3 2 31,-2 1-31,-2-1 0,-4-2 15,-7 0-15,0 0 16,0 0-16,11 3 16,-11-3-16,0 0 0,0 0 15,15 5-15,-15-5 16,0 0-16,0 0 0,16 4 16,-9-8-16,-7 4 15,0 0-15,0 0 0</inkml:trace>
  <inkml:trace contextRef="#ctx0" brushRef="#br0" timeOffset="81278.242">11565 4710 0,'0'0'0,"0"0"0,0 0 0,0 0 0,0 0 0,0 0 0,0 0 0,0 0 0,0 0 0,0 0 0,0 0 16,0 0-16,0 0 15,0 0-15,0 0 16,0 0-16,5 3 0,0 7 15,0-3-15,-2 4 0,-1-6 16,1 3-16,-3-1 16,2 4-16,1-1 15,-3 3-15,0-1 0,0 2 16,0-1-16,0-4 0,0 7 16,3-1-1,0 3-15,2 1 0,-1-4 0,-1 0 16,-1-2-1,1 0-15,-3-1 0,0-2 16,3-1-16,-6-4 0,3-3 16,3-2-16,0-2 0,-3 2 15,0 0-15,0 0 0</inkml:trace>
  <inkml:trace contextRef="#ctx0" brushRef="#br0" timeOffset="81697.611">11590 4715 0,'0'0'16,"0"0"-16,0 0 0,0 0 15,0 0-15,0 0 16,0 0-16,0 0 0,0 0 15,6 0-15,-3 0 16,2 0-16,-1 5 0,-4 3 16,3 0-16,-1 0 0,4 5 15,5-1-15,-3 1 16,2 2-16,-6-2 16,-1 0-16,3 0 0,-4-1 15,1-1-15,-1 4 16,1-3-16,2 5 0,-3-3 15,1 0-15,-3-2 16,0 2-16,0-2 0,0-2 16,0 0-16,0-4 15,-3 2-15,3-2 0,0-5 16,0-1-16,0-1 16,0 1-16,0 0 0,0 0 15</inkml:trace>
  <inkml:trace contextRef="#ctx0" brushRef="#br0" timeOffset="82435.415">11560 4695 0,'0'0'0,"0"0"16,0 0-16,0 5 0,0 0 0,-5-3 0,0 1 0,2 0 0,1-3 0,-1 0 0,3 0 0,0 0 15,0 0-15,0 0 0,0 0 0,0 0 16,0 0-16,3 0 15,2 0-15,0-3 0,0 3 16,3 0-16,2 0 16,2 0-16,2 3 15,-2-1-15,5 0 0,-2 1 16,3 0 0,-1-1-16,1-2 0,1 3 15,0-1-15,5-2 0,-6 4 16,-1-2-16,-3 1 15,1-1-15,1 1 0,2-3 16,0 2-16,-3 1 16,-2-1-16,-13-2 15,0 0-15,0 0 0,17 3 0,-17-3 16,0 0-16,0 0 16,21 5-16,-21-5 15,0 0-15,0 0 0,21 5 16,-21-5-16,0 0 0,0 0 15,17 8-15,-17-8 16,0 0 0,0 0-16,16 6 15,-16-6-15,0 0 0,0 0 0,12 7 16,-12-7 0,0 0-16,0 0 0,14 10 15,-14-10 1,0 0-16,3 8 15,-3-8-15,0 0 0,-9 13 0,-11-1 0,-3 6 16,-3 3 0,0-2-16,-2 1 0,2-3 15,2-4-15,-10 4 16,34-17-16,0 0 0,0 0 16</inkml:trace>
  <inkml:trace contextRef="#ctx0" brushRef="#br0" timeOffset="129639.973">19967 16260 0,'9'0'0,"-2"5"0,3 1 0,-5-4 0,1 1 0,-1-2 0,0 8 0,2-2 0,-2-2 0,0-2 0,-1 2 0,3-3 0,-2 2 16,0-3-16,0 3 0,3-2 0,-5 1 0,2-2 0,0 3 0,0-1 0,0-2 0,5-1 0,-2 4 0,-1-4 0,1 0 15,1 0 1,-2 0-16,1 2 0,-1-2 16,4-2-16,-1 2 15,-3 0-15,2 2 16,1-2-16,0 0 0,3 0 15,-6 0-15,3-2 16,1-2-16,-1 3 0,2-2 16,-1-1-16,-3 4 15,2 0-15,-1 0 16,-9 0-16,0 0 0,0 0 16,14 4-16,-14-4 0,0 0 15,0 0-15,19 3 16,-19-3-16,0 0 0,0 0 15,25 1-15,-25-1 16,0 0-16,0 0 0,33 6 16,-33-6-16,41 6 15,0-4-15,-3 3 0,-6 0 16,-7 0-16,-1-3 16,-4 4-16,-5-3 0,4-1 15,-19-2-15,0 0 16,0 0-16,17 0 0,-17 0 15,0 0-15,0 0 16,23 0-16,-23 0 0,0 0 16,0 0-16,31 0 15,5 0-15,0 0 0,-6 3 16,-1-3-16,-29 0 16,0 0-16,0 0 0,28 0 15,-28 0-15,0 0 16,0 0-16,33-3 0,-33 3 15,37 0-15,2-2 16,-4 2-16,-35 0 0,0 0 16,0 0-16,36-3 15,-36 3-15,38 0 0,4 0 16,-6 0-16,-5 3 16,-31-3-16,0 0 0,0 0 15,28 0-15,-28 0 16,0 0-1,33-3-15,5 0 16,-4 3-16,-3-3 0,-31 3 16,0 0-16,0 0 0,33-2 0,0 0 31,2-1-31,-35 3 0,0 0 0,0 0 0,37-3 16,0 1-1,1 0-15,-8 2 0,-30 0 16,31-3-16,-31 3 15,0 0-15,31-5 0,4 2 16,-35 3-16,0 0 0,0 0 16,37-2-16,2 2 15,-1-4-15,-38 4 0,0 0 16,0 0 0,38-1-16,0-2 0,-38 3 15,0 0-15,0 0 0,44-5 0,7 2 31,-51 3-31,0 0 0,0 0 16,52-2-16,-3-2 16,-49 4-16,0 0 0,50 0 15,-5 0-15,-45 0 16,0 0-16,0 0 0,46 0 16,-2 0-16,-1 0 15,-43 0-15,41 4 0,-13-4 16,3 0-16,-31 0 15,0 0-15,31 0 0,-31 0 16,0 0-16,0 0 16,36-4-16,2 4 0,-1-5 15,-37 5-15,0 0 16,0 0-16,33-2 0,-33 2 16,0 0-16,0 0 15,38-2-15,-38 2 0,0 0 16,0 0-16,47-3 15,-47 3-15,52-5 0,-4 1 16,-48 4-16,0 0 16,0 0-16,38-5 0,-38 5 15,0 0-15,0 0 16,28-3-16,-28 3 16,28-7-16,-5 6 0,-23 1 15,0 0-15,0 0 0,24-3 16,-7 1-16,-4-1 15,-13 3-15,0 0 0,0 0 16,14-13-16,-14 13 0,0 0 16,0 0-16</inkml:trace>
  <inkml:trace contextRef="#ctx0" brushRef="#br0" timeOffset="135328.422">28159 16479 0,'0'0'0,"0"0"0,-3 0 0,-9 0 0,-6 0 0,-4-6 0,0 4 0,1-4 0,10 4 0,-5-1 0,1 3 0,1-2 0,-2-1 16,1 0-16,0 0 16,-6 2-16,4-4 0,-1 1 15,-4-1-15,2 2 16,20 3-16,-22-4 0,22 4 16,0 0-16,-34-3 15,34 3-15,0 0 0,0 0 16,-49-5-16,-15-2 15,4 3-15,10 0 0,50 4 16,0 0-16,-50-3 16,50 3-16,-50 0 0,50 0 15,-56 3-15,-1-3 16,8 0-16,9 0 0,40 0 16,0 0-16,-36 0 15,-5 0-15,-5 0 16,1 2-16,45-2 0,0 0 15,-48 2-15,3 7 16,-1-3-16,3-5 0,43-1 16,0 0-16,-46 3 15,-3-1-15,-2-2 16,51 0-16,0 0 0,-49 0 16,49 0-16,0 0 0,-54 0 15,-7-2-15,3 2 16,58 0-16,-53-3 0,2 2 15,51 1-15,0 0 0,-52-6 16,4-3-16,48 9 16,0 0-16,-54-4 15,0-4-15,54 8 0,0 0 16,-56-9-16,56 9 16,0 0-16,0 0 0,-57-8 15,-4-3 1,61 11-16,0 0 0,-61-8 0,3 0 15,11 1-15,12-1 16,35 8-16,0 0 0,0 0 16,-25-7-16,25 7 31,0 0-31,-25-11 0,-2 0 16,6-1-16,7 2 0,-2 1 0,16 9 0,0 0 15,0 0-15</inkml:trace>
  <inkml:trace contextRef="#ctx0" brushRef="#br0" timeOffset="152629.783">22860 16355 0,'-15'0'0,"-11"0"0,-2 0 0,5 0 0,2 0 0,-2 0 0,-3 0 0,-5-5 0,8 3 0,1-3 0,1-1 0,21 6 0,-28-6 0,28 6 0,-39-1 0,39 1 0,0 0 0,-49-3 15,-17-1-15,-4 3 0,70 1 16,-66-3-16,66 3 16,-68 0-16,-1 0 0,69 0 15,-74 3-15,2-3 0,-3-3 16,75 3-16,-71 0 15,1-6-15,70 6 16,-72-1-16,-1-3 0,73 4 16,-82-7-16,7-1 15,75 8-15,-77-7 0,77 7 16,-77-6 0,0 3-16,77 3 15,-76 3-15,7 1 0,69-4 16,0 0-16,-71 3 0,71-3 15,0 0-15,-74 6 0,74-6 16,0 0-16,0 0 0,-83 5 16,6-5-1,77 0-15,0 0 0,0 0 16,-69 3-16,12 0 0,7-3 0,50 0 16,0 0-1,0 0-15,-44-3 0,44 3 0,0 0 31,0 0-31,-36-8 0,10-1 0,26 9 16,0 0-16,0 0 0</inkml:trace>
  <inkml:trace contextRef="#ctx0" brushRef="#br0" timeOffset="168528.998">28123 16348 0,'0'0'0,"0"0"0,0 0 0,0 0 0,0 0 0,-7 2 0,-3 3 0,-7 2 0,6-4 0,0 3 0,-2-4 0,-2 4 0,-1-2 0,0 0 0,4 2 15,-3-1-15,2-2 16,0 0 0,-6 1-16,5 0 0,-4-4 15,3 2-15,-1 1 16,-3-1-16,3-2 0,-5 4 15,5-3 1,16-1-16,0 0 0,-21 5 0,21-5 16,0 0-16,-28 2 15,28-2-15,0 0 16,-40 6-16,-7 0 16,-8-1-16,10-4 0,7 2 15,9-3-15,1 0 16,28 0-16,0 0 15,-33-3-15,33 3 0,0 0 16,-36 0-16,-8 0 16,-8-1-16,52 1 0,0 0 15,-48 0-15,48 0 16,0 0-16,-57-4 0,-2 4 16,59 0-16,-65-1 15,65 1-15,-56-6 0,1 0 16,55 6-16,0 0 15,-57-4-15,1 1 16,56 3-16,0 0 0,-60-5 0,60 5 16,-61-5-16,1-3 15,60 8-15,0 0 0,0 0 16,-69-10-16,69 10 16,0 0-16,0 0 0,-72-9 15,72 9 1,0 0-16,0 0 0,-81-11 0,5-3 15,13 4-15,63 10 16,0 0-16,0 0 16,-62-21-16,62 21 15,0 0-15,0 0 0</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642.49017" units="1/cm"/>
          <inkml:channelProperty channel="Y" name="resolution" value="1129.89661" units="1/cm"/>
          <inkml:channelProperty channel="T" name="resolution" value="1" units="1/dev"/>
        </inkml:channelProperties>
      </inkml:inkSource>
      <inkml:timestamp xml:id="ts0" timeString="2026-01-16T05:57:59.643"/>
    </inkml:context>
    <inkml:brush xml:id="br0">
      <inkml:brushProperty name="width" value="0.05292" units="cm"/>
      <inkml:brushProperty name="height" value="0.05292" units="cm"/>
      <inkml:brushProperty name="color" value="#C00000"/>
    </inkml:brush>
  </inkml:definitions>
  <inkml:trace contextRef="#ctx0" brushRef="#br0">21712 15212 0,'0'0'0,"0"0"0,0 0 0,0 0 0,0 0 0,0 3 0,-7 12 0,-6 6 0,0-1 0,-3-5 0,4-1 0,0-2 0,3 1 0,2 0 0,-1 1 15,3 0-15,-3 2 16,3-3-16,-5-3 0,3-3 15,2-4-15,-4-3 16,2-5-16,2-5 16,0 1-16,5 9 0,0 0 15,0 0-15</inkml:trace>
  <inkml:trace contextRef="#ctx0" brushRef="#br0" timeOffset="298.434">21590 15164 0,'0'0'16,"0"0"-16,0 0 16,0 0-16,0 0 0,0 0 15,0 0-15,0 0 16,0 0-16,0 0 0,5 5 16,-3 3-16,3 2 15,3 2-15,-3 7 0,3-4 16,-8 0-16,0 3 15,0-3-15,-3 1 16,3-3-16,-2 2 0,2 3 16,2 3-16,-2-3 15,0-3-15,3-4 16,-1-3-16,3-1 0,1-1 16,-3-6-16,-1 2 15,-2-2-15,0 0 0,0 0 16</inkml:trace>
  <inkml:trace contextRef="#ctx0" brushRef="#br0" timeOffset="677.305">21628 15104 0,'0'4'0,"0"-3"0,0 2 16,0-3-16,0 0 16,0 0-16,0 0 0,0 0 15,0 0-15,8 0 0,0 0 16,4 0-16,-1 4 16,-1 10-16,-5-1 15,-3 2-15,-2 4 0,0 2 16,-5-9-16,5 3 15,-2 0-15,-1 4 0,1-1 16,-1-4-16,1 7 16,-2 0-16,4 0 15,-2-3-15,2-3 16,0-5-16,0 1 0,-5-7 16,0 5-16,5-9 0,0 0 15,0 0-15</inkml:trace>
  <inkml:trace contextRef="#ctx0" brushRef="#br0" timeOffset="963.609">21464 15277 0,'0'0'0,"0"4"0,0 1 15,0-2-15,0-1 0,5 2 16,-3-4-16,5 0 0,4 0 16,7 0-16,7 0 15,5 2-15,0 3 0,3 1 16,0-4-16,5-2 16,-3-2-16,1-1 15,-36 3-15,0 0 16,38 0-16,-38 0 15,0 0-15,0 0 0</inkml:trace>
  <inkml:trace contextRef="#ctx0" brushRef="#br0" timeOffset="57987.289">10488 14166 0,'0'0'0,"0"0"0,0 0 0,0 0 0,0 0 0,0 0 0,0 0 0,7 9 0,1 5 0,4 3 0,-4-4 0,-5 5 0,-1-1 0,-4 9 0,-3-3 0,3 5 0,-2-1 15,4 4-15,-2-4 0,2-27 16,0 0-16,0 34 15,0-34-15,0 0 0,0 0 16,0 39-16,2-1 16,-2-38-16,0 0 0,0 0 15</inkml:trace>
  <inkml:trace contextRef="#ctx0" brushRef="#br0" timeOffset="58432.45">10777 14483 0,'0'0'0,"0"0"0,0 0 0,0 0 0,0 0 0,0 0 0,0 0 0,5 6 0,-3 1 0,6 0 16,0 1-16,1-5 0,-4 2 16,-5-5-16,0 0 15,0 0-15</inkml:trace>
  <inkml:trace contextRef="#ctx0" brushRef="#br0" timeOffset="58712.229">10950 14533 0,'5'7'0,"-1"-2"0,-1-3 0,-3-2 16,5 2-16,2-2 0,4 0 15,-3 0 1,1 0-16,3 0 0,1-2 15,-3 0-15,3-3 0,-6-1 16,3 6-16,-1 0 16,-4 6-16,-1 1 0,-4-2 15,0 1-15,0-3 0,3-2 16,-1-1-16,6 4 16,0-8-16,5 0 15,-1-5-15,6 1 0,1 0 16,-19 8-1,0 0-15,0 0 0</inkml:trace>
  <inkml:trace contextRef="#ctx0" brushRef="#br0" timeOffset="58812.348">11299 14509 0,'0'7'0,"-5"7"0,0 1 0,1-8 0,8-1 32,8-6-32,9-3 0,3-3 0,2-3 0,-26 9 15,0 0-15,0 0 16</inkml:trace>
  <inkml:trace contextRef="#ctx0" brushRef="#br0" timeOffset="58921.6">11550 14503 0,'0'3'15,"0"2"-15,-5-2 16,0-1-16,2 1 0,1-3 16,2-3-16,7-2 0,-7 5 15,0 0-15,0 0 0</inkml:trace>
  <inkml:trace contextRef="#ctx0" brushRef="#br0" timeOffset="59662.232">11978 14147 0,'-2'12'0,"-8"9"0,-4 2 0,0 1 0,3-2 0,3 1 0,1 0 0,-9 4 0,4-4 0,-2 0 0,14-23 0,0 0 0,0 0 15,-14 23-15,14-23 0,-24 15 16,24-15-16,0 0 16,0 0-16</inkml:trace>
  <inkml:trace contextRef="#ctx0" brushRef="#br0" timeOffset="59916.153">11760 14164 0,'5'0'0,"0"0"0,0 0 16,1 0-16,4 0 16,-3 0-16,1 8 15,5 6-15,3 1 0,-3 3 0,0 2 16,-6-1-16,4 3 15,-1-1 1,0 4-16,0 1 0,-2 2 0,-1-2 16,-7-26-16,0 0 15,0 0-15,11 21 16,-1-3-16,-10-18 16,0 0-16,0 0 15</inkml:trace>
  <inkml:trace contextRef="#ctx0" brushRef="#br0" timeOffset="60199.056">11935 14147 0,'-3'0'0,"0"0"0,1 0 16,2 0-16,0 0 0,0 0 15,0 0-15,0 0 16,0 11-16,0 6 15,-3 9-15,-2 5 0,0-1 16,3 1-16,-3-2 16,-1 1-16,-1 4 15,-1-2 1,6-9-16,-1-6 0,-2-2 16,3-5-16,-2 0 0,4-6 15,4-4-15,-4 0 16,0 0-16,0 0 15</inkml:trace>
  <inkml:trace contextRef="#ctx0" brushRef="#br0" timeOffset="60389.44">11694 14329 0,'0'0'0,"-5"5"0,-1 0 0,6-3 0,6-2 15,6-2-15,12-6 16,6 1-16,3 1 0,9 2 15,2 1 1,4 3 0,1-4-16,-4-6 0,-45 10 15,0 0-15,0 0 0</inkml:trace>
  <inkml:trace contextRef="#ctx0" brushRef="#br0" timeOffset="84869.178">7568 9810 0,'0'0'0,"0"0"0,0 0 0,7-9 0,3 2 0,6-3 0,0 2 0,1 3 0,1 2 0,4-2 0,-3 3 0,6-1 0,0 1 0,4 2 0,-1 0 0,-28 0 0,36-3 0,-36 3 15,42 0-15,-42 0 16,56 0-16,12 0 0,-5-2 16,-9 0-16,-6 2 0,-48 0 15,0 0 1,45-6-16,-45 6 16,0 0-16,0 0 0,50-3 0,-50 3 15,0 0-15,0 0 0,51-2 16,-2 0-16,-7 2 15,-15 2-15,-9-2 16,1 2-16,-19-2 16,0 0-16,0 0 0,0 0 0</inkml:trace>
  <inkml:trace contextRef="#ctx0" brushRef="#br0" timeOffset="89906.864">13916 9618 0,'0'0'0,"0"0"0,0 0 0,0 0 0,0 0 15,0 0-15,0 0 0,15 1 0,13 2 0,5 1 0,-4-4 0,5 0 0,-1 0 0,3 4 0,-36-4 0,0 0 0,41 2 0,-41-2 0,54 3 0,-54-3 0,0 0 0,82 2 0,2 1 0,-84-3 0,0 0 16,0 0-16,117 6 0,-2 1 16,-8-2-16,-40 1 15,-26-4-15,-41-2 0,0 0 16,0 0-16,27 0 15,-27 0-15,0 0 0,0 0 16,27 0-16,-27 0 16,0 0-16,0 0 0,26-2 15,-26 2-15,26-3 16,-26 3-16,0 0 0,0 0 16,0 0-16</inkml:trace>
  <inkml:trace contextRef="#ctx0" brushRef="#br0" timeOffset="97761.694">25240 9846 0,'35'0'0,"1"0"0,-6 0 0,4 0 0,0 0 0,-1 0 0,-3 0 0,-30 0 0,0 0 0,44 0 0,-44 0 0,0 0 0,58 0 15,-58 0-15,78 3 0,-4-2 0,-74-1 16,70 3-16,-70-3 0,74 3 0,0-1 16,-74-2-16,78 4 15,-2-4-15,-7 0 0,-69 0 16,68-4-16,-8 4 15,3 0-15,-63 0 0,62 0 16,-3-2 0,2 4-16,-61-2 0,64 0 15,-64 0-15,72 4 0,-72-4 16,80 0-16,-1 0 16,-79 0-16,77-4 0,-77 4 15,76 0-15,0-2 0,-76 2 16,0 0-16,76 2 15,-76-2-15,0 0 16,80 0-16,-80 0 0,84 4 16,7-4-16,-91 0 0,0 0 15,83 0 1,-20 0-16,-63 0 0,0 0 0,51 0 16,-12 0-1,-39 0-15,0 0 0,0 0 0,36-4 31,-6 4-31,-2 0 0,-7 0 16,-7 0-16,-14 0 0,0 0 0,9-8 16,-9 8-16,0 0 0,0 0 15</inkml:trace>
  <inkml:trace contextRef="#ctx0" brushRef="#br0" timeOffset="98492.725">29305 9080 0,'0'0'0,"0"0"0,0 0 0,0 0 0,0 0 0,0 0 0,0 0 0,0 0 0,0 0 0,5 2 15,-3 15-15,5 10 0,0 4 16,2-2-16,-4 2 16,-2-5-16,-3 5 0,-3-4 15,3-4-15,-5-1 16,5-2-16,-3-3 15,-1 4-15,4-21 0,0 0 16,-2 22-16,2-22 16,0 0-16,0 0 0</inkml:trace>
  <inkml:trace contextRef="#ctx0" brushRef="#br0" timeOffset="98757.354">29720 9429 0,'0'0'0,"0"-3"0,0 1 15,0 0-15,0-1 0,0 3 16,0-2-16,0-3 0,0 0 16,0 5-1,0 0-15,0 0 16</inkml:trace>
  <inkml:trace contextRef="#ctx0" brushRef="#br0" timeOffset="98894.165">29876 9426 0,'5'3'0,"4"0"0,-2 0 16,0-3-16,10 0 16,0 0-16,11 0 0,15 0 15,-43 0-15,0 0 16,0 0-16</inkml:trace>
  <inkml:trace contextRef="#ctx0" brushRef="#br0" timeOffset="99009.995">30235 9476 0,'-2'0'0,"-3"0"0,2 0 16,3 0-16,0 0 15,0 0-15</inkml:trace>
  <inkml:trace contextRef="#ctx0" brushRef="#br0" timeOffset="99120.693">30284 9435 0,'9'0'0,"-2"0"0,6 0 15,5-6-15,-1 1 16,-17 5-16,0 0 16,0 0-16</inkml:trace>
  <inkml:trace contextRef="#ctx0" brushRef="#br0" timeOffset="99724.255">30827 9070 0,'0'0'15,"0"0"-15,0 0 0,0 0 0,0 0 0,6 0 0,-4 0 0,3 0 0,1 0 0,-6 0 16,2 0-16,-2 0 15,0 5-15,0 2 0,-8 4 16,-5 4 0,-2 3-16,-5 3 0,5-5 15,0 2-15,0-3 0,2 3 16,-4 0-16,1 0 16,-1 3-16,3-4 0,-4 2 15,6-4-15,12-15 16,0 0-16,-9 15 0,-3-2 15,-4-6-15,16-7 16,0 0-16,0 0 0</inkml:trace>
  <inkml:trace contextRef="#ctx0" brushRef="#br0" timeOffset="100026.765">30645 9108 0,'11'0'0,"-6"0"0,4 0 16,-2 5-16,-2 1 15,0-1-15,-2 0 0,-3 3 16,2-2-16,2 1 16,1 6-16,-1 0 0,3 7 15,-2-2-15,4-3 16,-6 0-16,2 4 0,-3 1 15,0 1-15,0-1 16,2-1-16,-4-1 16,1-1-16,6-3 15,0-2-15,5-4 0,-12-8 16,0 0-16,0 0 0</inkml:trace>
  <inkml:trace contextRef="#ctx0" brushRef="#br0" timeOffset="100296.915">30570 9181 0,'0'0'0,"0"0"0,0 0 16,0 0-16,0 0 15,0 0-15,0 5 0,0 0 16,7 0-16,0 0 15,7 3-15,3-3 0,1 3 16,0-1-16,-3 4 16,-1-4-16,4 1 0,-1-3 15,2 3-15,1-5 32,-1-3-32,-5-6 0,-14 6 15,0 0-15,0 0 16</inkml:trace>
  <inkml:trace contextRef="#ctx0" brushRef="#br0" timeOffset="100830.613">30652 9039 0,'12'8'15,"-5"2"-15,2-2 0,-5-1 0,2 9 0,0 4 0,1 9 0,-5 4 0,-2 6 0,-2 7 0,-5 3 16,-19 0-16,26-49 0,0 0 15,0 0-15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642.49017" units="1/cm"/>
          <inkml:channelProperty channel="Y" name="resolution" value="1129.89661" units="1/cm"/>
          <inkml:channelProperty channel="T" name="resolution" value="1" units="1/dev"/>
        </inkml:channelProperties>
      </inkml:inkSource>
      <inkml:timestamp xml:id="ts0" timeString="2026-01-16T06:01:58.241"/>
    </inkml:context>
    <inkml:brush xml:id="br0">
      <inkml:brushProperty name="width" value="0.05292" units="cm"/>
      <inkml:brushProperty name="height" value="0.05292" units="cm"/>
      <inkml:brushProperty name="color" value="#C00000"/>
    </inkml:brush>
  </inkml:definitions>
  <inkml:trace contextRef="#ctx0" brushRef="#br0">6548 5292 0,'21'-1'0,"4"-5"0,-1 2 0,-6 4 0,4-3 16,4 3-16,1-2 0,0 2 0,-2 0 0,-5 0 0,-20 0 0,0 0 0,28 2 0,-28-2 0,35 3 0,-35-3 0,51 1 15,11 8-15,2-8 0,-64-1 0,64 4 0,-64-4 0,66 2 0,7 6 0,-73-8 0,74 5 0,-74-5 0,78 5 0,-78-5 16,81 5-16,3 0 0,-84-5 0,114 5 31,4 0-31,-118-5 0,112 8 16,-112-8-16,109 9 16,-109-9-16,104 8 0,-104-8 15,117 6-15,-117-6 16,120 8-16,-2 3 0,-13-9 15,-105-2-15,98 4 16,-2-4-16,-96 0 0,102 0 16,-102 0-16,102 0 15,5 6-15,-6 2 0,-14-3 16,-8 1-16,-12-1 16,-3-3-16,-64-2 0,70 4 15,-70-4-15,87 4 16,-87-4-16,122 2 15,23-2-15,-145 0 0,142-2 16,-15 2-16,-19 0 0,-26 0 16,-17 0-16,-4 0 15,-61 0-15,69-3 0,6-2 16,2-1-16,-5 1 16,-72 5-16,67 0 0,-67 0 15,69-2-15,2-3 16,-71 5-16,78-9 0,-78 9 15,0 0-15,0 0 16</inkml:trace>
  <inkml:trace contextRef="#ctx0" brushRef="#br0" timeOffset="15798.296">24836 10259 0,'11'8'0,"3"4"0,1-7 0,3 1 0,1-3 0,-4-6 0,5-3 0,4-6 0,2-3 15,3-6-15,-1 0 0,-28 21 0,40-22 0,-40 22 0,56-35 0,-56 35 16,60-37-16,-1-2 0,-6 3 0,-53 36 16,0 0-16,52-33 0,-52 33 15,0 0 1,51-31-16,-51 31 16,0 0-16,0 0 0,51-31 15,-51 31-15,0 0 0,0 0 0,44-27 16,-8 8-16,-11 5 15,-1 10 1,-8-1-16,-4 2 0,-12 3 16,0 0-16,0 0 15,6 0-15,-6 0 0,0 0 0,0 0 16</inkml:trace>
  <inkml:trace contextRef="#ctx0" brushRef="#br0" timeOffset="17187.8">24934 16280 0,'-9'6'0,"9"-6"0,-5 6 0,3-5 0,2-1 0,-3 0 0,3 0 0,0 0 0,0 0 0,0 0 0,3 15 0,-1 12 0,1 9 0,-1-11 0,1-4 0,0-4 0,0-3 16,-1 1-16,1-5 0,-1 1 16,0-7-16,3 1 15,0-2-15,4-3 16,1-3-16,3 2 0,8-7 15,0-3-15,2-4 16,3 0-16,2-4 0,6 1 16,2-5-16,-36 23 15,42-23-15,-42 23 0,51-30 16,-51 30-16,0 0 16,58-34-16,-58 34 15,0 0-15,62-31 0,-5 0 16,-10 6-16,-14 3 15,-13 11-15,-2 0 0,-2 4 16,-4-2-16,-2 4 16,2-3-16,-2 3 0,-3 1 15,-1-4-15,-1 3 16,0-1-16,-3-2 0,-2 8 16,0 0-16,0 0 15</inkml:trace>
  <inkml:trace contextRef="#ctx0" brushRef="#br0" timeOffset="80697.446">13163 12727 0,'0'0'0,"0"0"0,0 0 0,0 0 0,0 0 0,0 0 0,0 0 0,4 7 0,-2 6 0,1 0 0,-3-1 0,5-1 0,-3-3 0,1 3 0,-6 1 0,1 2 0,2 1 16,0 0-16,-3-1 15,3 3-15,-2-3 16,4 5-16,3 2 0,0-4 16,3 1-16,-2 3 15,-4 2-15,-2-23 0,0 0 16,0 0-16,3 31 0,-3-31 15,0 0-15,0 44 16,0-44-16,0 61 16,2 0-16,0-7 15,1-2-15,-3-52 0,0 0 16,2 52-16,-2-52 16,3 58-16,-3 4 0,0-62 15,-3 64 1,3-64-16,0 65 0,0-1 0,0-64 15,0 67-15,3-4 16,-3 0 0,0-63-16,0 0 0,5 66 0,-5-66 15,5 74-15,-2 0 16,-3-74-16,3 78 16,-3-78-16,0 77 0,2 0 15,-2-77-15,-2 80 0,2-80 16,2 82-16,-2-82 15,0 85-15,0-85 16,3 115 0,-3-115-16,2 129 0,4-12 15,-3-24-15,-3-93 0,2 79 0,-2-79 16,0 70-16,0-4 16,0-66-16,2 70 15,-2-70-15,0 72 0,0-1 16,0-71-16,-2 73 15,2-73-15,0 69 0,0 0 16,0-69 0,2 70-16,-2-70 0,0 66 0,0-66 15,0 70-15,0-70 16,0 73-16,0-73 16,0 0-16,0 73 15,3-4-15,-3-69 0,0 62 16,0-62-16,0 57 0,2-6 15,-2-51 1,0 48-16,0-48 0,-2 47 16,-1-4-16,3-7 15,0-36 1,-2 29-16,2-8 0,0-21 16,0 0-16,0 25 0,0-25 0,0 0 15,0 28 1,-2 0-16,-1-1 0,3-27 0,0 23 31,0-23-31,0 0 16,0 0-16,3 25 0,-3-25 15,0 0-15,0 0 0,0 26 0,0-3 16,0-23-16,0 0 16,0 0-16</inkml:trace>
  <inkml:trace contextRef="#ctx0" brushRef="#br0" timeOffset="82790.915">13144 11946 0,'0'0'0,"0"0"0,0 0 0,0 0 0,0 0 0,0 0 0,0 0 0,0 0 0,0 0 0,0 0 0,0 0 0,0 0 0,0 0 0,0 0 15,0 0-15,0 0 0,0 0 16,-3 2-16,-5 9 0,-5 2 16,4-2-16,-7-1 15,3 1-15,0 0 16,3 2-16,0 3 0,-1-3 16,1 5-16,0-3 0,-1 1 15,1-1-15,0 3 16,-1-1-16,-1 2 0,2-1 15,10-18-15,0 0 16,-16 23-16,16-23 16,0 0-16,0 0 0,-17 25 15,17-25-15,0 0 0,0 0 16,-26 37-16,26-37 16,0 0-1,0 0-15,-31 43 0,6 1 16,5-9-16,8-11 0,-1-1 15,3-8-15,2 1 0,4-5 16,-1-4-16,1-3 16,2-6-16,-3-3 0,5 5 15,0 0-15,0 0 16</inkml:trace>
  <inkml:trace contextRef="#ctx0" brushRef="#br0" timeOffset="84276.368">13136 11941 0,'8'7'0,"2"4"0,-5-4 0,-3-4 0,0 0 0,2-1 0,-4 3 16,0 3-16,0-6 0,0 2 0,0-3 16,0-1-16,0 0 0,0-1 15,0-5-15,0 3 16,2-2-16,-2 0 0,3 3 15,-3-1-15,0 3 16,0 0-16,2 0 0,-2 0 16,0-3-16,0 3 15,3 0-15,-3 3 0,2 0 16,-2-1-16,3 7 16,2-5-16,-3-2 0,7 3 15,-4 1-15,-1-2 16,1 4-16,0 1 15,3-2-15,0 2 0,1 0 16,-2-2-16,0 5 16,4 0-16,-1-2 15,0 3-15,1 1 0,-1-2 16,3 1-16,-3 2 16,0-3-1,1-1-15,-1-1 0,-10-10 0,0 0 16,15 16-16,-15-16 15,0 0-15,0 0 0,13 15 16,-13-15 0,0 0-16,0 0 0,20 23 0,-20-23 15,0 0-15,0 0 0,20 23 16,-20-23-16,0 0 16,0 0-16,25 21 15,-25-21-15,0 0 0,0 0 16,25 21-16,-25-21 0,0 0 15,0 0-15,20 15 16,-20-15-16,0 0 0,0 0 16,18 16-16,-18-16 15,0 0-15,0 0 16,10 11-16,-5 3 0,-5-14 16,-5-14-16,5 14 0,0 0 15,16 33-15,-16-33 16,0 0-16,0 0 0,3 8 15,-3-8-15,0 0 16,0 0-16,-3 7 16,3-7-1,0 0-15,0 0 0,-7 7 0,7-7 16,0 0 0,0 0-16,-16 13 0,16-13 15,0 0-15,0 0 0,-18 12 0,18-12 16,-20 21-16,2-1 15,0 1-15,4-3 16,2-2-16,-2-3 0,2-3 16,-4 1-16,1-1 0,-1 0 15,6 1-15,1-2 16,1 1-16,-3-2 0,1 0 31,-3 0-31,3 0 0,0-1 0,-1-2 0,-1 7 31,12-12-31,0 0 0,0 0 0,-16 7 16,16-7-16,0 0 16,0 0-16,-13 12 0,13-12 15,0 0-15,0 0 16,-10 15 0,10-15-16,0 0 15,0 0-15,-16 18 16,16-18-16,0 0 0,0 0 0,-12 18 15,12-18 1,0 0-16,-14 6 0,14-6 16,0 0-16,0 0 0</inkml:trace>
  <inkml:trace contextRef="#ctx0" brushRef="#br0" timeOffset="85133.492">12767 12459 0,'5'0'0,"-1"0"0,-1 0 0,-3 5 0,2 3 0,-2 0 0,0 1 0,0-8 16,0 5-16,5-6 0,-2 2 0,2 0 16,1 4-16,-6-1 15,5-1-15,0 7 0,2-3 16,0-1-16,-1-1 16,0-3-16,-3-1 0,2-2 15,0 3-15,2 2 16,4-3-16,-1 1 15,0 2-15,-2-3 0,2 4 16,-3-3-16,4 2 16,-1 0-16,8 2 15,-3 1-15,1 0 0,-6-1 16,0 1-16,3-3 16,-5 5-16,-1-2 0,-2-1 15,4 2-15,-9-9 0,0 0 0,0 0 16,10 8-16,-10-8 15,0 0-15,0 0 16,18 11-16,-18-11 0,0 0 16,0 0-16,25 20 15,-25-20-15,0 0 0,0 0 16,23 20-16,-23-20 16,0 0-16,0 0 15,26 17-15,-26-17 0,0 0 16,0 0-16,23 14 15,-23-14-15,13 10 16,-13-10-16,0 0 0,0 0 16</inkml:trace>
  <inkml:trace contextRef="#ctx0" brushRef="#br0" timeOffset="102899.67">20493 9661 0,'-12'22'0,"4"-4"0,6 3 0,-3-5 0,5-1 0,-4 3 0,4 3 0,-2 2 0,-3 0 0,-3-3 0,3 1 0,1 1 0,4-22 0,0 30 0,0-30 0,0 0 15,-3 36-15,3-36 0,0 48 16,3 13-16,4-1 15,-2-7-15,-5-53 16,5 54-16,-5-54 0,5 60 16,1 1-16,1-4 15,-7-57-15,0 0 0,10 59 16,-10-59-16,12 62 16,2 4-16,-14-66 15,0 0-15,10 61 0,-10-61 16,10 63-16,-1-6 15,-2-12-15,-2-9 0,-5-16 16,3-1-16,-3-19 0,0 0 16,0 0-16</inkml:trace>
  <inkml:trace contextRef="#ctx0" brushRef="#br0" timeOffset="105523.738">20316 9604 0,'0'0'0,"0"0"0,0 0 16,0 0-16,0 0 0,0 0 0,0 0 0,0 0 0,5 0 0,-2 0 0,5 0 0,0 0 15,0 0-15,-1 0 0,8 0 16,6 0-1,0-3-15,2 1 0,-3-1 16,1 3 0,-4 0-16,4-2 0,3 2 0,2-3 0,-4-1 15,-22 4 1,0 0-16,34-4 0,-34 4 0,0 0 16,40-4-16,-40 4 15,57-5-15,12-1 16,-2-1-16,-67 7 0,0 0 15,66-6-15,-66 6 16,71-5-16,0 0 16,-71 5-16,73-5 0,-2 0 15,-2-2-15,-69 7 16,66-6 0,1 3-16,-67 3 0,69-2 0,1 2 15,-70 0 1,74-3-16,0 3 0,-74 0 0,81-5 15,-81 5-15,79 0 0,-79 0 16,84 0-16,24 0 16,-108 0-16,114 3 15,0-1-15,-114-2 0,107 0 16,-107 0-16,0 0 16,96 0-16,2 3 0,-98-3 15,95 0-15,-8 2 16,-87-2-16,85 3 15,-1-3-15,-84 0 0,90 3 32,-10 0-32,-80-3 0,69 2 15,-69-2-15,67 0 0,-67 0 0,79 0 16,-79 0-16,86 2 16,18-2-1,-104 0-15,106 3 16,-15 2-16,-14 0 0,-77-5 15,63 5-15,-63-5 16,59 5-16,-59-5 16,0 0-16,71 6 0,7-1 15,-7-5-15,-4 0 16,-67 0-16,80 0 0,-21 0 16,-24-3-16,-1 1 15,-5-2-15,4 2 0,-3 2 16,-30 0-16,36-5 15,-1 0-15,-35 5 16,35-2-16,-35 2 0,34-8 16,-34 8-16,35-5 15,-35 5-15,0 0 0,41-8 16,-3 3-16,-38 5 16,0 0-16,0 0 0,37-5 15,-37 5-15,0 0 16,0 0-16,36-3 0,-36 3 15,0 0-15,36-5 16,-8 2-16,-6 1 16,-1-1-16,-21 3 15,18-2-15,-3 1 0,1 1 16,-7 0-16,0 0 16,1 1-16,-2 1 0,-5 1 15,-3-3-15,0 0 16,0 0-16,7 8 0,1-3 15,0 0-15,-1 3 16,-2-1 0,0 1-16,-5-8 0,4 10 0,-4-10 15,0 16-15,0-16 16,5 17-16,-3 7 16,1-1-16,-3 0 0,0 0 15,0-23-15,0 0 16,0 25-16,-10 10 0,10-35 15,0 0-15,-6 40 0,6-40 16,0 0 0,-5 49-16,0 15 15,5-2-15,2-6 0,-2-56 16,0 0 0,3 60-16,-3-1 0,0-59 0,0 0 15,-8 63-15,8-63 0,-9 65 16,9-65-16,-9 64 15,-1-6-15,0-5 0,-1-10 16,5-8-16,2-4 16,4-31-16,0 0 0,-3 34 15,1 2-15,2-36 16,0 36 0,0-36-16,0 0 0,0 0 0,-3 36 15,3-36-15,0 0 0,0 0 16,0 38-16,0-38 15,0 0 1,0 0-16,0 36 0,0-36 16,0 35-1,0-35-15,0 0 0,0 30 16,0-30-16,0 0 0,0 0 0,-2 28 16,-4-7-1,6-21-15,0 0 16,0 0-16,-10 14 0,10-14 0,0 0 15,0 0 1,-12 17-16,12-17 0,0 0 16,0 0-16,-19 13 15,-2-1-15,-1 1 0,2-5 16,20-8-16,0 0 16,-26 8-16,26-8 0,-26 7 15,26-7-15,-34 5 16,-3 0-16,5 0 0,32-5 15,-35 6-15,35-6 0,-38 6 16,-2 0-16,40-6 16,0 0-16,-46 8 0,46-8 15,-61 5-15,61-5 16,0 0-16,-72 2 0,0 2 16,72-4-16,-74 0 15,3 2-15,71-2 0,-66 4 16,0 2-16,66-6 15,0 0-15,-71 2 0,-5 2 16,76-4-16,-79 0 16,79 0-16,-85-4 0,-19 2 15,104 2-15,0 0 16,-109 0-16,7 0 0,12 0 16,90 0-16,-83 0 15,20-2-15,63 2 0,-68 0 16,0-4-1,68 4-15,-72-1 0,72 1 16,-75 0-16,75 0 0,-82 0 16,82 0-16,-86-3 15,86 3-15,-106-2 16,106 2-16,-112-6 0,112 6 16,-111-3-16,13 1 0,98 2 15,-82-2-15,82 2 16,-66-6-16,-2 2 0,68 4 15,-69-8-15,69 8 0,-72-6 16,72 6 0,-77-7-16,77 7 15,-82-6-15,7-3 0,6 1 0,69 8 16,-64-5-16,64 5 0,-67-8 16,3 5-16,5 3 15,59 0-15,0 0 0,-59 0 16,59 0-16,-62-3 15,3 1-15,3 0 0,7-1 16,49 3-16,0 0 16,-54 0-1,54 0-15,0 0 0,0 0 16,-56 0-16,56 0 0,0 0 16,0 0-16,-72 5 0,3-3 31,4 4-31,12-6 0,11 2 0,14-2 0,8 3 15,-1-3 1,0 0-16,2 3 0,3-3 16,16 0-16,0 0 0,0 0 15</inkml:trace>
  <inkml:trace contextRef="#ctx0" brushRef="#br0" timeOffset="-194193.638">19452 14945 0,'-16'-29'0,"-1"6"0,1 3 0,1 5 0,2-6 0,-5 0 0,-5 1 0,23 20 0,-29-23 0,29 23 0,0 0 0,-40-28 0,40 28 0,-59-38 0,-3-5 15,3 3-15,59 40 0,-59-31 16,59 31-16,-64-32 15,64 32-15,-78-28 0,78 28 16,-85-30-16,85 30 16,-115-30-16,115 30 0,-136-26 15,136 26-15,0 0 16,-145-15-16,8 15 0,137 0 31,-121 5-31,33 8 0,88-13 0,-78 12 0,78-12 31,-64 19-31,64-19 0,-67 22 16,-3 8-16,70-30 16,-66 35-16,1 4 0,65-39 15,-61 40-15,7 6 0,54-46 16,-49 52-16,49-52 16,-44 54-16,44-54 0,-40 62 15,4 2-15,10-8 16,26-56-16,-20 60 0,20-60 15,0 0-15,-15 61 16,7 9-16,11-5 16,4-5-16,-7-60 15,10 62-15,-10-62 0,21 62 16,7 4-16,5-7 16,-33-59-16,33 58 0,-33-58 15,41 52-15,6 0 0,-47-52 16,54 48-16,1-4 15,2 0-15,-57-44 16,62 37-16,-62-37 0,72 40 16,-72-40-16,85 35 15,20 7-15,-105-42 0,113 36 16,-15-6-16,-22-11 16,-16-6-16,-60-13 15,56 8-15,5 2 0,4-3 16,-4-4-16,-61-3 0,62 0 15,-62 0-15,67 0 16,6-5-16,-5-3 0,-68 8 16,64-11-16,-64 11 15,69-15-15,-3-8 16,-1-2-16,-11 1 0,-54 24 16,51-27-16,-51 27 15,51-37-15,-51 37 16,55-43-16,-6 2 0,-6-3 0,-8 4 15,-35 40-15,36-37 16,-36 37-16,34-44 16,-34 44-16,36-53 0,-36 53 15,34-60-15,-34 60 16,30-64-16,-8 2 0,-3 3 16,-7 9-16,-1 0 15,-6 4-15,-5 0 16,-5 2-16,-8 0 0,-7 1 15,-3-3-15,-8-1 0,0 1 16,-7-1-16,-7 1 16,-3-2-16,-1 3 0,-4-5 15,-1 1-15,54 49 16,0 0-16,0 0 0</inkml:trace>
  <inkml:trace contextRef="#ctx0" brushRef="#br0" timeOffset="-185834.931">8134 12608 0,'0'0'0,"0"11"0,0 10 0,5 10 0,-3-6 0,4-2 0,-1-1 0,-3 5 0,-2-6 0,0 2 0,0-3 0,0 6 0,0 2 0,0-28 0,0 0 0,0 39 15,0-39-15,-5 46 0,-3 18 16,6-2-16,0-6 16,2-56-16,2 59 0,-2-59 15,0 66 1,2 9-16,-2-75 0,0 80 0,0-1 15,0-79-15,-2 83 16,0-6-16,2-77 16,-6 85-16,6 20 15,0-105-15,-1 115 0,-3 5 16,4-120-16,0 114 0,0-114 16,5 113-16,-5-113 15,8 117-15,2 0 0,-5-11 16,-5-106-16,0 90 15,0-90-15,-2 92 16,2 3-16,0-95 0,0 102 16,0-15-16,0-87 0,2 93 15,6-11-15,-3-13 16,-5-69-16,2 62 0,-2-62 16,0 66-16,0 5 15,0-71-15,0 66 16,0-1-16,3-10 0,-3-55 15,3 52 1,3-11-16,1-12 0,1-9 16,2-4-16,-10-16 15,0 0-15,0 0 0</inkml:trace>
  <inkml:trace contextRef="#ctx0" brushRef="#br0" timeOffset="-184857.627">8126 11862 0,'0'0'0,"0"0"0,0 0 0,0 0 0,0 0 0,0 0 0,0 0 0,0 0 0,0 0 0,0 0 0,0 0 0,0 0 0,0 0 0,0 0 0,0 0 0,0 0 0,0 0 0,0 0 0,0 0 16,-5 2-16,-5 6 16,-8 2-16,0 1 0,0 1 15,0 1 1,0 0-16,1 0 0,-2 5 15,-1-6-15,1 3 16,1-4-16,1 4 0,1 1 16,2-1-16,14-15 15,0 0-15,-19 19 0,19-19 16,0 0-16,0 0 16,-23 22-16,23-22 15,0 0-15,0 0 0,-25 28 16,25-28-16,0 0 0,0 0 15,-23 26-15,10-8 16,13-18-16,0 0 16,0 0-16</inkml:trace>
  <inkml:trace contextRef="#ctx0" brushRef="#br0" timeOffset="-183756.178">8065 11897 0,'5'0'0,"-5"-4"0,2 1 0,-2-3 0,0 1 16,0 5-16,0-3 0,0 3 0,0-2 0,0-4 0,0 2 0,0 2 15,0-1-15,0 1 0,0 2 16,0 0-16,3-4 16,2 0-16,1 1 0,-4 3 15,1 0-15,-3 0 16,2 3-16,1 1 0,1 0 15,-1 1 1,2-1-16,3 2 0,0-2 16,-1 4-16,-1-2 0,0 1 15,5 6-15,0-2 0,3-1 32,-2 0-32,0 0 0,4 3 15,-1-1-15,1-1 16,-1-1-16,4 2 0,-2 2 0,0 0 0,2 1 15,-19-15-15,0 0 16,22 14 0,-22-14-16,0 0 15,0 0-15,27 18 16,-27-18-16,0 0 0,0 0 0,30 22 0,-30-22 16,0 0-1,0 0 1,33 22-16,-33-22 0,0 0 0,0 0 0,31 21 31,-31-21-31,0 0 0,0 0 0,23 20 0,-23-20 16,0 0-16,0 0 31,19 13-31,-19-13 0,0 0 16,0 0-16,9 5 15,-9-5-15,0 0 16,0 0-16,3 3 0,-3-3 15,0 0-15,0 0 16,-3 6-16,3-6 0,0 0 16,0 0-16,-9 5 15,9-5-15,0 0 0,0 0 16,-16 7-16,16-7 16,0 0-16,-23 10 0,23-10 15,0 0-15,0 0 16,-31 13-16,31-13 0,0 0 15,0 0-15,-31 21 16,31-21-16,0 0 0,0 0 16,-33 23-16,33-23 15,0 0-15,0 0 0,-36 28 16,36-28-16,0 0 16,0 0-16,-40 36 15,40-36-15,0 0 0,0 0 16,-42 42-16,42-42 0,-34 38 15,4-3-15,5-6 16,6-12-16,6-2 16,3-2-16,-3 0 0,3 1 15,-1 1-15,11-15 16,-14 16-16,6-6 0,0-3 16,3-2-16,0 1 15,0-4-15,2 1 0,2-1 16,1 1-16,0-3 0,0 0 15,0 0-15</inkml:trace>
  <inkml:trace contextRef="#ctx0" brushRef="#br0" timeOffset="-183127.731">7736 12108 0,'0'0'0,"0"0"0,0 0 0,0 0 0,0 0 0,0-5 0,0 2 0,0-2 0,0 0 16,0 5-16,0-3 0,0 6 16,5 0-16,-3 4 15,4 1-15,1-1 0,1-1 16,3-1-16,2-3 16,-6 1-16,-2 5 15,4-1-15,-2 3 16,-2 3-16,1 0 0,1 1 0,1-2 15,5 3-15,-1 1 32,-1-1-32,-2 0 0,1 3 0,2-2 0,-5-1 15,0 4-15,4-4 0,-11-15 16,0 0 0,0 0-16,12 23 15,-12-23-15,0 0 0,0 0 0,16 25 16,-16-25-16,0 0 15,0 0-15,23 34 0,-23-34 16,0 0-16,0 0 16,26 35-1,2 4-15,-5-3 16,-10-12-16,-13-24 0,0 0 0,0 0 0,11 18 16,-11-18-1,0 0-15,0 0 0,2 12 16,-7-4-1,5-8-15,0 0 16,0 0-16</inkml:trace>
  <inkml:trace contextRef="#ctx0" brushRef="#br0" timeOffset="-179896.736">8065 11951 0,'0'0'0,"0"0"0,0 0 0,0 6 0,0-1 0,0-3 0,0 0 0,0 1 16,0-3-16,0 0 0,0 3 15,0 1-15,0 3 16,0-6-16,0 2 16,-8-1-16,-5 6 0,-2 3 15,-1-1-15,7 0 16,-5 3-16,-1-2 16,-1 2-16,-2-3 0,5-1 15,1 2-15,2 2 16,1 2-16,2 1 15,0-3-15,2-3 0,1 0 0,-6-5 16,5 2-16,3-4 16,0 0-16,2 3 15,0-6-15,2 0 0,0-3 16,6 0-16,3-5 16,1-2-16,4 0 15,1 0-15,1-1 0,0-2 16,3 0-16,-1-2 15,-4 2-15,2 3 0,-3-1 16,1 2-16,-4-2 16,-1 2-16,-1 0 0,-3 2 15,4 1-15,-6 0 16,0 1-16,-1 5 0,-4 0 16,-4 0-16,-3 4 15,-4 0-15,-1 2 16,-4 4-16,3 3 15,-2-2-15,-3 3 0,0 0 16,2 1 0,-6 1-16,0 1 0,7 1 15,-1-2-15,2-3 16,4-6-16,-1 1 0,4-1 16,2-1-16,1-1 15,0-2-15,8-3 0,-3-3 0,2-2 16,4-2-1,3-5-15,6 0 0,-2-1 16,2-2-16,2-3 0,1 0 16,-1 0-16,-5 0 15,-1 3-15,4-1 16,-4 3-16,-1 0 0,-1 2 16,0 1-16,1 3 0,-4-1 15,0 3-15,1 5 16,-5-2-16,-3 2 0,-3 4 15,-2-1-15,-5 5 16,0-1-16,-1 7 0,11-14 31,-17 18-31,4-3 0,0 1 16,3-4-16,-1 3 0,0 4 0,-6 4 16,7-5-1,2 0 1,3-3-16,2-2 0,6-2 0,2-4 15,6-1-15,1-6 16,2 0-16,-5-6 0,7 1 16,-3-2-1,2-5-15,-2 0 0,0 2 0,0-3 16,-1-3 0,-1 1-16,1 3 15,-2-4-15,3 3 16,-2 2-16,-1 2 0,-1 0 0,-5 2 0,4-1 31,-6 6-31,2-3 0,-4 2 16,0 3-16,-6 3 15,1 2-15,-5 1 0,-2 1 16,0 2-16,-4 7 16,1 2-16,-3 1 0,-2 1 15,-1 0-15,3 0 16,1-2-16,-2 4 15,6-5-15,-4 1 0,8-2 16,-3-4-16,5 0 16,1-3-16,1-2 0,2-4 15,1 0-15,2-3 16,5-6-16,2-1 16,4-2-16,5-8 15,2 2-15,-1-3 0,4 1 16,-3-1-16,0-3 15,-2 0-15,-2 3 0,2 0 16,-1 3-16,-3-1 0,2 4 16,-4 2-16,-2-2 15,1 7-15,-5 1 0,-1 1 16,-6 3-16,-1 0 16,-5 3-16,-4 5 15,0 2-15,-2 5 0,-3 1 16,-2 2-16,-1-1 15,2 4-15,-3-1 16,1 1-16,4 0 0,1-6 16,3-2-16,5-3 15,4 0-15,-2-3 0,3-1 16,3 0-16,3-3 16,4-6-16,11-3 15,-2-2-15,7-2 0,1-3 16,-4-2-1,0 0-15,3 0 0,-2-1 0,-1 1 16,-2-1-16,2 3 16,-3-2-16,-4 0 0,0 4 15,-1 0 1,-1 4-16,-6 2 0,-3 2 16,-4 3-16,-6 0 0,-3 6 15,-3 2-15,-1 4 16,-3 1-16,-1 2 15,-5 1-15,2 4 0,-1 1 16,-3 2-16,3-3 0,4-2 16,0 0-16,4-2 15,15-16-15,0 0 16,0 0-16,-14 15 0,14-15 16,-6 10-16,1-2 15,11-5 1,4-6-16,5-2 0,1-5 0,2-2 15,5-5 1,0 0-16,0 1 0,0-1 0,-6-1 16,5 2-1,-3-2-15,-5 5 16,5-3-16,-5 4 0,0 2 16,-7-1-16,1 4 0,-3 1 0,-3 2 15,-2 4-15,-2 1 16,-3 5-16,-5 1 0,-6 4 15,-1 2 1,-4 2-16,0 3 0,0 3 0,1 0 16,5 1-16,-1-1 15,4-1-15,-2-1 16,14-19-16,0 0 0,0 0 16,-12 18-16,12-18 15,0 0-15,0 0 0,-8 15 31,7-3-31,2-8 0,4-8 16,8-1-16,0-5 0,7-2 0,-2-3 16,-1-2-1,2 2-15,3 0 16,-3-3-16,2 3 0,0-2 16,-1 2-16,-1 2 15,-5 3-15,0 0 0,-5 2 0,-2 3 0,2 0 16,-6 2-16,-3 3 31,0 6-31,-12 1 0,0 4 16,-3-1-16,-2 7 15,-2 1-15,-4 6 16,-2-4-16,1 1 0,24-21 16,0 0-16,-28 29 0,28-29 15,0 0-15,0 0 16,-31 33-16,31-33 15,0 0-15,0 0 0,-36 37 16,36-37-16,0 0 16,0 0-16,-21 30 15,21-30-15,0 0 0,-2 11 16,15-17-16,4-7 0,2-4 16,-2 3-16,1-2 15,-2 1-15,2-3 0,-2 0 16,-1 0-16,1 5 15,-4 0-15,1 1 16,0 2-16,-3-3 0,-3 4 16,-1 2-16,-1 5 15,1-1-15,-6 6 0,-6 4 16,-2 1-16,-5 5 16,-2 2-16,-5 1 0,1 2 15,0-4-15,19-14 16,-26 21-16,26-21 15,0 0-15,0 0 0,-29 27 16,29-27-16,0 0 0,0 0 16,-27 33-16,27-33 15,0 0-15,0 0 0,-25 28 16,25-28 0,-5 14-16,13-14 0,8-11 15,-1-5-15,3 1 0,4 0 16,-5-3-16,1 0 15,-1 0-15,-1-1 0,2 1 16,-5 3-16,2 3 16,-2-1-16,-3 5 0,-3-1 15,-2 5-15,1 1 16,-3 1-16,-6 4 16,1 3-16,-4 3 0,-4 3 15,-5 2-15,-1-1 0,-2 3 16,1 1-1,-2-1-15,19-15 16,0 0-16,0 0 0,-17 18 0,17-18 16,0 0-16,0 0 15,-16 18-15,16-18 0,0 0 16,0 0-16,-5 15 0,5-15 16,0 0-16,0 0 15,13 10-15,-13-10 0,0 0 16,0 0-16,20 4 15,-20-4 1,0 0-16,0 0 0,16-4 0,-11-1 16,-10 0-16,-6 3 0,2-1 15,-4-1-15,-5-2 16,-1 1-16,1-1 0,1-1 16,4-2-16,0-6 15,5 1-15,3-7 0,5 21 16,0 0-1,0 0-15</inkml:trace>
  <inkml:trace contextRef="#ctx0" brushRef="#br0" timeOffset="-179375.436">8028 11853 0,'6'4'0,"2"3"0,6 5 0,0 2 0,4-7 0,2 4 0,-7-1 0,0 3 0,-4 0 0,5-4 15,-2 4-15,5 0 16,-1-3-16,-1 4 0,2 1 31,-1 0-31,-16-15 0,0 0 0,0 0 0,17 20 16,-17-20-16,0 0 31,0 0-31,23 24 16,-23-24-16,0 0 0,0 0 15,23 29-15,-23-29 16,0 0-16,0 0 0,24 25 16,-24-25-16,0 0 15,0 0-15,12 21 0,-12-21 16,0 0-16,-2 10 16,-8-7-16,-6-9 0,1-4 15,-3-3-15,0 3 16,3-5-16,-6-1 0,-4 1 15,25 15-15,0 0 16,0 0-16</inkml:trace>
  <inkml:trace contextRef="#ctx0" brushRef="#br0" timeOffset="-177332.434">8049 11908 0,'7'0'0,"-7"0"16,1 0-16,-1 0 0,0 0 15,0 0-15,5 0 0,-2 0 16,2 0-16,2 0 15,2 0-15,3 0 0,3 0 16,2 0-16,-4 2 16,3 6-16,0 7 0,0-4 15,-4 2-15,2-1 16,-5 2-16,5-4 16,-2 1-16,-2 6 0,6-1 15,-1-1-15,1-2 0,-16-13 16,0 0-16,19 15 15,-19-15-15,0 0 16,0 0-16,26 17 0,-26-17 16,0 0-16,0 0 15,27 21-15,-27-21 0,0 0 16,0 0-16,23 15 16,-23-15-1,0 0-15,0 0 0,17 16 0,-17-16 16,0 0-16,0 0 15,11 10-15,-11-10 16,0 0-16,0 0 16,0 7-16,0-7 0,0 0 15,0 0-15,-13 16 0,13-16 16,0 0-16,-25 19 16,25-19-16,0 0 0,-32 20 15,32-20-15,-39 26 16,39-26-1,0 0-15,0 0 0,-45 38 0,45-38 16,0 0-16,0 0 0,-47 38 16,47-38-1,0 0-15,0 0 0,-43 42 16,43-42-16,0 0 0,0 0 16,-41 35-16,41-35 15,0 0-15,0 0 0,-28 28 16,28-28-1,0 0-15,-11 8 0,11-8 0,0 0 16,5-2-16,-5 2 0,0 0 16,13-13-1,-13 13-15,0 0 0,0 0 16,23-24 0,-23 24-16,0 0 0,0 0 0,30-25 0,-30 25 15,0 0-15,0 0 16,30-28-16,-30 28 15,0 0-15,0 0 0,22-21 16,-22 21 0,0 0-16,11-9 0,-11 9 15,0 0-15,0 4 0,0-4 16,0 0-16,-8 19 0,8-19 31,0 0-31,-15 28 0,15-28 16,0 0-16,-17 32 0,17-32 15,0 0-15,0 0 0,-18 37 0,18-37 16,0 0-16,0 0 0,-22 28 16,22-28-1,0 0-15,0 0 0,-21 16 16,21-16 0,0 0-16,-25 2 0,25-2 15,0 0-15,-28-12 16,28 12-16,0 0 15,-31-24-15,6-4 16,2-3-16,4 5 0,4 0 16,2 1-16,13 25 15,-18-36-15,8 16 16,1 2-16,5 5 0,-1 3 16,0-5-16,0-1 15,0 1-15,1-1 16,2 6-16,-1-1 0,1 1 15,-1 3-15,1 4 16,0 1-16,0 4 16,2-2-16,0 3 0,-3 0 15,6 1-15,-3 4 16,4 2-16,1 3 16,0 3-16,1-1 0,2 2 15,-4 4-15,-4-21 16,0 0-16,0 0 0,8 23 15,-8-23-15,0 0 16,0 0-16,13 31 0,-13-31 16,0 0-16,0 0 15,15 39-15,-15-39 16,0 0-16,0 0 0,16 37 16,-16-37-16,0 0 0,0 0 15,10 30-15,-10-30 16,0 0-16,0 0 15,5 15-15,-5-15 0,0 0 16,0 0-16,0 0 16,-2-15-16,-2-6 0,-3 3 15,7 2-15,-2 4 16,2-3-16,0 2 16,0-1-16,0 4 0,2 3 15,0-1-15,3 3 16,-4 0-16,2 5 15,-3 3-15,2 1 0,1 4 16,4 2-16,-7-10 16,0 0-16,10 19 15,-10-19-15,0 0 16,0 0-16,6 25 0,-6-25 0,0 0 16,0 0-16,10 36 15,-10-36-15,0 0 0,0 0 16,12 42-16,-12-42 15,0 0-15,0 0 0,11 33 16,-11-33-16,0 0 16,0 0-16,10 22 0,-10-22 15,0 0-15,0 0 16,8 17 0,-8-17-16,0 0 0,0 0 0,10 1 15,-10-1-15,0 0 16,13-10-16,-13 10 15,0 0-15,0 0 0,20-20 0,-20 20 16,0 0-16,31-28 16,-31 28-1,0 0-15,0 0 0,38-34 0,-38 34 16,0 0-16,50-39 0,-50 39 16,0 0-16,0 0 15,46-33-15,-46 33 0,0 0 16,0 0-16,39-31 15,-39 31-15,0 0 0,0 0 16,22-18-16,-22 18 16,0 0-16,0 0 15,6-2-15,-6 2 0,0 0 16,-6 10-16,6-10 16,0 0-16,0 0 0,-14 17 15,14-17-15,0 0 16,0 0-16,-22 24 15,22-24 1,0 0-16,0 0 0,-17 18 0,2-18 0,15 0 16,0 0-16,0 0 15</inkml:trace>
  <inkml:trace contextRef="#ctx0" brushRef="#br0" timeOffset="-177095.56">8062 12023 0,'-20'25'0,"-1"-7"0,2 0 0,19-18 0,0 0 0,0 0 0</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642.49017" units="1/cm"/>
          <inkml:channelProperty channel="Y" name="resolution" value="1129.89661" units="1/cm"/>
          <inkml:channelProperty channel="T" name="resolution" value="1" units="1/dev"/>
        </inkml:channelProperties>
      </inkml:inkSource>
      <inkml:timestamp xml:id="ts0" timeString="2026-01-16T06:07:48.490"/>
    </inkml:context>
    <inkml:brush xml:id="br0">
      <inkml:brushProperty name="width" value="0.05292" units="cm"/>
      <inkml:brushProperty name="height" value="0.05292" units="cm"/>
      <inkml:brushProperty name="color" value="#C00000"/>
    </inkml:brush>
  </inkml:definitions>
  <inkml:trace contextRef="#ctx0" brushRef="#br0">21864 17123 0,'33'0'0,"5"0"16,-1 0-16,-1 0 0,-2 0 15,-1 0-15,-3-5 0,-30 5 16,60-13-16,-60 13 15,0 0-15,0 0 0</inkml:trace>
  <inkml:trace contextRef="#ctx0" brushRef="#br0" timeOffset="396.952">22672 17115 0,'0'11'0,"0"1"0,0-4 15,5-3-15,1-2 0,6-3 0,9 2 0,4-2 0,15 0 0,-2 0 16,3 0-16,0 0 16,-5 0-16,0 0 0,-36 0 15,41 0-15,-41 0 16,46-2-16,-46 2 16,0 0-16,51 2 0,-51-2 15,0 0-15,0 0 0,49 11 16,1 6-16,-10 1 15,-4-5-15,-13-5 0,0-4 16,-23-4-16,0 0 0,27 4 16,-27-4-16,0 0 15,0 0-15,40 2 16,3 1-16,6-1 0,-11 2 16,-10 1-16,-28-5 15,0 0-15,0 0 0,35 4 16,5-1-1,-40-3-15,52-3 0,-52 3 16,71-13-16,-71 13 16,0 0-16,0 0 0</inkml:trace>
  <inkml:trace contextRef="#ctx0" brushRef="#br0" timeOffset="745.159">24166 17223 0,'0'8'0,"5"-1"16,-3 2-16,7-5 0,2 1 15,6 2-15,6-2 16,5 1-16,5-3 0,6-6 15,-1 1-15,4-7 16,-1 2-16,-41 7 0,0 0 16,0 0-16,49-5 15,-49 5 1,0 0-16,52 5 0,-52-5 0,0 0 16,0 0-16,63 11 0,-7 1 15,3-4-15,-59-8 16,0 0-1,65 3-15,-65-3 0,72-3 0,1 0 16,-8 2-16,-65 1 0,0 0 16,0 0-16,57 4 15,-57-4-15,0 0 0,0 0 16,53 5-16,0 2 16,-53-7-16,58 5 15,-58-5-15,61 0 16,-61 0-16,92-6 0,-92 6 15,0 0-15,0 0 0</inkml:trace>
  <inkml:trace contextRef="#ctx0" brushRef="#br0" timeOffset="1157.139">25829 17304 0,'8'8'16,"2"1"0,7-1-16,10-4 0,4-1 15,2-1-15,0-2 16,6-5-16,-3 1 0,-3 1 15,0 3-15,-33 0 16,0 0-16,0 0 0,36-3 16,-36 3-16,0 0 15,0 0-15,41 6 0,-41-6 16,0 0-16,0 0 16,41 4-16,-41-4 15,0 0-15,44 3 0,4-6 16,-4 1-16,-7 0 15,-15-1-15,-1 3 0,-5-3 16,-4 3-16,-4 0 16,0 0-16,-3 0 0,-1 0 15,7-2-15,-11 2 16,0 0-16,0 0 0,15-3 16,-15 3-16,0 0 15,0 0-15,26-6 16,-26 6-16,0 0 0,36-4 15,0-5-15,-6 4 0,-3 3 16,-8 0-16,2-1 16,0-5-16,-21 8 15,0 0-15,0 0 0</inkml:trace>
  <inkml:trace contextRef="#ctx0" brushRef="#br0" timeOffset="1507.209">27135 17226 0,'-2'7'0,"-3"2"0,2-3 0,1 0 0,2-4 0,6 4 0,5-1 0,10 0 16,5 0-16,4-3 0,4 2 15,-2-4-15,5 0 16,-7 0-16,5 0 15,6 0-15,-41 0 0,0 0 16,0 0-16</inkml:trace>
  <inkml:trace contextRef="#ctx0" brushRef="#br0" timeOffset="3503.602">27464 17015 0,'0'0'0,"0"0"0,0 0 0,0 0 0,0 0 0,0 0 0,0 0 0,0 0 0,0 0 0,0 0 0,0 0 0,0 0 0,0 0 0,0 0 0,0 0 0,0 0 0,0 0 0,0 0 31,0 0-31,0 0 0,0 0 0,3 5 0,2 4 32,-1 5-32,-2-2 0,-2 2 0,0-2 15,0-3 1,-2 0-16,0 3 15,2-3-15,-2 4 0,2-4 16,-3 3-16,3 1 16,-2 1-16,-1 0 0,1-3 15,-2 3-15,3-1 16,-6 1-16,3-3 0,2 3 16,-1-2-16,3 3 15,0 4-15,3-4 0,-3-15 16,0 0-16,0 0 15,2 23-15,-2-23 0,0 0 16,0 0-16,2 28 16,-2-28-16,0 0 15,0 0-15,-2 34 0,2-34 16,0 0-16,0 0 0,-2 33 16,2-33-16,0 0 15,0 0-15,-3 29 0,3-29 16,0 0-16,0 0 15,-2 15-15,-1-10 16,3-5-16,0 0 0,0 0 16</inkml:trace>
  <inkml:trace contextRef="#ctx0" brushRef="#br0" timeOffset="4667.402">27488 16902 0,'0'0'0,"0"0"0,0 0 0,0 0 0,0 0 0,-6 0 0,0 0 0,4 0 0,0 0 0,-1 0 16,3 0-16,0 0 16,0 0-16,3 0 0,1 2 15,8 6-15,-5 4 16,0-1-1,-3-6-15,8 3 16,-2-1-16,3 4 0,-3 0 0,3-1 0,1 1 16,2-3-16,3 6 15,-1-1-15,0 2 0,2 1 16,3-1-16,-23-15 16,0 0-16,26 18 0,-26-18 15,33 26-15,-33-26 16,0 0-16,41 28 15,-41-28-15,57 33 16,-6 0-16,-9-3 16,-4-5-16,-9-5 0,-29-20 0,0 0 15,0 0-15,26 16 16,-26-16-16,0 0 16,0 0-16,25 13 15,-25-13-15,0 0 0,0 0 16,22 15-1,-22-15-15,0 0 16,0 0-16,22 12 0,-22-12 0,0 0 16,0 0-16,12 8 15,-12-8-15,0 0 16,0 0-16,10 8 16,-10-8-16,0 0 0,0 0 15,5 5 1,-5-5-16,0 0 0,0 0 0,0 5 15,0-5-15,0 0 16,-8 5-16,-2 0 16,1 1-16,-2-4 0,0 0 15,-2 2-15,4 0 32,-4-1-32,1 3 0,-4-4 15,4 3-15,-4-3 0,1-2 0,0 3 0,-4 3 16,19-6-16,0 0 15,0 0-15,-21 1 16,21-1-16,0 0 0,0 0 16,-28 6-16,28-6 15,0 0-15,0 0 16,-40 7-16,40-7 0,0 0 16,0 0-16,-41 13 15,41-13 1,0 0-16,0 0 0,-45 14 0,45-14 15,0 0-15,0 0 0,-53 20 16,11-5 0,6 0-16,9-5 0,27-10 0,-35 16 15,17-11-15,5 0 16,6 1-16,-1-4 0,3 1 16,0-3-16,2 3 15,0-3-15,1 2 0,-2-2 16,4 0-16,0 0 15,-2 0-15,2 0 0,2-5 16,-2 5-16,0 0 16,0 0-16,6-28 0,-6 28 15,0 0-15,0 0 16</inkml:trace>
  <inkml:trace contextRef="#ctx0" brushRef="#br0" timeOffset="5486.668">27493 16889 0,'0'0'0,"0"0"0,0 0 0,0 0 0,0 0 0,-5 0 0,-1 0 0,2 0 15,2 0-15,0 0 0,2 0 16,0 0-16,0 0 0,0 0 16,0 0-16,0 0 15,2-2-15,0 2 16,4 0-16,-6 2 0,4 3 15,-2 0-15,1 0 16,-1 3-16,0 3 0,1-1 16,-3 0-16,-3 1 15,1 3-15,0-1 16,-1 4-16,3-3 0,0 4 16,0-3-16,3 1 15,-3 2-15,0 0 0,-3 0 16,3 3-16,-2-1 15,2-2-15,-4 3 0,4-21 16,0 0-16,0 0 16,-2 22-16,2-22 0,0 0 15,0 31-15,0-31 16,0 0-16,0 0 0,-4 39 16,4-39-16,0 0 15,0 0-15,0 42 0,0-42 16,0 0-16,0 0 15,0 44-15,0 1 16,4-7-16,-4-11 0,0-6 16,2-7-16,-2-2 15,0 0-15,-2-5 0,2 0 16,-4 1-16,4-2 16,0-4-16,0 0 0,0-2 15,6-2-15,-2 2 16,-2 0-16,-2 0 0,3 0 15,-1 0-15,0 0 16,-2 0-16,3 0 0,-1-2 16,2-1-1,5 0-15,-1 1 0,-3-1 16,3 0-16,-8 3 0,13 0 16,-2-1-16,7-3 15,-2 2-15,4-3 0,2 0 16,1-4-16,-23 9 0,0 0 15,0 0-15</inkml:trace>
  <inkml:trace contextRef="#ctx0" brushRef="#br0" timeOffset="25396.525">8447 12262 0,'41'0'0,"5"0"0,7 0 0,0 0 0,9 0 0,-62 0 0,69 0 0,12 4 0,6 5 0,15-1 0,-6-1 0,10 0 0,4-4 0,3 0 0,7-3 0,8 3 16,12-3-16,9 2 15,12-2-15,5 6 0,-166-6 16,0 0-16,0 0 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642.49017" units="1/cm"/>
          <inkml:channelProperty channel="Y" name="resolution" value="1129.89661" units="1/cm"/>
          <inkml:channelProperty channel="T" name="resolution" value="1" units="1/dev"/>
        </inkml:channelProperties>
      </inkml:inkSource>
      <inkml:timestamp xml:id="ts0" timeString="2026-01-16T06:09:01.879"/>
    </inkml:context>
    <inkml:brush xml:id="br0">
      <inkml:brushProperty name="width" value="0.05292" units="cm"/>
      <inkml:brushProperty name="height" value="0.05292" units="cm"/>
      <inkml:brushProperty name="color" value="#C00000"/>
    </inkml:brush>
  </inkml:definitions>
  <inkml:trace contextRef="#ctx0" brushRef="#br0">12433 13539 0,'38'-6'0,"1"-7"0,5-5 0,-6-8 0,3-4 0,8-6 0,1-5 0,4-1 31,4 4-31,-58 38 0,0 0 0,0 0 0</inkml:trace>
  <inkml:trace contextRef="#ctx0" brushRef="#br0" timeOffset="1743.269">27199 13439 0,'11'22'0,"-4"7"0,2-4 16,-4 1-16,-3-8 0,-2-5 15,3-6-15,2 1 16,5-4-16,0 2 0,1-6 15,4-2-15,2-2 16,4-5-16,4-4 0,3 0 16,4-4-1,2-4-15,-34 21 16,40-18-16,-40 18 0,54-26 0,-54 26 16,0 0-16,0 0 15,59-26-15,-2 0 16,-6 4-16,-15 1 15,-10 6-15,-6-2 16,0 3-16,-20 14 0,0 0 0,0 0 16</inkml:trace>
  <inkml:trace contextRef="#ctx0" brushRef="#br0" timeOffset="10386.218">21426 10354 0,'7'0'0,"5"5"0,12 2 0,-4 1 0,-2 0 0,-5-5 0,-1 5 0,-4-2 0,1 1 0,-1-6 0,1-1 0,2-1 0,2-5 0,3 1 0,1-5 0,4 1 0,-2-1 0,10 0 15,-29 10-15,0 0 16,28-15-16,-28 15 16,36-17-16,-36 17 15,0 0-15,0 0 0,42-24 16,-42 24 0,0 0-16,0 0 15,48-28-15,3-1 0,-51 29 0,41-22 0,-7-2 16,-16 11-16,-2 3 15,-16 10-15,0 0 16,0 0-16,12 0 0,-12 0 16,0 0-16,0 0 0</inkml:trace>
  <inkml:trace contextRef="#ctx0" brushRef="#br0" timeOffset="11816.808">21562 11018 0,'0'0'0,"0"0"0,0 0 0,7 4 0,1 4 0,2 5 0,-2-7 0,-1 2 0,-1 0 0,1-2 16,-2-1-16,0-3 0,3-2 0,3 0 0,1-2 0,1-3 15,2-1-15,8-4 0,3-5 16,6-1-16,1-2 15,-33 18-15,0 0 16,38-17-16,-38 17 0,0 0 16,46-24-16,-46 24 15,0 0-15,58-33 0,0 2 16,-5 0-16,-12 8 16,-41 23-16,0 0 0,0 0 15</inkml:trace>
  <inkml:trace contextRef="#ctx0" brushRef="#br0" timeOffset="28416.989">14720 13859 0,'0'0'0,"0"0"0,0 0 0,0 0 0,0 0 0,0 0 0,0 0 0,0 0 0,0 0 0,0 0 0,7-5 0,0-2 0,7-4 0,-2 0 0,1 0 0,-3-1 0,0 3 0,1 0 0,1-1 0,-2 2 0,4 1 0,-2 0 0,2-1 16,-1 0-16,-6 2 0,4 2 0,-4 0 16,1 3-16,-1-2 0,-1 3 15,-3-3 1,-1 3-16,1-1 0,-3 1 15,2 0-15,-4 0 0,-1 0 16,-2 0 0,3 0-16,-2 0 0,-1-3 15,3 0-15,-1-2 0,3 5 0,0 0 16,0 0 0</inkml:trace>
  <inkml:trace contextRef="#ctx0" brushRef="#br0" timeOffset="29143.482">15143 13410 0,'0'10'0,"0"0"16,0-5-16,0-1 0,0-3 0,0 2 0,0-3 0,0 0 0,0 0 15,0 0-15,0 0 0,-5 0 16,-1 0-16,6-3 16,3 2-16,3-5 15,4-2-15,2 1 0,6-3 16,-3 2-16,3-1 15,-5 2-15,2-3 0,0 0 16,2 2-16,1-1 16,0 2-16,0-3 15,-3 5-15,-4-2 0,-1-2 16,-1 2-16,-1 2 0,0-3 16,-3 2-16,-2 5 15,2-4-15,-5 5 0,2-4 16,-2 3-16,0-3 15,0 4-15,0-2 0,-2 2 16,-1-2-16,1 2 16,2 2-16,0-2 0,0 0 15,0 0-15</inkml:trace>
  <inkml:trace contextRef="#ctx0" brushRef="#br0" timeOffset="29754.492">15746 13030 0,'0'7'0,"-5"3"0,0-1 0,2-1 0,1-4 0,-1-1 0,1-1 0,-4 1 16,1-3-16,3 0 0,2-3 16,2-2-16,3 3 15,-2-3-15,-3 5 0,3-3 16,2 1-16,5-4 15,3-1-15,-1-1 0,-2 1 16,1 1 0,-1 4-16,2-7 15,4 4-15,-3-2 0,2-1 16,-2 1-16,1-4 0,-4 3 16,-3 3-16,1 0 15,0 3-15,0-4 0,-3-1 16,2 1-16,-5 2 15,4 2-15,-3-1 0,-1 3 16,-2-3-16,3 3 16,-3-3-16,2 3 0,-2 0 0,0 0 15,0 0-15,3 0 16,-1-3 0,3 1-16,0 2 0,1-5 0,-3 3 15,-1 2-15,-2 0 0,0 0 16,0-5-1,5 2-15,-3-2 16,3 0-16,-5 5 16,0 0-16,0 0 0</inkml:trace>
  <inkml:trace contextRef="#ctx0" brushRef="#br0" timeOffset="30173.343">16271 12734 0,'0'7'0,"0"2"0,-5-3 0,0-4 15,3-2-15,-1 2 0,1-2 0,2 0 0,0 0 0,2 0 16,3 0-16,8 0 0,3-2 16,3 0-16,-2-7 15,1 2-15,-3-6 0,3 2 16,0 4 0,0-4-16,0 6 0,0-2 15,0 2-15,0-4 0,3 2 16,-3 1-16,-1-1 15,2-1-15,-7 4 0,1-2 16,-3-1-16,-2 1 16,-1 1-16,2 0 0,-9 5 15,0 0-15,14-13 16,-14 13-16,0 0 0,0 0 16</inkml:trace>
  <inkml:trace contextRef="#ctx0" brushRef="#br0" timeOffset="30618.067">17011 12378 0,'0'0'0,"0"0"0,0 0 0,0 0 0,0 0 0,0 0 0,0 0 16,6 0-16,-4 0 0,3 0 0,2 0 16,-2-6-16,6 4 0,4-3 15,6-1-15,2 6 16,-5-6-16,-5 0 0,-5 0 16,2 2-16,-3-1 15,7-4-15,-2 2 16,4-1-16,-4 0 0,-4 4 15,3-2-15,-2 1 16,-9 5-16,0 0 16,0 0-16</inkml:trace>
  <inkml:trace contextRef="#ctx0" brushRef="#br0" timeOffset="30968.17">17525 12069 0,'5'3'0,"0"0"16,-3-1-16,6-2 15,-3 0 1,3-2-16,-1-4 0,7 3 0,3-4 0,1 1 15,3-1-15,-1 2 16,3-5-16,-7 0 0,0-3 16,-4 5-16,4-3 15,-4 5-15,1-1 0,0 0 16,0 0 0,-1 2-16,-2 1 0,1-1 0,-1 1 15,0-7-15,-2 3 16,-8 8-16,0 0 0,0 0 31</inkml:trace>
  <inkml:trace contextRef="#ctx0" brushRef="#br0" timeOffset="31549.387">17799 11800 0,'0'1'0,"0"4"15,0-3-15,0-2 0,0 0 0,0 0 0,0 0 0,0 0 0,0 0 16,0 0-16,0 0 0,0 0 16,0 0-16,0 2 15,0 3-15,5 2 0,2 4 16,4 5-16,-3-3 16,-1-7-16,-4 5 15,1 3-15,0-2 0,1 4 16,0-4-16,0 1 15,2 0-15,-2 2 16,1-2-16,1 3 16,-2-4-16,-2-1 0,-1 0 15,-4-7-15,-1 1 16,1-5-16,-5-5 0,7 5 16,0 0-16,0 0 0</inkml:trace>
  <inkml:trace contextRef="#ctx0" brushRef="#br0" timeOffset="32579.506">17787 11767 0,'0'0'0,"0"0"0,0 0 16,0 0-16,0 0 15,0 0-15,0 0 0,0 0 16,0 0-16,0 0 16,0 0-16,0 0 15,0 0-15,0 0 0,7 0 16,0 0-16,9 0 16,-1 2-16,1 1 0,-6-1 15,0-2-15,3 2 16,-3 1-16,6 0 0,-3 2 15,-1-3-15,7 1 16,-4-3-16,3-3 0,-3 3 16,0 0-16,0 0 0,4 0 15,-5 3-15,0-3 16,-4 2-16,3 1 16,3 0-16,0-2 0,-6 4 15,-1-3-15,-9-2 0,0 0 16,0 0-1,11 2-15,-11-2 16,0 0-16,0 0 0,8 0 0,-8 0 16,0 0-16,0 0 0,7 2 31,-7-2-31,0 0 0,0 0 0,5 3 16,-5-3-16,0 0 0,0 0 15,6 0-15,-4 1 0,-2-1 16,0 0-16,0 0 15,0 5 1,0-5-16,-2 4 16,-1 2-16,0-1 0,-2 0 0,0 0 0,0 0 15,0-3-15,0 2 16,-1 1-16,-1-1 0,2-2 16,0 2-16,0-2 15,3 0-15,-7 4 0,4 2 16,0-1-16,-5 1 15,-1 1-15,1-5 16,2 3-16,0 5 0,1-3 16,2 2-16,-5-4 0,1 1 15,2-1-15,-1 1 16,1-2-16,-1 1 0,-2-3 16,2 4-1,1-2-15,-1 2 16,0-1-16,3 1 15,-2-3-15,-2 1 0,4-5 0,3 3 16,-3-2-16,3 1 16,-1 0-16,1-3 0,-3 0 15,5 1-15,-3-1 16,3 0-16,0 0 16,-3 0-16,3 0 0,0 0 15,0 0-15,0 0 16,0 0-1,-3 0-15,1 0 0,-2 0 0,4 0 16,0 0-16,-2 0 31,2 0-31,0 0 0,0 0 16,0 0-16,2 0 16,2 0-16,-4-1 15,-6-2-15,6 3 0,0 0 16,0 0-16</inkml:trace>
  <inkml:trace contextRef="#ctx0" brushRef="#br0" timeOffset="46656.261">21338 12039 0,'29'5'0,"-9"-3"0,-2 0 0,-2 2 0,3 1 0,0 3 0,-2 4 0,-4 1 0,0 0 0,0-2 0,-1-2 0,3 1 0,2 6 0,-1-3 0,-16-13 0,31 7 0,-31-7 0,0 0 16,0 0-16</inkml:trace>
  <inkml:trace contextRef="#ctx0" brushRef="#br0" timeOffset="47092.254">21959 12362 0,'0'0'16,"5"8"-16,0 3 0,6-3 16,-1-4-16,6 0 15,4 10-15,3 2 0,-2-2 16,-6-1-16,3 1 16,4-2-16,-1-3 0,3 0 15,-3 1-15,-4-3 16,-17-7-16,0 0 0,0 0 15</inkml:trace>
  <inkml:trace contextRef="#ctx0" brushRef="#br0" timeOffset="47368.614">22539 12703 0,'-3'16'0,"3"-6"0,5 2 15,5-6-15,7 3 16,3-5-16,3 7 0,-5-4 16,0 1-16,0-1 0,0 2 15,2 1-15,3 0 16,3 0-16,-2 2 15,-4 0-15,-20-12 0,0 0 16,0 0-16</inkml:trace>
  <inkml:trace contextRef="#ctx0" brushRef="#br0" timeOffset="47566.847">23186 13064 0,'5'7'0,"3"3"16,7 3-16,3-3 0,3 1 16,-3-1-16,-3 2 15,0 2-15,0-4 0,4 0 16,0-3-16,6-1 16,3-1-16,-28-5 0,0 0 15,0 0-15</inkml:trace>
  <inkml:trace contextRef="#ctx0" brushRef="#br0" timeOffset="47785.955">23610 13302 0,'5'10'0,"2"-3"16,1 7-16,7-7 0,3 4 15,3-1-15,-3 3 0,-1-3 16,-1 0-16,-1-4 16,3 2-16,-1-4 15,0 4-15,-7-1 0,6 5 16,-1 2-1,3-1-15,-3-1 0,-4 5 0,-11-17 16,0 0-16,15 15 16,-15-15-16,0 0 15,30 12-15,-30-12 16,0 0-16,0 0 0</inkml:trace>
  <inkml:trace contextRef="#ctx0" brushRef="#br0" timeOffset="47982.282">24287 13748 0,'5'11'0,"2"2"0,14-6 16,1 8-16,2 1 16,0-1-16,-6-4 0,2 0 15,3-1-15,-2-3 16,1 3-16,1-1 0,-2 3 16,-4-2-16,-3 0 15,-14-10-15,0 0 16,7 11-16,-10-3 0,3-8 15,0 0 1,0 0-16</inkml:trace>
  <inkml:trace contextRef="#ctx0" brushRef="#br0" timeOffset="49234.902">21130 11836 0,'0'-8'0,"0"2"0,0 5 0,0-5 0,0-1 0,0 7 0,0-7 0,2 3 0,-2 1 0,0 1 0,0-1 0,0 3 0,0 0 0,0-2 0,0 2 0,0 5 0,0 9 16,-2 1-16,-1 0 0,1 0 0,2 0 0,-3 3 15,1-2-15,-1 2 16,1-3-16,-1 3 16,-3 0-1,4 0-15,-3 3 16,2-6-16,1 1 16,2-2-16,0 2 0,0-1 15,-3 1-15,3-2 16,-2-5-16,0 1 15,2-7-15,-3-8 0,3 5 16,0 0-16,0 0 16</inkml:trace>
  <inkml:trace contextRef="#ctx0" brushRef="#br0" timeOffset="50010.012">21122 11797 0,'5'0'16,"2"0"-16,10 0 0,-4 0 15,-6 0-15,1 0 0,2 0 16,0 0-16,4 4 15,-2 5-15,4-3 0,-1 3 16,0-6-16,3 2 16,2 3-16,1 0 0,-5 0 15,0-1-15,-1-5 16,1 4-16,1-4 0,1 3 16,-1-2-16,-17-3 15,0 0-15,0 0 0,21 5 16,-21-5-16,0 0 15,0 0-15,18 3 0,-18-3 16,0 0-16,0 0 16,20 5-16,-20-5 0,0 0 15,0 0-15,14 5 16,-14-5-16,0 0 0,0 0 16,9 5-1,-9-5-15,0 0 0,0 0 0,3 5 16,-8 3-16,-2-4 15,2 7-15,-4-3 0,2-1 16,-3 2-16,-3-2 16,-2 1-16,1-1 0,0 3 15,-5-2-15,4 3 16,0-1-16,-3 0 16,3 1-16,-1-2 0,2 0 15,0-1-15,-2-1 16,1 1-16,-3-1 15,5 1-15,0-3 0,1 1 16,4-4-16,-3 1 16,1 1-16,0-1 0,2 0 15,1-1-15,2-2 16,0 3-16,2-1 16,3-2-16,-2 3 15,2-1-15,0 1 0,0-3 16,0 3-16,-3-3 15,3 0-15,-2-3 16,2 3-16,0 0 0,0 0 16,0 0-16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642.49017" units="1/cm"/>
          <inkml:channelProperty channel="Y" name="resolution" value="1129.89661" units="1/cm"/>
          <inkml:channelProperty channel="T" name="resolution" value="1" units="1/dev"/>
        </inkml:channelProperties>
      </inkml:inkSource>
      <inkml:timestamp xml:id="ts0" timeString="2026-01-16T06:13:46.614"/>
    </inkml:context>
    <inkml:brush xml:id="br0">
      <inkml:brushProperty name="width" value="0.05292" units="cm"/>
      <inkml:brushProperty name="height" value="0.05292" units="cm"/>
      <inkml:brushProperty name="color" value="#C00000"/>
    </inkml:brush>
  </inkml:definitions>
  <inkml:trace contextRef="#ctx0" brushRef="#br0">4558 3976 0,'7'0'0,"8"0"0,11 0 0,1 0 0,-1 0 0,-3 0 0,0 0 0,5 2 0,-12 2 0,3-4 0,-1 0 0,1 0 0,5-4 0,-4 4 0,1-2 0,-1-3 0,-3-3 0,-17 8 0,11-8 16,-11 8-16,16-9 15,-16 9-15,0 0 16,0 0-16</inkml:trace>
  <inkml:trace contextRef="#ctx0" brushRef="#br0" timeOffset="427.402">4719 3726 0,'0'8'0,"0"0"0,0 2 0,0-2 15,0 2 1,0-2-16,0 5 0,0 0 0,0 2 16,0 1-16,0-1 15,0 2-15,0 7 0,-5-1 16,-1 5-16,3 1 15,1 2-15,-1-1 0,3-30 16,0 0 0,0 0-16,0 31 0,0-31 15,-2 44-15,2-44 16,0 0-16,0 0 0</inkml:trace>
  <inkml:trace contextRef="#ctx0" brushRef="#br0" timeOffset="22636.943">5561 6517 0,'22'0'0,"4"0"0,-5-4 0,-2 1 0,0-2 0,-1 0 0,2 5 0,5-3 0,2 3 0,-4-3 0,0-2 0,-3 2 0,-20 3 0,0 0 15,32-4-15,-32 4 16,0 0-16,32-3 0,-32 3 16,49-7-16,13-1 15,-8 3-15,-13-3 16,-13 5-16,-5 1 0,0-1 15,-4 1-15,-5-1 0,0-1 16,-14 4-16,0 0 0,0 0 16</inkml:trace>
  <inkml:trace contextRef="#ctx0" brushRef="#br0" timeOffset="23108.071">5576 6682 0,'0'3'0,"0"-2"0,0 3 0,0-2 16,0 3-16,0 1 0,5-4 16,-3 0-16,11 2 0,-3-4 15,9 0-15,-5 0 16,7 0-16,-4 0 0,9 0 31,-3 0-31,9-4 16,-1 2-16,-1-6 0,-30 8 15,0 0-15,37-3 16,-37 3-16,37-2 0,-37 2 16,0 0-16,0 0 15,60-2-15,12-3 0,-6-1 16,-15 2-16,-9 1 16,-16-2-16,-5 2 0,-9 3 15,-10-5-15,-2 5 16,0 0-16,0 0 15</inkml:trace>
  <inkml:trace contextRef="#ctx0" brushRef="#br0" timeOffset="23583.093">6089 6247 0,'0'6'0,"0"2"0,0-1 0,0-2 0,0 1 0,0 1 0,0 4 0,-4 2 0,-3 11 16,4-5-16,-2 2 15,0 2-15,1 3 0,-4 4 16,2-1-16,-4-1 16,4-4-16,6-24 0,0 0 15,-12 27-15,12-27 16,-7 34-16,7-34 15,0 0-15,-9 48 0,-8 14 16,2-3-16,2-5 16,13-54-16,0 0 15,0 0-15,-14 51 0,14-51 16,0 0-16,0 0 0,-18 57 16,18-57-16,0 0 15,0 0-15</inkml:trace>
  <inkml:trace contextRef="#ctx0" brushRef="#br0" timeOffset="24106.487">5775 6311 0,'4'0'0,"1"0"0,-3 0 0,3 0 0,-5 0 16,4 0-16,-4 0 0,0 0 0,0 0 0,0 0 15,0 0-15,0 8 0,0 4 16,0-2-16,0 2 16,0 7-16,-4 1 15,2 1-15,-6 0 0,4-4 16,2 1-16,2 5 0,0 2 15,-5-1-15,3 4 16,2-28 0,0 0-16,-5 36 0,5-36 0,0 0 15,-7 46-15,7-46 0,-9 72 16,-4-1-16,13-71 16,0 0-1,-15 75-15,-1 5 0,16-80 16,0 0-16,0 0 0</inkml:trace>
  <inkml:trace contextRef="#ctx0" brushRef="#br0" timeOffset="41318.528">17535 9150 0,'36'-31'0,"5"-2"0,2-3 0,2-6 0,-45 42 0,0 0 0,0 0 0</inkml:trace>
  <inkml:trace contextRef="#ctx0" brushRef="#br0" timeOffset="41763.977">19742 9151 0,'26'0'0,"4"-7"15,13-8-15,9-15 0,-52 30 16,0 0-16,0 0 16</inkml:trace>
  <inkml:trace contextRef="#ctx0" brushRef="#br0" timeOffset="50716.604">4459 10975 0,'0'0'0,"0"0"0,0 0 0,0 0 0,0 0 0,0 0 0,13 0 0,10-1 0,5 1 0,-4-4 0,-4 2 0,1-1 0,3-2 0,-8 0 0,3 0 0,-5 2 0,-14 3 31,0 0-31,0 0 15</inkml:trace>
  <inkml:trace contextRef="#ctx0" brushRef="#br0" timeOffset="67806.223">24390 12348 0,'15'0'16,"1"0"-16,2 0 0,-1 0 0,4 0 0,-4 0 0,4 0 0,-5 0 0,-1 0 0,3 0 0,-1 4 0,5-3 0,-6 3 0,1-4 0,4 5 0,-21-5 0,0 0 0,0 0 0,30 3 16,-30-3-16,39 7 0,-39-7 0,49 3 15,18 3-15,-10-4 0,-57-2 16,54 2-16,-54-2 16,60 0-16,-1 0 0,-3-2 15,-2 0-15,-54 2 16,52 0-16,-52 0 0,0 0 15,56-3-15,3-3 16,-59 6-16,0 0 0,62-4 16,-62 4-16,61-6 15,-61 6-15,0 0 0,67-5 16,-67 5 0,67-9-16,-6 5 0,-61 4 0,0 0 15,0 0-15,56-5 16,-56 5-16,0 0 0,0 0 15,54-7-15,-2 2 16,-13-1-16,-13 3 16,-7 1-16,0 2 0,-10-5 15,0 0-15,-4-1 16,2-4 0,-7 10-16,0 0 0,0 0 0</inkml:trace>
  <inkml:trace contextRef="#ctx0" brushRef="#br0" timeOffset="70417.439">21944 13277 0,'11'-5'0,"-2"-1"0,10 4 0,-2 2 0,-1-3 0,-4 6 0,-1-1 0,4 4 0,6-1 0,-7 0 0,5-5 0,-4 1 0,0-1 0,4 4 16,4-8-16,-2 4 0,-1 0 15,-20 0-15,0 0 16,25 0-16,-25 0 0,0 0 16,0 0-16,33-1 0,-33 1 15,0 0-15,0 0 16,44-4-16,-44 4 0,0 0 15,0 0-15,53-6 16,-53 6-16,0 0 16,0 0-16,38-6 0,-38 6 15,0 0-15,0 0 0</inkml:trace>
  <inkml:trace contextRef="#ctx0" brushRef="#br0" timeOffset="71015.561">21975 13936 0,'3'0'0,"-6"0"0,-3 0 0,4 0 0,2 0 0,0 0 0,8 0 0,0 0 16,4 0-16,-5 0 15,4 0-15,-1 0 0,-2 0 16,5 0-16,2 0 15,6 0-15,2-6 0,-3 4 16,-5 0-16,4-1 16,-4 1-16,6 2 0,-1 0 15,1 0-15,2-2 16,-3 2-16,-20 0 0,0 0 16,0 0-16,28 0 15,-28 0-15,0 0 16,0 0-16,31-4 0,-31 4 15,0 0-15,0 0 16,29 4-16,-11-4 0,-18 0 16,0 0-16,0 0 15</inkml:trace>
  <inkml:trace contextRef="#ctx0" brushRef="#br0" timeOffset="79343.425">24718 14986 0,'-23'0'0,"-5"0"0,2 0 0,-2 0 0,-1 0 0,-7 8 0,-2 3 0,0-4 0,38-7 0,0 0 0,-49 8 0,49-8 0,0 0 0,-65 10 0,-3 1 0,-7-1 16,75-10-16,-72 7 0,3-3 0,-11 2 31,80-6-31,-83 9 0,2-4 16,81-5-16,-88 2 15,-16-2-15,-7-2 0,111 2 16,-104-11-16,18 2 0,14-2 0,72 11 31,-66-10-31,66 10 0,0 0 16,0 0-16</inkml:trace>
  <inkml:trace contextRef="#ctx0" brushRef="#br0" timeOffset="80197.896">24615 15700 0,'-15'4'0,"-9"0"0,-4-1 0,2-2 0,7 2 0,-2-3 0,-2 0 0,-3 0 0,1 0 0,-12 0 0,1 0 0,36 0 0,-45 0 0,45 0 16,-57 0-16,57 0 16,-80 0-16,-4-4 0,84 4 15,-96-3-15,12 0 16,5 2-16,79 1 0,-68-4 15,7 4-15,61 0 0,-69 0 16,69 0-16,-78 4 16,78-4-16,-81-4 0,81 4 15,0 0-15,-77-2 0,5-3 16,72 5-16,0 0 16,0 0-16</inkml:trace>
  <inkml:trace contextRef="#ctx0" brushRef="#br0" timeOffset="81194.996">25714 16323 0,'2'4'0,"-8"-1"0,0-2 0,0-1 0,6 0 0,8 0 0,-4 0 0,2 0 0,-3 0 0,-3 0 15,-9 0-15,3 0 16,-8 0-16,0 0 0,-8 0 16,8 0-16,-9 4 15,-4 4-15,4-3 16,6-1-16,-4 2 0,-2-2 16,-6-1-16,29-3 0,-33 3 15,33-3-15,-40 5 16,40-5-16,-55 3 0,-11 2 15,-3-3 1,4 7-16,65-9 0,-70 4 16,2 6-16,-7-4 15,75-6-15,-77 2 0,77-2 16,-88 0-16,-24 0 16,-11 3-16,15-3 0,108 0 15,-100-3-15,3 1 0,4-4 16,13-2-16,80 8 15,-68-6-15,68 6 0,-79-9 16,79 9-16,-92-12 16,-23-1-16,115 13 0,-120-15 15,120 15-15,-98-24 0,98 24 16,-82-27-16,82 27 0,0 0 16,0 0-16</inkml:trace>
  <inkml:trace contextRef="#ctx0" brushRef="#br0" timeOffset="82200.826">24920 17035 0,'0'0'0,"0"0"0,0 0 0,0 0 0,0 0 0,0 0 0,0 0 0,0 0 0,-10 0 16,-10 0-16,-11 0 16,0 0-1,1 0-15,-7 5 0,4 0 0,2-2 16,-4-1-16,35-2 0,-47 4 15,47-4-15,-55 1 16,55-1-16,-60 6 16,-10-3-16,3-3 0,67 0 15,-69-3-15,-2 1 32,-4-2-32,75 4 0,-76 0 15,1 4-15,-2-4 0,77 0 0,-75-4 0,75 4 16,-79-5-16,-3 3 15,5-1-15,77 3 0,-73-2 16,7 2-16,66 0 16,0 0-1,-67-3-15,3 3 16,64 0-16,0 0 16,0 0-16,-64-2 0,8 2 15,4-5-15,13 1 16,11 0-16,12 4 0,16 0 15,0 0-15,0 0 16,-17-2-16,17 2 16,0 0-16,0 0 0,-16-5 15,16 5-15,0 0 0,0 0 16,-17-6-16,17 6 16,-16-10-16,16 10 0,0 0 15,0 0-15</inkml:trace>
  <inkml:trace contextRef="#ctx0" brushRef="#br0" timeOffset="89533.694">22529 17602 0,'-21'0'0,"-7"0"0,2 0 0,3 0 0,1 0 0,-1 0 0,-1 9 0,0 3 0,4-1 0,0-7 0,1 2 0,-1-3 0,0-1 0,20-2 0,0 0 0,0 0 16,-28 3-16,28-3 0,0 0 15,0 0-15</inkml:trace>
  <inkml:trace contextRef="#ctx0" brushRef="#br0" timeOffset="91020.049">22596 18314 0,'0'0'0,"0"0"0,8-5 0,1 2 0,7-1 0,-6-1 0,-2 5 0,-3 0 0,-2 0 0,-3 0 0,0 2 0,2-2 0,-2 0 16,0 3-16,0-3 0,0 0 16,-2-3-16,-4 6 0,1-1 15,-5 0-15,3 1 0,-7 2 16,2-2-16,-4-1 15,-1-2-15,-7 0 16,0 0-16,2-2 0,1-1 16,-2 1-16,0 2 15,-2-3-15,0 3 0,0 0 16,2 0-16,2 0 16,2 0-16,0-3 0,19 3 15,0 0-15,0 0 0,-19 0 16,19 0-16,0 0 15,0 0-15,-19 0 16,19 0-16,0 0 0,-15-7 16,15 7-16,0 0 0,0 0 15</inkml:trace>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642.49017" units="1/cm"/>
          <inkml:channelProperty channel="Y" name="resolution" value="1129.89661" units="1/cm"/>
          <inkml:channelProperty channel="T" name="resolution" value="1" units="1/dev"/>
        </inkml:channelProperties>
      </inkml:inkSource>
      <inkml:timestamp xml:id="ts0" timeString="2026-01-16T06:16:20.904"/>
    </inkml:context>
    <inkml:brush xml:id="br0">
      <inkml:brushProperty name="width" value="0.05292" units="cm"/>
      <inkml:brushProperty name="height" value="0.05292" units="cm"/>
      <inkml:brushProperty name="color" value="#C00000"/>
    </inkml:brush>
  </inkml:definitions>
  <inkml:trace contextRef="#ctx0" brushRef="#br0">2352 5975 0,'9'-4'0,"-7"1"0,-2 3 0,-2 5 0,0-3 0,-3 1 0,3 0 0,2 8 0,0 8 0,2 5 0,-2 0 0,0 1 0,0 2 0,5 4 0,-3 3 0,3 0 0,-1-1 0,-4-33 15,0 0-15,5 36 16,-5-36-16,7 43 0,-7-43 15,0 0 1,10 62-16,-6 2 0,1-5 0,-3-10 16,-4-8-16,2-41 15,0 0 1,0 0-16</inkml:trace>
  <inkml:trace contextRef="#ctx0" brushRef="#br0" timeOffset="640.396">2216 5735 0,'0'-5'0,"5"5"0,-3-5 0,7 0 15,1-1-15,4 3 0,5 1 0,-1-1 0,3 3 0,5 0 0,0 0 0,-3 5 16,0 6-16,5 2 16,0 9-16,-7 5 0,-9 0 15,-12-27-15,12 39 16,-12-39-16,4 57 0,-4 28 15,-10 33-15,-14 10 16,-15-5-16,-2-5 0,-13-2 16,-9 0-16,-17-4 15,-20 12-15,100-124 0,0 0 16,0 0-16</inkml:trace>
  <inkml:trace contextRef="#ctx0" brushRef="#br0" timeOffset="58513.278">4365 6079 0,'0'0'0,"0"0"0,0 0 0,0 0 0,0 0 0,0 0 0,0 0 0,0 0 0,0 0 0,0 0 0,0 0 0,0 0 0,0 0 0,0 0 0,0 0 0,0 0 0,0 0 16,0 0-16,0 0 0,0 0 15,0 0-15,0 0 16,0 0-16,2 2 0,1 8 16,-1-4-16,0-6 15,-4-6-15,2 6 0,0 0 16,0 0-16</inkml:trace>
  <inkml:trace contextRef="#ctx0" brushRef="#br0" timeOffset="59608.903">4632 6125 0,'0'0'0,"0"0"0,0 0 16,0 0-16,0 0 15,0 0-15,0 0 0,0 0 16,0 0-16,0 0 16,0 0-16,0 0 0,0 0 15,0 0-15,0 0 16,0 0-16,0 0 0,0 0 16,0 0-16,0 0 15,0 0-15,4 3 16,4 7-16,2 2 15,-5 1-15,1 0 16,-3-3-16,-1 3 0,0 4 16,1-5-16,-1 1 15,0-1-15,-2 2 0,0-2 16,0 3-16,3 6 16,-3-5-16,2 1 0,1-2 15,-3 4-15,2 2 16,-2-4-16,0 1 15,0-18-15,0 0 0,0 0 16,0 26-16,0-26 16,0 0-16,0 0 0,4 33 15,-4-33-15,0 0 16,0 50-16,0 6 0,2-3 16,-2-9-1,3-2-15,-3-42 0,0 0 16,2 33-16,-2-33 15,0 0-15,0 0 0,3 41 16,-3 6-16,-3 3 16,3-6-16,0-6 0,0-38 15,0 0-15,0 0 16,0 32-16,0-32 0,0 0 16,0 39-16,3 1 15,-3 1-15,0-8 0,0-33 16,0 0-16,0 0 15,0 37-15,0-37 16,0 0 0,0 0-16,0 37 15,0 5-15,0-2 0,2-6 0,-2-34 16,0 0-16,0 0 0,0 34 16,0-34-16,0 0 15,0 0-15,0 32 16,-2 7-16,2-5 0,-3-8 15,3-4-15,0-22 16,0 0-16,0 0 16,0 24-16,0-24 0,0 0 15,0 0-15,0 21 16,0-21-16,0 0 16,0 0-16,0 23 0,0-23 15,0 0-15,0 0 16,-2 15-16,2-15 0,0 0 15,0 7-15,0-7 16,0 0-16,0 0 16</inkml:trace>
  <inkml:trace contextRef="#ctx0" brushRef="#br0" timeOffset="60666.204">4656 6066 0,'-2'6'0,"-3"1"0,3 3 0,-1-5 0,1 1 0,2-4 16,0-2-16,0 5 0,0 3 0,0 2 15,0 0-15,0-5 16,0 2-16,0 2 0,0-2 16,0 3-1,-2 1-15,2-1 0,-4 1 16,8 1-16,-4-1 15,4 2 1,1-1-16,0 3 0,0 1 0,-3 3 31,2 0-31,1 1 0,-3 1 16,-2-21-16,0 0 0,5 25 16,-5-25-16,0 0 15,0 0-15,0 35 16,0-35-16,0 0 15,2 49-15,1 14 0,-3-3 16,0-7-16,0-53 16,0 0-16,-3 52 0,3-52 15,0 0-15,-2 57 16,-3 4-16,1-1 0,4-60 16,0 0-16,0 0 15,-3 60-15,-1-3 16,4 2-16,0-10 15,0-49-15,0 0 0,0 0 16,0 51-16,0 2 0,-2-6 16,-1-5-16,3-42 15,0 0-15,0 0 16,0 36-16,0 6 0,0-5 16,0-1-16,0-36 15,0 0-15,0 0 16,0 35-16,0-35 0,0 0 15,3 37-15,3 1 16,-6-38-16,0 0 0,0 0 16,3 40-16,-3-40 15,4 38-15,-4-38 16,-4-38-16,4 38 0,14 100 16,-14-100-16,0 0 15,0 0-15</inkml:trace>
  <inkml:trace contextRef="#ctx0" brushRef="#br0" timeOffset="85318.239">2598 9412 0,'0'38'0,"-7"0"0,-2 2 0,0-5 0,4 6 0,3 1 0,2-42 0,-5 46 0,5-46 0,0 0 0,-7 54 0,7-54 0,0 0 0,-14 55 0,-4 2 0,1-10 0,-5-12 16,5-13-16,17-22 15,0 0-15,0 0 0</inkml:trace>
  <inkml:trace contextRef="#ctx0" brushRef="#br0" timeOffset="85719.889">2472 9443 0,'-2'-11'0,"0"-2"0,2-5 16,4-5-16,4-5 0,1 4 15,3 5-15,2 0 16,0 7-16,2 1 0,-4 6 16,1 0-16,-1 0 15,2 2-15,1 0 0,0 6 16,2 1-16,-8 8 15,8 1-15,-6 2 16,6 3-16,-1 2 0,-5 4 16,1 4-16,-3 5 15,-4 0-15,0 1 0,2 2 16,-7-36 0,0 0-16,2 44 0,-2-44 0,-2 57 15,2-57-15,0 0 16,0 0-16,-10 58 15,1 2-15,9-60 0,0 0 16,0 0-16</inkml:trace>
  <inkml:trace contextRef="#ctx0" brushRef="#br0" timeOffset="85919.849">2600 9676 0,'-4'3'0,"-3"1"15,1-4-15,1-2 0,3-8 16,4 3 0,3 1-16,6 4 0,6-1 0,9-4 15,6-2-15,0-2 16,3-3-16,9-2 0,-44 16 16,0 0-16,0 0 15</inkml:trace>
  <inkml:trace contextRef="#ctx0" brushRef="#br0" timeOffset="86269.007">3111 9525 0,'5'3'0,"-1"1"0,-4-1 16,-2-1-16,-4 1 0,5-3 15,-8 0-15,1 0 16,-3 0-16,-5 0 0,-3 3 15,-2 3-15,6 0 16,2 2-16,7 3 0,6-2 16,4 2-16,0-4 15,7 4-15,-3 2 0,1-3 16,2 4 0,-1-2-16,0 1 0,-2 0 0,-2 0 31,-4-3-31,3 2 0,-5-2 15,-2 1-15,-3-1 0,-7 0 0,5-2 16,-2 0 0,-8-3-16,8 0 15,-2-7-15,11-3 0,0 5 0,0 0 0,0 0 32</inkml:trace>
  <inkml:trace contextRef="#ctx0" brushRef="#br0" timeOffset="86621.673">3453 9588 0,'7'0'16,"1"0"-16,5-5 15,-6 3-15,2-3 0,-3 0 16,-6 5-16,-12-3 16,-2 3-16,-7 3 0,-3 0 15,-1 2-15,2-1 16,2 4-16,7 0 15,0 0-15,9 4 0,8 4 16,1-2-16,2-2 16,0-2-16,-1 0 15,2 3-15,5 0 0,-1-1 16,1 1-16,-1 1 16,-3-2-16,-4-2 0,0 1 15,-10 2-15,1-4 16,-5 2-16,-1-3 15,2-3-15,-5 1 0,0-2 16,2-4-16,0 0 16,3-4-16,9 4 0,0 0 15,0 0-15</inkml:trace>
  <inkml:trace contextRef="#ctx0" brushRef="#br0" timeOffset="86969.313">3707 9563 0,'0'8'0,"0"-3"16,0-2-16,0-1 0,0 5 15,0 12-15,0 0 16,0 8-16,-6-4 0,1 1 16,0-5-16,1 0 15,-4-4-15,2-5 0,4 1 16,8-6-16,8-5 15,10-5-15,1-1 16,-4 1-16,-4-2 0,-1-6 16,0 0-16,-4-2 15,-3 1-15,-2 0 0,-7-2 16,0 1-16,-5-1 0,-2-2 16,-9 6-16,-2 1 15,-3 0 1,2 6-16,-2 3 0,3 2 0,-4-2 15,22 2-15,0 0 16,0 0-16</inkml:trace>
  <inkml:trace contextRef="#ctx0" brushRef="#br0" timeOffset="87249.415">4155 9479 0,'0'0'0,"0"0"0,0 0 16,0 0-16,0 0 0,0 0 16,-8 8-16,-5 1 15,2 4-15,-8 6 16,5-2-16,-3 1 16,6-2-16,0-1 0,3 3 15,6 0-15,2 1 16,2-4-16,3 0 0,3 0 15,5-2-15,2-2 16,3-5-16,3 0 0,0-6 16,-3-6-16,-18 6 15,0 0-15,0 0 0</inkml:trace>
  <inkml:trace contextRef="#ctx0" brushRef="#br0" timeOffset="87425.271">4385 9512 0,'0'2'0,"0"1"15,0-1-15,6 4 16,-4 1-16,3 11 16,0 0-16,-5 10 15,-5 1-15,2-1 0,-1 0 0,0-5 16,-4-3 0,-4-4-16,12-16 0,0 0 0,0 0 15</inkml:trace>
  <inkml:trace contextRef="#ctx0" brushRef="#br0" timeOffset="87570.199">4421 9429 0,'0'-5'0,"0"-2"16,0-1-16,7 3 15,6 0 1,-13 5-16,0 0 0,0 0 0</inkml:trace>
  <inkml:trace contextRef="#ctx0" brushRef="#br0" timeOffset="87990.459">4734 9525 0,'0'3'0,"0"-1"15,0-2-15,0-5 0,-1 5 0,-9-3 32,-8 9-32,-3 1 0,-4 8 15,2-2-15,6 5 16,4-5-16,2 5 16,7-4-16,-1 3 0,3-2 15,2-5-15,0 1 16,4-3-16,5-7 0,8 3 15,1-8-15,-3-1 16,3-4-16,-1-4 0,1-2 16,1-5-16,-4 6 15,-2-2-15,-1 3 16,-3 4-16,-5 1 16,4 3-16,-2 1 0,-1 4 15,0 6-15,0 2 16,4 2-16,3 5 0,-5 1 15,-2-2-15,-3 6 16,2-5-16,-2 0 0,0-4 16,0-6-16,-2-5 15,0 0-15,0 0 0</inkml:trace>
  <inkml:trace contextRef="#ctx0" brushRef="#br0" timeOffset="88226.16">5031 9243 0,'6'1'0,"0"2"0,-2 0 0,1 2 0,2 5 0,-2 11 0,3 5 0,-2 5 15,-4 2-15,-7 3 0,-3-1 0,0 1 16,-1 0-16,-2-4 15,-2-2-15,13-30 0,0 0 16,-9 34-16,9-34 16,0 0-16,0 0 15</inkml:trace>
  <inkml:trace contextRef="#ctx0" brushRef="#br0" timeOffset="88384.33">4989 9509 0,'0'3'0,"5"-3"0,-3-5 16,2-6-16,7 2 16,4 1-16,9 0 0,-24 8 15,0 0-15,0 0 16</inkml:trace>
  <inkml:trace contextRef="#ctx0" brushRef="#br0" timeOffset="88517.03">5280 9350 0,'5'7'16,"-5"4"-16,5-1 0,4 8 0,0 5 15,-1 8-15,-3 2 16,-1-2-16,-2-2 16,-1 2-16,-2-4 0,-1-3 15,-4-9-15,6-15 16,0 0-16,0 0 16</inkml:trace>
  <inkml:trace contextRef="#ctx0" brushRef="#br0" timeOffset="88638.196">5319 9378 0,'0'-2'0,"0"-6"15,0 1-15,0 1 0,0 6 16,0 0-16,0 0 16</inkml:trace>
  <inkml:trace contextRef="#ctx0" brushRef="#br0" timeOffset="88968.658">5485 9453 0,'0'4'0,"0"7"16,0 4-16,0 6 0,0 3 0,0-7 16,8 1-16,1-5 0,0-6 15,3-2-15,2-5 16,2 0-16,-3-5 0,4-2 15,2-6-15,-5-1 16,2-5-16,-6 1 16,-3 0-16,2 0 0,-9-1 15,-5 5-15,-6-3 16,1 5-16,-6 5 0,0-1 16,-8 5-16,3 1 15,1 4-15,1-2 0,9-2 16,6-7-16,4 9 15,0 0-15,0 0 0</inkml:trace>
  <inkml:trace contextRef="#ctx0" brushRef="#br0" timeOffset="89266.778">5795 9396 0,'4'5'16,"4"6"-16,-1 3 0,-2 10 0,0 7 15,-1-3-15,-4 0 0,2-4 16,-2-9-16,0-3 16,0-1-16,0-6 15,0-5-15,10-3 0,0-4 16,5-4-16,-3 2 16,-3-8-16,4 3 0,2-7 15,-3 0-15,6 1 16,-1 2-16,-1 5 15,-1 6-15,-2 2 16,-1 5-16,-2 5 0,0 8 16,-7 7-16,-3 5 15,-3 9 1,3-34-16,0 0 0,0 0 0</inkml:trace>
  <inkml:trace contextRef="#ctx0" brushRef="#br0" timeOffset="93003.737">9981 6394 0,'5'24'0,"-2"-1"0,3-3 0,0-2 0,-6 3 0,2-4 0,-2 4 0,0 1 0,2-5 0,-2-2 0,3 3 0,-3 3 0,0-1 0,0 1 0,0-21 0,0 0 15,0 25-15,0-25 16,0 0-16,0 0 0,2 37 16,-2-37-16,0 0 15,5 45-15,3 17 0,0-5 16,-3-8-16,-5-49 16,0 0-16,0 0 0,5 52 15,-5-52-15,0 0 16,7 55-16,2 4 15,-2-7-15,-4-6 0,-3-46 16,0 0-16,2 42 0,-2-42 16,0 0-16,5 38 15,3 3-15,0-3 16,-1-4-16,-2-3 0,-5-31 16,0 0-16,0 0 15,8 32-15,-8-32 16,0 0-16,0 0 0,8 37 15,-3 0-15,-2-4 16,-1-5-16,1-8 0,-3-2 16,0-5-16,2-6 0,-2-7 15,0 0-15,0 0 16</inkml:trace>
  <inkml:trace contextRef="#ctx0" brushRef="#br0" timeOffset="93911.153">10010 6069 0,'-2'0'0,"-3"0"0,3 0 0,-2 0 0,2 0 0,2 0 0,0 0 0,-4 0 0,-1 0 0,0 5 16,3 2-16,-1 3 15,1 6-15,2-1 16,-3 1-16,-2-1 0,-3 0 16,-2 3-16,3 1 31,2-5-31,-4-1 0,4 3 16,-4-1-16,2 4 0,-2-2 15,-1-1-15,2 0 16,-2 1-16,2 1 0,8-18 15,0 0-15,0 0 16,-10 16-16,10-16 0,0 0 0,0 0 16,-7 21-1,7-21-15,0 0 0,0 0 16,-6 17-16,6-17 16,0 0-16,0 0 15</inkml:trace>
  <inkml:trace contextRef="#ctx0" brushRef="#br0" timeOffset="95023.315">9922 6179 0,'0'0'0,"0"0"0,0 0 0,0 0 0,8 0 0,-2-6 0,-1 5 0,-3-5 0,1 1 0,3 5 0,-2-2 0,-4 2 0,-8 0 0,6 0 16,4 0-16,3 0 15,0-6-15,1 3 0,-4 0 16,1 1-16,-1 2 0,3 0 0,-2 2 31,-1-2-31,1 0 0,-3 3 16,0-3-16,7 3 15,3 0-15,-1 2 16,-1 0-16,0-3 0,-3 2 16,3 5-16,6 13 15,5 3-15,-3 3 16,-4-5-16,-12-23 0,0 0 16,0 0-16</inkml:trace>
  <inkml:trace contextRef="#ctx0" brushRef="#br0" timeOffset="106827.759">9851 6368 0,'-13'0'0,"5"0"0,6 0 0,-3 0 0,5 0 0,-2 0 0,2 0 0,0 0 0,0 0 0,0 0 0,0 0 0,0 0 0,0-2 0,0 2 0,2 0 0,1 0 0,-3-3 16,0 3-16,0-2 16,-3 2-16,3 0 0,0 0 15,3 2-15,-3-2 16,2 3-16,-2-3 0,0 0 16,0 2-16,0-2 15,0 0-15,0 0 0,0 4 16,-2-2-16,-1-2 15,3 4-15,0-4 0,-2 1 16,2-1-16,0 0 16,0 0-16,0 0 0,2 0 15,3-1-15,-3 1 16,3 0-16,-2-4 0,3 2 16,-1-2-16,2 2 15,6-1-15,-3 3 0,-2 0 16,2 0-16,3 3 15,2-3-15,1 0 0,-1 0 16,-2 0-16,-1 2 16,-2-2-16,4 0 15,4 4-15,-2-4 0,2 0 16,-3 2 0,-3-2-16,-1 0 0,-4 0 0,1 0 15,0-2-15,-3-2 16,-2 2-16,-1-1 0,-2 1 15,3 2-15,-1 0 16,-2 0-16,2 2 0,-2-2 16,3 0-16,-3 0 15,0 0-15,0 0 16,0-2-16,0 2 0,-3-2 16,3 2-16,0 0 0,-2-3 15,0 3-15,2-3 16,-3 1-16,1 2 0,2-5 15,-3 1-15,1 3 16,-1-2 0,0-1-16,0 1 0,1 0 0,-1 0 15,3-3-15,-2 4 16,-1-4-16,1 5 0,-1-5 16,1 1-16,-1 0 15,3 0-15,-2-2 16,2 2-16,0-4 15,0 2-15,0 2 0,0 1 16,0-1-16,0 1 16,-2 2-16,-2-1 0,4 3 15,0-3-15,0 3 16,0-3-16,0 3 16,0 0-16,6 0 0,-4-1 15,-2 1-15,0-3 16,0-3-16,0 6 0,0 0 15,0 0-15</inkml:trace>
  <inkml:trace contextRef="#ctx0" brushRef="#br0" timeOffset="107314.568">9995 6238 0,'0'0'0,"0"5"0,0 0 0,0-1 0,0-3 0,-6 2 0,1 0 0,2 1 0,1 5 16,-1 1-16,1 2 15,-3 4-15,0-7 0,1 0 32,2-2-32,0 0 0,2-1 0,0-1 0,0-5 31,0 0-31,0 0 0,0 0 0</inkml:trace>
  <inkml:trace contextRef="#ctx0" brushRef="#br0" timeOffset="109994.911">9332 6461 0,'0'0'0,"0"0"0,0 0 0,0 0 0,0 0 0,0 0 0,0 0 0,0 0 0,0 0 0,0 0 0,0 0 0,0 0 0,0 0 0,0 0 16,0 0-16,0 0 0,0 0 15,0 0-15,0 0 0,0 0 16,0 0-16,0 0 16,0 0-16,0 0 15,0 0-15,0 0 16,0 0-16,0 0 0,0 0 0,0 0 16,0 0-16,0 0 15,0 0-15,0 0 16,0 0-16,0 0 0,0 0 15,0 0 1,0 0-16,0 0 16,0 0-16,3-5 0,-1-5 0,1 2 15,-1 8-15,-2 0 0,0-4 16,3 1-16,-6 6 16,3 1-16,-2 1 0,-1 0 15,3-2-15,0-6 16,-2 1-16,2-1 15,0 8 1,0-2-16,0-1 16,0-2-16,0 3 0,0-3 15,0 3-15,0-3 16,0 0-16,0 0 0,0 0 16,0 0-16,0 0 15,0 0-15,0 0 0,0 0 16,0 0-16,0 0 15,0 0-15,0 0 16,0 0-16,0 0 0,0 8 16,0 2-16,0 7 0,0 2 0,2-4 15,-2 1 1,0 1-16,0 4 16,-2 0-16,2-2 0,-3 6 15,1-5-15,-6 3 16,3 0-16,-3 2 15,8-25-15,0 0 0,-7 34 16,7-34-16,0 0 16,0 0-16,-8 51 0,8-51 15,0 0-15,0 0 16</inkml:trace>
  <inkml:trace contextRef="#ctx0" brushRef="#br0" timeOffset="110736.595">9276 6435 0,'-2'0'0,"-4"0"0,4 0 0,1 0 0,1 0 0,3 0 0,3 0 16,-4 0-16,-2 0 15,2 0-15,-2 0 0,0 0 16,3 0-16,3 0 16,0 0-16,0 0 15,4 0-15,3-1 16,0-2-16,3 0 0,-4 0 15,4 1-15,-2-1 0,-3 1 16,3 2-16,-4-3 16,0 1-16,-2 2 15,-1 0-15,-4-3 0,-1 3 16,-2-3-16,0 0 0,-5 3 16,3-1-16,-6 1 15,-2 1-15,-2-1 0,-5 6 16,2-3-16,0-1 15,-3 3-15,-1-2 16,4-3-16,4-5 0,11 5 16,0 0-16,0 0 0</inkml:trace>
  <inkml:trace contextRef="#ctx0" brushRef="#br0" timeOffset="112301.884">10706 6389 0,'-11'0'16,"4"0"-16,2-5 0,2 3 0,3-2 0,-2-2 0,2 6 0,0-4 0,0 4 0,0 0 0,0 0 0,0 0 0,0 0 0,0 0 0,0 0 0,-3 6 0,3 2 0,-2-2 0,2-5 0,0 7 0,2 2 0,-2 6 15,3-1-15,-3 3 0,-3 0 16,3-3-16,-2 3 0,-2-2 16,2 5-16,2-1 15,0 1-15,2-3 0,-2-1 16,0 2-16,0 3 16,-2 2-16,2-24 15,0 0-15,0 0 16,-3 28-16,3-28 0,0 0 0,-2 35 15,2-35 1,0 0-16,0 0 0,0 49 16,2 13-1,1-5-15,-1-9 0,4-9 16,-1-7-16,-5-32 16,0 0-16,0 0 0,3 32 0,-3-32 15,0 0-15,5 42 0,-3 2 16,3 5-16,-5-7 15,0-3-15,0-39 0,0 0 16,0 0-16,0 30 16,0-30-16,0 0 0,0 0 15,2 37 1,4 1-16,-1-2 0,0-5 16,3-5-1,-6-3-15,1-3 0,-3-20 0,0 0 16,0 0-1,2 18-15,-2-18 16,0 0-16,0 0 0,0 21 16,0-21-16,0 0 0,0 0 15,0 18-15,0-18 16,0 0-16,0 0 0,0 16 0,9-7 16,3-6-16,-12-3 15,0 0 1,0 0-16</inkml:trace>
  <inkml:trace contextRef="#ctx0" brushRef="#br0" timeOffset="113273.409">10557 6138 0,'9'-6'0,"7"6"0,-5-2 0,-2 2 0,5 0 16,1 0-16,-1 0 15,-5 0-15,-1 0 16,-1 0-16,-3 0 0,-2 0 15,1 0-15,-3 0 16,0 0-16,0 0 16,0-2-16,0-1 15,0 0-15,2 6 0,-2-3 16,-2 3-16,-1 1 16,3 4-16,-2-3 15,2 6-15,0-1 0,-6 3 16,1-6-1,2 1-15,3 1 0,0-2 16,-2 0-16,-1 4 0,3 4 16,0-2-16,3 3 0,-3-4 31,2 3-31,1-4 0,-1 1 16,-2 1-16,0 5 0,3 1 0,-3-2 15,0 1 1,2-2-16,-2-16 0,0 0 15,0 0-15,4 18 0,-4-18 16,0 0-16,0 0 16,2 28-16,-2-28 15,0 0-15,0 0 0,0 34 16,0-34 0,0 0-16,0 0 0,-2 38 15,2-38-15,0 0 0,0 0 0,0 41 31,0-41-31,0 0 0,0 0 16,-4 40-16,4-40 16,0 0-16,0 0 0,-2 32 0,2-32 15,0 13 1,0-13-16,0 0 0,0 0 0</inkml:trace>
  <inkml:trace contextRef="#ctx0" brushRef="#br0" timeOffset="113889.955">10657 6111 0,'7'0'0,"2"0"0,-9 0 0,0 6 0,-4-1 0,4 1 0,0 4 16,-2-1-16,-3 5 16,0 1-16,2 0 0,1-1 15,0-3-15,2 4 16,0 6-16,0-1 16,0-3-16,4-2 15,1-4-15,-2 2 0,-1-3 16,1 3-16,-3 4 0,2-1 15,2-1 1,1 4-16,-5-19 0,0 0 16,0 0-16,5 17 0,-5-17 15,0 0-15,0 0 0,2 26 16,-2-26-16,0 0 16,0 0-16,-2 33 0,2-33 15,0 0-15,0 0 16,-3 34-16,3-34 15,0 0-15,0 0 0,-2 28 16,2-28-16,0 0 16,0 0-16,-3 23 0,3-23 15,-11 6-15,11-6 16,0 0-16,0 0 0</inkml:trace>
  <inkml:trace contextRef="#ctx0" brushRef="#br0" timeOffset="115110.32">11019 6328 0,'0'0'0,"0"0"0,0 0 0,0 0 0,0 0 0,5 0 0,-2-6 0,2 1 0,0-2 0,0 1 0,0 5 0,-2 1 0,-1-4 0,-2 4 0,3 0 0,-3-2 16,-3 2-16,1 0 16,-1 2-16,-2 2 0,2-3 15,1 2-15,2 0 16,-3-2-16,1 5 0,-1-1 16,-2 1-16,-5 1 15,10-7-15,-12 11 0,5-6 16,0 3-16,4-4 15,-5 5-15,-2 3 16,0 3-16,-1 1 16,1-3-16,0 0 0,3-3 15,-4 0-15,4 1 0,2-1 16,0 0-16,-1 3 16,-2-3-16,3 0 15,1-1-15,-1-2 0,2-1 16,1-2-16,-2-1 0,8-1 15,-4 2-15,2-4 16,-2-4-16,3-1 0,-1-2 0,-2 7 16,0 0-1,0 0-15</inkml:trace>
  <inkml:trace contextRef="#ctx0" brushRef="#br0" timeOffset="116437.77">10962 6304 0,'7'0'0,"-4"0"0,-1 0 0,1 0 0,-3 0 0,3 0 16,2-5-16,0 3 0,-2-3 0,-1-1 15,0 6 1,-2-2-16,0 2 0,0 0 0,0 0 16,0 0-1,3-2-15,-3 2 16,2-3-16,-2 3 16,0-2-16,3 2 0,-3 2 15,2 1-15,3-1 0,-5 0 16,2-2-16,1 3 15,-3 0-15,2-1 0,-2 3 16,0-1 0,0 0-16,0-1 0,3 2 15,-1-3-15,1 3 0,-1 4 16,1-5-16,-1 3 16,3-1-16,1 2 15,4-3-15,2-3 0,2 1 16,-5 3-16,-1 0 15,0-2-15,-3 3 0,3-2 16,-1 4-16,-2-2 16,3-2-16,-3 0 0,-2 0 15,2-2-15,-3 0 0,1 1 16,-1-1-16,-2 2 16,3-2-16,-3-1 0,0 3 15,3-2-15,2 0 16,-3-1-16,1-2 0,-3 3 15,2-3-15,1 3 16,-3-1-16,0 1 0,0-1 16,2-2-16,-2 3 15,0-3-15,0 2 0,-2-2 16,2 0-16,0 3 16,2-3-16,-2 2 15,3-2-15,-3 2 0,2-2 16,-2 3-16,0-3 15,3 0-15,-3 0 0,0 0 16,-3 0-16,1 3 16,-1-3-16,1-3 0,-1 3 15,1-3-15,-1 3 16,-4 0-16,1 0 0,1 0 16,3 3-16,-3 0 0,0-3 15,-3 2-15,0-2 16,1 3-16,-1-3 0,1 0 15,-4 3-15,3 0 16,-1-1 0,0 3-16,4-2 0,0-1 0,-2 3 15,2-2-15,-1-1 16,4 4-16,-6-6 0,3 3 16,-2-2-16,2-1 15,-2 3-15,2-3 0,-5 0 16,5 3-16,0-3 15,-1 3-15,1 0 0,0-1 16,-2-2-16,0 0 0,-4 0 16,3 2-16,-2 1 15,4-1-15,2-2 0,-4 4 16,8-4-16,-10 1 0,5-1 16,-3 3-16,3-3 15,2 0-15,-1 0 0,1 0 16,3 0-16,-2 0 15,2 0-15,0 0 16,-3 0-16,3 0 0,0 0 16,0 0-16,0 0 15,0 0-15,0 0 0,0 0 16,0 0-16,0 0 16,0 0-16,0 0 0,0 0 15,8 0-15,4-3 16,9 2-1,-7-3-15,2 2 0,3-1 0,-5 1 16,2 2-16,-1-2 0,-3 2 16,3-3-16,-5 3 15,0 0-15,0 0 0,0-3 16,-2 3-16,-2 0 16,-4 0-16,-2-3 15,-5 0-15,2-1 0,3 1 16,0 3-16,0 0 0,0 0 15</inkml:trace>
  <inkml:trace contextRef="#ctx0" brushRef="#br0" timeOffset="118170.163">11057 6435 0,'0'-4'0,"0"-2"0,0 1 0,0 0 0,0-3 0,0 5 0,-5 2 0,0-3 0,3 4 0,-4 0 0,1 0 15,0 0 1,0 0 0,3 0-16,2 0 0,-3 0 15,3-5-15,-2 3 16,-1-1-16,1-2 0,2 5 16,-5 0-16,3 4 15,-1 0-15,3 1 0,0 2 16,0-1-16,-2 2 15,2-3-15,-3 0 0,1 1 16,-5 1-16,-1-2 16,0 2-16,0-1 0,-1 2 15,0-3-15,-1 0 16,0 2-16,5-2 0,-3 3 16,3 0-16,0-3 15,0-2-15,3 1 0,-1-4 16,3 3-16,-2-3 15,2 0-15,-3 0 0,3-3 16,0-1-16,0-2 16,3-1-16,-1 1 0,1 1 15,2 0-15,0 0 16,0-2-16,-3-4 0,0 3 16,-2 1-16,9-1 15,3-2-15,2 0 0,-5-1 16,1 7-16,-5-5 15,4 4-15,-4-2 0,0 3 16,-1-2-16,-1 2 16,-3 2-16,0-1 0,2 3 15,-2-2-15,3 2 16,-1 0-16,-2 2 0,-2 1 16,-1-1-16,1 4 15,-1 2-15,-4-1 0,-3 7 16,-3-4-16,3 2 0,-1-2 15,1 1 1,0-4-16,3 1 0,-1 3 0,3-1 16,0 0-16,2-2 15,1-3-15,-1 3 16,3-1-16,-2 1 16,-1-2-16,3-6 0,0 0 15,3-3-15,-1 0 0,6 0 16,-1-5-16,-2 1 15,1 0-15,4 1 0,0 1 16,1-1-16,-2 2 16,1-1-16,1-3 0,-3 0 15,1 3-15,1 0 0,0 0 16,-3 2-16,-2-2 16,3 2-16,2 2 0,0-2 15,3-3-15,-5 6 16,-1-2-1,1 2-15,-3 2 0,1-2 0,-1 3 0,-3 0 32,-2-3-32,3 7 0,-1-2 15,-2 5-15,3-4 0,-3-1 16,0 0-16,0-2 16,0-1-16,0-2 0,2 8 0,3 4 15,3 4 1,-3-3-16,-2-2 0,-1-7 15,1 2-15,-1 1 16,1-4-16,-1-1 0,-2 2 16,0-4-16,-2 0 15,2 1-15,-3-2 16,-2 1-16,0-4 0,-3 2 16,3-3-16,0 0 15,0-4-15,0 2 16,-2-1-16,-2 1 0,2-1 15,0 0-15,2 0 16,-1 1-16,3-1 0,-2 1 16,0-1-16,3 2 15,-1 1-15,1 0 0,-1 0 16,1 1-16,-1-2 16,0 1-16,1 2 0,2 3 15,0 0-15,2 0 16,-2 3-16,0-1 0,3 1 15,-3 0-15,0 1 16,3 2-16,-1 1 0,1 1 16,-3 0-16,0-3 15,2 3-15,-2-1 0,0 1 16,0 3-16,5-4 16,-2 0-16,-1 1 0,-2-2 15,-2-2-15,-1 2 16,1-3-16,-3 4 0,0-4 15,-3 3-15,3-2 16,0-1-16,-3 2 0,1-2 16,-3-3-16,1 2 0,1-2 15,-3 2-15,1-2 16,3 0-16,2 3 16,3-3-16,-2 0 0,2 0 15,-1 0-15,6 0 0,-1 0 16,7 0-1,-2 0-15,3-3 0,1-1 0,1 1 16,-2 0-16,4 1 16,-1-1-16,0 3 0,2-3 15,-5 3-15,1 0 16,-4-1-16,-2 1 0,-3-4 16,-2 4-16,0 0 15,0 0-15</inkml:trace>
  <inkml:trace contextRef="#ctx0" brushRef="#br0" timeOffset="118658.151">11002 6334 0,'0'0'0,"0"0"0,0 0 0,0 0 0,0 0 0,0 0 16,0 0-16,0 0 0,-2 0 0,-10 0 0,-2 4 0,2 0 16,2 2-16,-1 5 31,1 2-31,0-1 0,4 1 16,-3 0-16,1-3 0,1 1 0,-2-4 15,2 3-15,0-2 0,-1 3 16,-3-1-16,4-1 15,2 2-15,0-1 16,-3-2-16,3 0 0,0-3 16,2-2-16,1-3 0,4-3 15,3-2-15,0-5 16,3 0-16,-8 10 0,0 0 16,0 0-16</inkml:trace>
  <inkml:trace contextRef="#ctx0" brushRef="#br0" timeOffset="119497.612">10934 6331 0,'0'0'0,"5"0"15,-3 0-15,3 0 0,1 0 16,-3 0-16,4 0 16,-2 0-16,0 0 0,3 0 15,2 0-15,0 0 16,2 0-16,-5 4 15,-2 2 1,0-5-16,-2 5 0,-1-1 0,1 3 0,2-1 16,0 3-16,5-4 15,0 4-15,4-1 16,-7 1-16,0 0 0,2 1 16,-4-2-16,0-1 15,0 2-15,2-4 0,-5 1 16,4 1-16,-1-4 0,3 2 31,-3-1-31,2 1 0,-4-2 16,3-1-16,-4 2 0,3-3 0,-3 1 15,1 0 1,-1 2-16,-2-2 16,0 0-16,0-2 0,0 2 0,0 0 15,-5-3-15,3 3 0,-1 0 31,1 1-31,-3-1 16,2-1-16,0-2 0,-2 0 16,0 0-16,-5 0 0,-1 0 15,2-2-15,-4-1 16,0 1-16,1 0 0,-2 2 16,4 0-16,-5-3 15,0 3-15,0 0 0,0 0 16,1 0-16,-2 0 15,1 0-15,-1 3 0,6-1 16,-3-2-16,1 2 16,-1-2-16,0 3 0,6-3 15,-1 2-15,0-2 16,3 0-16,0 0 0,0 0 16,0 4-16,2-4 15,1 1-15,2-1 0,-3 0 16,3 0-16,0 0 0,0 0 15,3-1-15,-1 1 16,3 0-16,0 0 0,3-4 16,-1 4-16,2-2 15,0-1-15,4 1 16,3 0-16,2 2 0,-1-3 16,-1 3-16,-4 0 0,4-3 15,-1 3-15,-3 0 16,0 0-16,1 0 0,-6 0 15,1 0-15,-3 0 16,-2-3-16,-3 0 16,-3 2-16,1-5 15,2 6-15,0 0 0,0 0 0</inkml:trace>
  <inkml:trace contextRef="#ctx0" brushRef="#br0" timeOffset="119719.192">10906 6482 0,'0'0'0,"0"0"0,0 0 16,0-5-16,0 0 0,0 5 0,0 0 0,0 0 0</inkml:trace>
  <inkml:trace contextRef="#ctx0" brushRef="#br0" timeOffset="120358.791">11017 6489 0,'0'0'0,"0"0"0,0 0 0,0 0 15,0 0-15,0 0 0,0 0 16,0 0-16,0 0 0,0 0 15,0 0-15,0 0 16,0 0-16,0 0 16,0 0-16,0 0 0,0-3 15,0 1-15,-3 2 16,1 0-16,-3 2 0,0 1 16,3 0-16,-5-1 15,4 1-15,-2 0 0,0 4 16,-1 1-16,1-3 0,-2 3 15,-3-1-15,2 2 16,0-4-16,3 2 16,3 1-16,-1-5 0,1 2 15,2-2-15,0-1 0,2 0 16,1 1-16,-1-3 16,3 0-16,3 0 0,0-3 15,-3 3 1,2-2-16,1-3 0,0 2 0,0-2 15,-3 1-15,-1-2 16,-1 3-16,-3 3 0,0 0 16,0 0-16</inkml:trace>
  <inkml:trace contextRef="#ctx0" brushRef="#br0" timeOffset="120876.648">10924 6378 0,'5'0'0,"0"0"0,2 0 0,2 0 0,-4 0 0,-1 0 0,-1 0 0,-3 0 0,2 0 0,-2 0 16,0 0-16,0 0 0,0 0 16,-5 0-16,1 0 15,1 4-15,-3 3 0,-1 1 16,-1-1-16,3 2 16,0-2-16,-1 1 15,-1 2-15,0-5 16,-3 3-16,4 0 0,-2-3 0,3 3 15,-2 2-15,0 0 16,1 1 0,1-1-16,0 0 0,0-2 0,2-1 15,1-1-15,-1-1 0,1 0 16,-1 1 0,0-5-16,1 2 0,2 0 15,0 2-15,0-2 0,0-1 16,0 0-16,0-2 15,0 3-15,0-3 0,2 0 16,4 0-16,-1-5 0,-3 3 16,1-1-16,-3 3 15,0 0-15,0 0 0</inkml:trace>
  <inkml:trace contextRef="#ctx0" brushRef="#br0" timeOffset="121711.193">10934 6359 0,'0'0'16,"0"0"-16,0 0 0,0 0 0,0 0 0,0 0 0,0 0 0,0 0 0,0 0 0,0 0 15,0 0-15,0 0 0,0 0 16,0 0-16,0 0 31,7 0-31,2-3 16,0 0-16,-1 3 0,-6 0 16,3 0-16,1 3 0,2 0 15,-3 4-15,2-1 16,0 0-16,3 0 0,-5-1 15,0 3-15,2-2 16,4 1-16,-1-2 0,0 3 16,3 0-16,-3 2 15,0 0-15,-2-2 0,0 0 16,-1-1-16,0-2 16,2 2-16,1 1 15,-3 3-15,1-3 0,0-1 16,-3 1-16,0-1 15,-3-1-15,3 2 0,-2-3 16,-3-3-16,2 3 16,4 1-16,-1-1 0,-2-2 15,-3-1-15,0-2 16,0 2-16,-3-2 0,3 3 16,0-3-16,0 0 15,0 0-15,-2 0 0,2 0 16,-3 0-16,1 0 15,-2 0-15,4-3 0,-5 3 16,-2-2-16,-1 2 16,1 0-16,-4 0 0,1 0 15,-3 2-15,1-2 16,-1 0-16,0 0 16,3 0-16,-3 0 0,0 0 15,-2 0-15,0 0 0,-5 0 16,3 0-16,-1 0 15,3 0-15,-3 0 0,3 0 16,-1 0-16,1 0 0,-1 0 16,2 3-16,0-3 15,4 0-15,-2 0 0,1 0 16,0 0-16,4 0 16,-2 3-1,7-3-15,-1 0 0,-1-3 0,1 0 16,3 1-16,3 2 15,-3 0-15,0 0 0,0 0 16</inkml:trace>
  <inkml:trace contextRef="#ctx0" brushRef="#br0" timeOffset="134619.697">10562 6207 0,'0'0'0,"0"0"0,0 0 0,0 0 0,0 0 0,0 0 16,0 0-16,0 0 0,0 0 0,0 0 0,0 0 0,4 3 0,-1-2 0,-1 4 0,-4-2 0,4 9 0,-2 4 0,-2-2 15,-1 2-15,3-1 16,-2-3-16,0 1 16,-3 4-16,2-3 15,1 1-15,4 1 0,-2-1 16,3 1-16,-3 2 16,0 0-16,2 0 15,-2 2-15,0-1 0,0-2 0,0-17 16,0 0-16,0 0 15,0 24-15,0-24 16,0 0-16,0 0 0,0 33 16,0-33-16,0 0 15,3 43-15,-3-43 16,4 59-16,-1-4 0,2-11 16,1-4-1,-4-11-15,1-2 0,-3-27 0,0 26 16,0-26-1,0 0-15,0 0 16,0 34-16,0-34 16,-5 38-16,1 0 0,2-4 15,2-6-15,0 1 0,0-29 16,0 0 0,0 0-16,-3 28 0,3-28 0,0 0 15,-2 32-15,-1 9 16,1-4-16,0-7 0,2 0 15,0-30-15,0 0 16,0 0 0,0 25-16,0-25 0,0 0 15,0 0-15,0 30 16,0-30-16,0 37 16,2-9-16,0 0 0,-2-8 15,0-2-15,0 1 16,0-6-16,0 0 15,0-2-15,-2-6 0,2-4 16,0-1-16,-2-12 16,2 12-16,0 0 0,0 0 15</inkml:trace>
  <inkml:trace contextRef="#ctx0" brushRef="#br0" timeOffset="135350.367">10621 6231 0,'8'-6'0,"2"0"0,-4-6 0,-1-4 0,2-2 0,-2-2 0,2 5 0,2 7 0,-2 3 16,-4 2-16,2 0 0,-5 1 15,2 0-15,-2 2 16,0 2-16,-2 3 16,-1 5-16,1 3 0,-1 3 15,1-4 1,-1 4-16,1 5 0,-3 0 16,5 1-16,-4-2 0,4 4 15,0-2-15,0 5 0,0-1 16,-2-1-16,-1 1 15,1 2-15,2-2 16,0-26-16,0 0 0,0 30 16,0-30-16,0 42 15,0-42-15,0 0 16,2 51-16,3 18 0,4-7 16,-4-3-16,-5-59 15,0 0-15,2 57 0,-2-57 16,3 63-16,-1 2 0,1-5 15,-3-60-15,0 0 16,2 56-16,-2-56 0,5 59 16,3 0-16,-3-5 15,-5-54-15,0 0 16,0 0-16,5 50 0,-2 3 16,-1-8-1,3-6-15,-2-11 0,-3-4 16,0-24-16,0 0 0,-5 20 15,0-7-15,2-6 16,3-7-16,0 0 0,0 0 16</inkml:trace>
  <inkml:trace contextRef="#ctx0" brushRef="#br0" timeOffset="141142.933">13964 8207 0,'0'0'0,"0"0"0</inkml:trace>
  <inkml:trace contextRef="#ctx0" brushRef="#br0" timeOffset="-205939.581">2032 14734 0,'9'-5'0,"8"0"0,-6 3 16,2 2-1,-8 0-15,-1 7 0,-4 7 0,-4 7 16,4 1-16,6 1 16,-3-5-16,3-5 0,-4 2 15,-2 1-15,2-3 16,1-6-16,2 1 0,0-2 16,2-4-16,-1 0 15,4-2-15,6-2 16,5-9-16,6-4 0,9-5 15,2-4-15,15-12 16,3 0-16,-1-2 0,2-4 16,-3 4-16,-54 38 15,51-35-15,-51 35 0,51-36 16,-51 36-16,51-39 16,-7-1-16,-6 5 0,-11 5 15,-10 7-15,0 5 16,-17 18-16,0 0 0,0 0 15</inkml:trace>
  <inkml:trace contextRef="#ctx0" brushRef="#br0" timeOffset="-174743.298">2743 15712 0,'0'0'0,"0"0"0</inkml:trace>
  <inkml:trace contextRef="#ctx0" brushRef="#br0" timeOffset="-174505.153">2743 15712 0,'0'0'0,"0"0"16,0 0-16,0 0 15,0 0-15,0 0 0,0 0 16,0 0-16,0 0 16,0 0-16,0 0 15,0 0-15,0 0 0,0 0 16,0 0-16,0 0 0,0 0 15,0 0-15,0 0 16,0 0-16,0 0 0,0 0 16,0 0-16,0 0 15,0 0-15,0 0 0,0 0 16</inkml:trace>
  <inkml:trace contextRef="#ctx0" brushRef="#br0" timeOffset="-173917.726">3050 12808 0,'5'-10'0,"-5"8"0,2 4 0,-2 7 16,0-9-16,0 0 0,0 0 0</inkml:trace>
  <inkml:trace contextRef="#ctx0" brushRef="#br0" timeOffset="-154355.328">15094 13730 0,'5'32'0,"0"3"0,-1-2 0,-4 1 0,2-1 0,-2-2 0,0-31 0,0 44 0,0 5 0,10 2 0,-10-51 0,10 49 0,-5 5 16,-8-1-16,3-53 15,-2 57-15,2-57 16,0 67-16,2 2 0,4 1 16,-6-70-16,5 67 15,-2-7-15,-3 1 0,0-61 16,0 55-16,0-55 15,5 55-15,2 2 16,-7-57-16,0 0 0,0 0 16,7 47-16,-3-7 15,1-15-15,-5-15 16,0-6-16,0-4 0,0 0 0,0 0 16</inkml:trace>
  <inkml:trace contextRef="#ctx0" brushRef="#br0" timeOffset="-152979.619">15039 13448 0,'0'0'0,"0"0"0,0 5 0,0 1 0,0-4 0,0 1 0,0-1 0,0-2 0,0 0 0,0 3 0,-5 4 16,0 7-16,3 1 16,-5 0-16,-4-2 15,1 2-15,0-2 0,-3 1 16,3-5-16,0 2 16,1-4-16,4 1 0,-2 3 15,2-1-15,-2-2 16,1-1-16,-2-2 15,6 1-15,-3-5 0,5 3 16,0-4-16,2 0 16,1-5-16,2-1 0,0 1 15,3 0-15,-3-3 16,5-3-16,-5 1 0,3 0 16,0-1-16,-1 2 0,1-1 15,-3-3-15,0 2 16,0-1-16,0-2 15,3 2-15,-3 2 0,3 1 16,-3 2-16,0-1 16,0 3-16,0-2 15,0 4-15,1 1 0,-1 2 16,0 0-16,1 0 0,-4 2 16,1-2-16,1 3 15,2 2-15,-1 0 0,3-1 16,2 5-1,-2 1-15,2-2 0,2-1 16,-1 3-16,1-1 0,-2 1 16,4-3-1,-2 4-15,-1-1 0,-1 0 16,2 2-16,4-1 16,-4-1-16,-1-1 0,-2-3 15,1 0-15,-6 0 0,5-2 0,-4 0 16,0 2-16,0 3 15,-3-5-15,1-1 16,-1 2-16,-2-2 0,0 3 16,0-5-1,-2 6-15,2-1 0,-5 2 16,0 1-16,-3-2 0,3-2 16,-3-3-16,1 3 0,7-5 15,-14 6-15,6-4 16,-5-2-16,6 3 0,-6-6 15,-7 1-15,-3-1 16,-1 0 0,4 3-16,2-3 15,3 3-15,-3 0 0,3-2 0,-1 2 16,0 0 0,1 0-16,2 0 0,0 0 15,3-2-15,0 2 16,2-4-16,1 8 15,2-4-15,-4 2 0,4 0 16,3-2-16,-3 0 16,5 0-16,-2 0 0,2 0 15,-3 0-15,6 0 16,-3-2-16,0 0 0,0 2 16,0-4-16,0 3 15,2-2-15,1 0 0,-1 3 16,3 0-16,-3 0 15,1-1-15,0-2 0,2 0 16,0-2-16,0-1 16,-2 0-16,-1-1 0,3 0 15,1-1-15,1 3 16,-7 5-16,0 0 0,0 0 16</inkml:trace>
  <inkml:trace contextRef="#ctx0" brushRef="#br0" timeOffset="-123460.357">19960 12596 0,'10'-13'0,"1"-2"0,4 5 0,0 4 0,0 4 0,-1-1 0,-5 3 0,4 0 0,-2 5 16,-1 1-16,-1-2 0,2 4 0,-1 0 0,4 0 0,-4-1 0,0 3 0,-2-2 0,-5 2 16,-3 1-16,-3 1 15,0 1-15,1 1 0,-3-2 16,-3 1-16,-2-2 15,-1 1-15,1 1 0,-4-4 16,5 6-16,1-3 16,1 3-16,-2-2 15,4 5-15,-2-5 0,2-1 16,3 2-16,2-14 16,0 0-16,0 0 0</inkml:trace>
  <inkml:trace contextRef="#ctx0" brushRef="#br0" timeOffset="-123350.679">19988 12943 0,'0'4'0,"0"4"0,0-3 16,0 0-16,0 1 0,0-2 15,8 2-15,5-1 16,-13-5-16,0 0 16,0 0-16</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09:39:25.125"/>
    </inkml:context>
    <inkml:brush xml:id="br0">
      <inkml:brushProperty name="width" value="0.05292" units="cm"/>
      <inkml:brushProperty name="height" value="0.05292" units="cm"/>
      <inkml:brushProperty name="color" value="#FF0000"/>
    </inkml:brush>
  </inkml:definitions>
  <inkml:trace contextRef="#ctx0" brushRef="#br0">12915 8768 0,'44'0'16,"-6"0"-16,0 0 0,-4-6 0,-3 1 0,-31 5 0,0 0 0,0 0 0</inkml:trace>
  <inkml:trace contextRef="#ctx0" brushRef="#br0" timeOffset="289.594">13582 8259 0,'0'2'0,"0"0"0,0 2 0,6-2 0,-4 5 15,3 14-15,0 3 16,-5 4-16,4 3 0,-4 1 31,0 5-31,0-4 16,0 0-16,0 3 0,0-36 15,-9 46-15,9-46 16,0 0-16,0 0 0</inkml:trace>
  <inkml:trace contextRef="#ctx0" brushRef="#br0" timeOffset="633.639">13521 8174 0,'0'-7'0,"5"-1"0,-3-5 0,7-3 0,1 5 0,4 3 0,2 3 0,2-1 16,0 6-16,0 1 0,0 7 0,3 1 15,0 3-15,-1 7 16,0 1-16,5 6 16,-4 4-16,-21-30 0,24 36 15,-24-36-15,22 43 16,-22-43-16,27 63 15,-27-63-15,17 64 0,-17-64 16,16 62-16,-6-4 16,-10-58-16,0 0 0,0 0 15</inkml:trace>
  <inkml:trace contextRef="#ctx0" brushRef="#br0" timeOffset="836.65">13572 8547 0,'0'0'15,"5"0"-15,-2-6 0,9 1 16,4-6-16,12 1 16,11-1-16,2 6 0,3-1 15,-44 6-15,0 0 0,0 0 16</inkml:trace>
  <inkml:trace contextRef="#ctx0" brushRef="#br0" timeOffset="1150.703">14155 8432 0,'-2'0'15,"-7"0"-15,0 0 0,-7 6 16,-4 3-16,1-2 0,2 1 15,3-5-15,6 1 16,3 7-16,8 2 0,-1-3 16,9-1-16,3 1 15,3-1-15,4 1 16,2 0-16,-3 1 16,0 2-16,-1 0 0,-4 0 0,-2-4 15,-6 5-15,-7-2 16,-2-2-16,-7 1 0,0-3 15,-4-1-15,-3-4 16,2-2-16,-2-1 0,6 0 16,2 0-16,8 0 15,0 0-15,0 0 0</inkml:trace>
  <inkml:trace contextRef="#ctx0" brushRef="#br0" timeOffset="1468.72">14444 8432 0,'0'0'0,"0"0"16,0 0-16,0 0 15,-2 0-15,-6 0 0,-5 0 16,8 9-16,0 1 0,3-2 16,4 0-16,3 5 15,5 2-15,6 2 0,0-1 16,-3-1-1,2 4-15,-2-1 0,-3-7 16,-5-1-16,-5-1 16,-3 2-16,1-1 0,-5 0 15,-3-2-15,-4 0 16,-1-3-16,1 1 0,-1-6 16,2-3-16,1-2 15,-4-1-15,16 6 0,0 0 16,0 0-16</inkml:trace>
  <inkml:trace contextRef="#ctx0" brushRef="#br0" timeOffset="1799.263">14691 8465 0,'0'2'0,"0"5"0,0 7 0,0 5 16,0 2-16,0 2 15,0-5-15,5 1 0,0-3 32,14 1-32,-5-7 0,5-3 15,-7-1-15,6-4 16,3 1-16,-4-1 0,2-2 16,-2-5-16,2-3 15,-3-2-15,-9-5 0,-2-1 16,-2 1-16,-6 0 15,-4-5-15,-4 1 16,-4 1-16,-4 3 0,2 0 16,-7 4-16,0 1 0,0 0 15,1 4-15,3-1 16,1 2-16,7-5 16,12 10-16,0 0 0,0 0 15</inkml:trace>
  <inkml:trace contextRef="#ctx0" brushRef="#br0" timeOffset="2066.866">15060 8341 0,'0'2'0,"0"1"15,0 0-15,0 5 0,0 4 16,-5 7-16,0 3 0,3 4 15,-1 0-15,0-3 16,6-1-16,7 2 0,4-4 16,6-4-16,1-3 15,-4-5-15,2-3 0,0-1 16,5-4-16,-6-4 16,2-4-16,3-8 0,-23 16 15,0 0-15,0 0 16</inkml:trace>
  <inkml:trace contextRef="#ctx0" brushRef="#br0" timeOffset="2237.926">15381 8364 0,'0'0'15,"0"3"-15,0 10 0,0 6 16,0 4-16,0 9 16,0-4-16,0 0 0,-5 3 15,-2-5-15,-3 0 16,-1-6-16,1-5 0,10-15 15,0 0-15,0 0 16</inkml:trace>
  <inkml:trace contextRef="#ctx0" brushRef="#br0" timeOffset="2368.803">15359 8228 0,'0'-6'0,"0"2"16,0 1-1,0-3-15,5 6 0,0-2 0,-5 2 16,0 0-16,0 0 16</inkml:trace>
  <inkml:trace contextRef="#ctx0" brushRef="#br0" timeOffset="2843.216">15781 8389 0,'-7'0'0,"2"-7"0,2-3 0,3-5 15,-2 4-15,-3 3 16,-11 2-16,-7 6 16,-4 4-16,0 6 0,4 3 15,2 8-15,1 3 16,7 0-16,6-5 0,-1-1 15,0 2-15,5-2 0,3-1 16,6-5-16,2 3 16,4-8-1,1-2-15,5-5 0,2-5 0,-2-6 32,6 0-32,-3-3 0,-4-1 15,1 0-15,1-4 0,-5 1 0,-4 5 16,1 3-16,-3 0 15,-3 4-15,-3 2 0,0 4 16,-2 0 0,3 4-16,-6 6 0,3 4 0,0-1 15,6 0 1,-3 1-16,-1 3 16,-2 0-16,5-5 0,3-2 0,-1-6 0,-7-4 31,0 0-31,0 0 0</inkml:trace>
  <inkml:trace contextRef="#ctx0" brushRef="#br0" timeOffset="3083.077">16077 7974 0,'10'5'0,"-4"5"0,-1 5 0,-2 9 0,2 7 0,-1 9 0,1-1 0,-2 2 0,-3 2 0,-3 2 16,3-45-16,0 0 0,-5 48 16,5-48-16,0 0 15,-7 52-15,-11 6 0,18-58 16,0 0-16,0 0 15</inkml:trace>
  <inkml:trace contextRef="#ctx0" brushRef="#br0" timeOffset="3383.961">15979 8357 0,'0'2'0,"0"1"16,0-1-16,0-4 0,5-6 15,-2-3-15,10-4 16,0-3-16,5 2 0,-6 2 15,1 1-15,5-3 16,1 3-16,-2 3 0,4 0 16,2 3-16,0 3 15,-3 3-15,1 1 16,-3 5-16,0 6 0,-3 3 16,-1 1-16,-2 6 15,-4 0-15,-2 1 0,-1 1 16,0 1-16,-3-4 15,-2 1-15,-2-3 0,-3-8 16,5-10-16,0 0 0,0 0 16</inkml:trace>
  <inkml:trace contextRef="#ctx0" brushRef="#br0" timeOffset="3512.275">16311 8222 0,'0'0'0,"0"-4"15,0-3-15,5-3 0,0 4 0,-5 6 16,0 0-16,0 0 16</inkml:trace>
  <inkml:trace contextRef="#ctx0" brushRef="#br0" timeOffset="3831.159">16506 8372 0,'0'0'0,"0"0"0,5 10 16,-3 2-16,3 6 0,1 1 16,-6 1-16,3-2 15,2-5-15,4-4 0,7-5 16,-3-4-16,2-2 16,-2 0-16,-1-4 15,2-7-15,-2 0 0,-1-5 16,-4-2-16,-2-2 15,-2 3 1,-3 1-16,-5-1 0,-5 1 16,-4 3-16,0-1 15,-2 4-15,3-1 16,-5 0-16,3 3 0,2 0 16,3 2-16,0-1 15,10 9-15,0 0 16,0 0-16</inkml:trace>
  <inkml:trace contextRef="#ctx0" brushRef="#br0" timeOffset="4182.118">16764 8156 0,'6'5'16,"-1"6"-16,-2 5 16,4 5-16,-2 8 0,3 2 15,-5-3-15,-1-3 0,1-1 16,-3-3-16,0 0 15,0-6-15,0 0 0,0-5 16,0-2-16,0-6 16,0 1-16,5-12 0,0 2 15,2-3-15,2-1 16,3 1-16,0-2 0,4-6 16,2 0-16,1-3 15,-1 0-15,2 2 0,1 1 16,-3 2-16,-1 8 15,-1 3-15,-1 8 16,1 2-16,-16-5 16,0 0-16,19 15 0,-19-15 15,19 28-15,-19-28 0,11 43 16,-9 19-16,-2-62 16,0 0-16,0 0 0</inkml:trace>
  <inkml:trace contextRef="#ctx0" brushRef="#br0" timeOffset="4613.141">14511 9956 0,'5'3'0,"-5"-1"0,3 0 0,3-2 16,6 0-16,9-2 0,7-3 0,10 2 0,9-1 0,4 4 0,-51 0 15,0 0-15,0 0 0</inkml:trace>
  <inkml:trace contextRef="#ctx0" brushRef="#br0" timeOffset="26576.91">15151 9694 0,'4'44'0,"1"0"0,-5-2 0,3-5 0,-3 1 0,0-2 0,0-36 0,0 0 0,-8 44 0,8-44 0,0 0 0,0 0 0</inkml:trace>
  <inkml:trace contextRef="#ctx0" brushRef="#br0" timeOffset="26911.027">15120 9718 0,'-3'-11'0,"-1"-12"0,1-4 16,-2-5-16,-1 1 16,1 2-16,0 1 31,3 3-31,-1 1 0,8 1 15,8 2-15,0 6 16,2 0-16,1 2 16,-2 8-16,5 5 0,-7 3 15,6-1-15,0 9 16,-3 1-16,4 7 0,-6 3 16,-3 1-16,6 7 15,-1-4-15,0 9 0,0 1 16,-1-1-16,-4 7 15,2-5-15,-4 2 0,-3 0 16,-2-3-16,-3-36 16,2 39-16,-2-39 0,0 0 15,-7 50-15,7-50 16,0 0-16,0 0 0</inkml:trace>
  <inkml:trace contextRef="#ctx0" brushRef="#br0" timeOffset="27116.192">15153 9812 0,'0'0'0,"7"0"0,4-5 0,7 3 0,7-4 0,3 1 16,4 5-16,-3-5 0,-4-2 0,-3 4 0,15 0 0,-37 3 0,0 0 0,0 0 16</inkml:trace>
  <inkml:trace contextRef="#ctx0" brushRef="#br0" timeOffset="27639.987">15710 9737 0,'0'-8'0,"-2"4"0,-6 3 16,-5-5-16,-2 6 15,-2 6-15,-3-4 0,0 10 16,-1 0-16,-1 6 16,6 1-16,6-1 0,3-3 15,-2-3-15,4 3 16,3-5-16,2 1 0,7 0 15,4-6-15,1 0 16,1-5-16,3 0 0,-2-5 16,2 0-16,-1-3 15,-2 0-15,0-2 16,-2-3-16,0 4 16,-4-2-16,4 3 0,-4 1 0,-2 1 15,0 1-15,-2 3 16,-1-1-16,-4 3 0,-1 5 15,1 0-15,-1 6 0,3 5 16,-2 1-16,4 3 16,-2 6-16,0 0 15,3 2-15,-3 3 0,5-2 16,-5-29 0,0 0-16,0 0 0,0 36 0,0-36 15,0 0-15,0 0 16,-10 35-16,10-35 15,0 0-15,-19 33 16,-12-11-16,62-44 16,-88 47-16,57-25 0,0 0 15,0 0-15</inkml:trace>
  <inkml:trace contextRef="#ctx0" brushRef="#br0" timeOffset="28114.785">16074 9612 0,'-12'0'0,"-2"0"15,-7 0-15,2 7 0,-10 9 0,9 4 0,-4 1 0,7 0 0,-1 0 0,3-1 0,-2 3 16,7-2-1,5-2-15,3-2 0,4-3 0,3-3 0,5-4 32,5-1-32,2-6 15,6-3-15,-2-4 0,5-4 16,-9 2-16,1-5 0,-1 1 16,2 3-16,-4 0 15,-2 2-15,-5 0 16,0 6-16,-3-2 0,-5 2 15,3 4-15,-3 9 0,0 3 16,0 3-16,0 8 16,3-2-16,-3-23 0,2 35 15,-2-35-15,3 44 16,-3-44-16,0 0 16,2 69-16,1-1 0,-1-2 15,0-13-15,-4-9 16,-3-7-16,-2-10 0,-12-10 15,19-17-15,0 0 16,0 0-16</inkml:trace>
  <inkml:trace contextRef="#ctx0" brushRef="#br0" timeOffset="28463.958">16408 9733 0,'10'0'0,"8"5"0,2 4 0,1 10 0,-8 2 0,-2 4 0,-6-2 0,0-1 0,-3 5 0,-4-4 0,-6 1 15,-1-4-15,-6-3 16,0-3-16,0-3 0,5-7 15,-1-1-15,3-3 16,1-3-16,2-4 0,0-9 16,5-7-16,3-2 15,4-7-15,3 1 16,3-1-16,5-2 16,2 3-16,2 3 0,-2 2 15,-4 1-15,-16 25 0,0 0 16,0 0-16,0 0 0</inkml:trace>
  <inkml:trace contextRef="#ctx0" brushRef="#br0" timeOffset="28814.448">16785 9799 0,'8'0'0,"0"0"0,2-5 15,2-2-15,2-9 0,0-2 16,-9-2-16,1-1 16,-3 1-16,-3-1 0,0 5 15,-6 4-15,-7-2 16,-5 9-16,6-4 0,-3 9 31,4 3-31,1 4 0,0 3 16,-8 5-16,6 3 0,-2 3 15,4 0-15,6 2 16,1-3-16,3 1 0,5-1 0,5 1 16,6-1-1,3-5-15,10-4 0,4-4 0,5-1 0,-38-6 16,0 0-16,0 0 16,0 0-16</inkml:trace>
  <inkml:trace contextRef="#ctx0" brushRef="#br0" timeOffset="29242.05">17309 9632 0,'0'0'0,"0"0"15,-2 0-15,-11 3 0,-1 5 0,-3-1 16,-4 0 0,-2 10-16,5-2 0,10-3 15,1 2-15,7-5 16,0-4-16,2 3 0,3-5 15,3-3-15,2 0 16,3-3-16,0-5 0,7 3 16,0-7-16,2 1 15,-9 4-15,0 0 16,-6 1-16,1 4 0,-3 2 16,2-3-16,-1 6 0,-1 5 15,0 2-15,-5 3 16,0 3-16,0 8 15,2 2-15,1 3 0,-3 4 16,0 0-16,0-33 0,0 40 16,0-40-16,0 0 15,0 45-15,0-45 0,0 0 16,0 0-16,-5 62 16,5-62-16,0 0 15,0 0-15,-18 49 16,18-49-16,-36 36 0,36-36 15,-41 9-15,5-14 0,36 5 16,0 0-16,0 0 16</inkml:trace>
  <inkml:trace contextRef="#ctx0" brushRef="#br0" timeOffset="29680.278">17811 9550 0,'0'0'0,"-2"0"0,-10 0 0,-2 7 0,-8 10 0,1 1 0,-2 2 0,2-3 47,0 4 0,3-3-47,3 3 0,2-3 0,8 0 0,0-5 15,5-4-15,5-1 0,6-2 0,1-6 0,1 0 0,5-6 0,-2-2 0,2-2 0,0-3 0,0-6 0,2-2 16,1 0-16,-6 4 0,-5 0 16,-4 6-1,-4 3-15,3 3 0,-2 5 16,-1 5-16,-4 4 15,2 4-15,2 5 16,1 0-16,2 3 16,-1-5-16,2 3 0,-1-3 15,3 1-15,-1-3 0,7-3 16,-2-6-16,-12-5 0,0 0 0,0 0 16</inkml:trace>
  <inkml:trace contextRef="#ctx0" brushRef="#br0" timeOffset="29906.873">18189 9326 0,'5'3'16,"0"-1"-16,-2 6 0,2 4 16,-5 15-16,2 9 15,-2 7-15,0 1 0,3 5 16,3-3-16,-6-46 0,0 0 15,5 57-15,-5-57 16,0 0-16,0 0 16,0 102-1,0-102-15,0 0 0,0 0 16</inkml:trace>
  <inkml:trace contextRef="#ctx0" brushRef="#br0" timeOffset="30185.132">18179 9646 0,'8'-6'0,"7"1"16,6-5-16,7 0 16,0-6-16,-3 4 0,-1-4 15,-6 6-15,-1-1 16,1 4-16,0 4 0,-2 6 15,-5-2-15,1 10 16,-7 5 0,2 1-16,-2 7 0,4-1 0,-4-1 15,-8 2-15,-3 0 16,4-4-16,2-20 16,0 0-16,0 0 0</inkml:trace>
  <inkml:trace contextRef="#ctx0" brushRef="#br0" timeOffset="30326.583">18493 9528 0,'6'-8'16,"2"0"-16,0-5 0,-3 2 16,1-6-16,-6 17 15,0 0-15,0 0 0</inkml:trace>
  <inkml:trace contextRef="#ctx0" brushRef="#br0" timeOffset="30644.733">18699 9607 0,'7'3'0,"-3"6"0,-1 4 16,-1 10-16,-2-2 0,0 3 0,0-5 15,3-1-15,5-5 0,2-6 16,1 2-1,1-4-15,6-5 0,-3-5 32,1 0-32,-1-3 0,3-5 15,-6-2-15,2-3 0,-7-2 0,-2-2 16,-7 3 0,-3-1-16,-6 4 15,3 0-15,-9 1 0,-6 1 16,-3 4-16,-1-1 15,3 4-15,-2 2 0,5 1 16,0 0-16,4-6 16,4 3-16,13 7 0,0 0 15,0 0-15</inkml:trace>
  <inkml:trace contextRef="#ctx0" brushRef="#br0" timeOffset="30991.82">19023 9474 0,'8'7'16,"4"4"-16,-1 4 0,-4 6 16,-2 1-16,-2 2 15,-1-2-15,-2 0 0,-2-5 16,-3-2-16,2-4 16,1-7-16,-1 2 0,6-6 15,2-6-15,0-6 16,-3-4-16,3 3 0,4-4 15,3 2-15,0-3 16,3-3-16,0-3 16,3 5-16,0 1 15,2 0-15,-2 7 0,-1 3 16,-1 8-16,3 2 0,-2 6 16,-1 8-16,-6 4 15,-3 4-15,-1 1 16,-4 1-16,-2 5 0,-2 2 15,2-33-15,0 0 0,0 0 16,0 0-16</inkml:trace>
  <inkml:trace contextRef="#ctx0" brushRef="#br0" timeOffset="41175.387">10346 10215 0,'33'0'0,"5"0"0,-4 0 0,3 0 0,3 0 0,-2 0 0,-38 0 0,53 0 0,-53 0 0,64 6 0,12-1 0,8 0 0,-7 3 0,-9-1 0,1 1 0,-69-8 16,77 8 0,-77-8-16,96 7 0,34 0 0,14 1 15,-13 1 1,-16-9-16,-2 2 0,-3 2 16,0 3-1,1 2-15,2 2 0,-6-4 16,-4-2-16,-5 0 15,2-1-15,4-2 0,0 3 16,-4-3-16,0 5 16,-1-1-16,0-1 0,-13 1 15,-5-2-15,-20-4 16,42 3-16,-103-3 0,0 0 16,0 0-16</inkml:trace>
  <inkml:trace contextRef="#ctx0" brushRef="#br0" timeOffset="53235.758">15333 11060 0,'33'-6'0,"-2"6"0,4-1 0,10 1 0,3 0 0,-48 0 0,0 0 0,0 0 16</inkml:trace>
  <inkml:trace contextRef="#ctx0" brushRef="#br0" timeOffset="102269.641">16256 11030 0,'-25'-6'0,"-1"6"16,6-2-16,2 2 15,0 2-15,0 4 0,-3 4 16,-2 0-16,2 2 0,3 12 16,8-7-16,-3 5 15,3-7-15,3 7 0,-1-3 16,2-1-16,4 1 16,2-19-16,0 0 0,0 0 15,0 22-15,11 3 16,4 3-16,3-7 15,-1-3-15,10-4 0,-1-4 16,-1-6-16,1 0 0,2-4 16,8-4-16,-36 4 15,0 0-15,0 0 0</inkml:trace>
  <inkml:trace contextRef="#ctx0" brushRef="#br0" timeOffset="102743.147">16336 11048 0,'0'2'0,"-5"1"0,0-2 0,5-1 15,2 0-15,1 0 0,-1 3 0,1 5 0,-3 8 16,0 4-16,0 4 15,0-4-15,0 3 0,0-2 16,0-3-16,6 0 16,1 3-16,6-5 0,0-5 15,-1-3 1,4-5-16,-1 2 0,6-5 0,-2 0 16,2-5-16,3-1 15,-6-4-15,0-2 16,3-4-16,-4-2 15,-1-1-15,-9 2 0,-2-3 0,-2 1 16,-8-2-16,-3 4 16,-2-2-16,-5 4 15,-4 2-15,0 5 0,-5 2 16,-1 3-16,-2 1 0,-1 2 16,1 2-16,1 3 15,5-1-15,0 2 16,12-1-16,4 1 0,5-6 15,0 0-15,0 0 0</inkml:trace>
  <inkml:trace contextRef="#ctx0" brushRef="#br0" timeOffset="103283.425">16647 11043 0,'5'-6'15,"0"6"-15,0-3 16,7 6-16,0 3 0,-2 4 15,-3 2-15,4 5 0,-6-1 16,2 0-16,-4 0 0,-3 1 16,0 2-16,-3-3 15,3-2-15,0-1 16,0-4-16,0-2 0,0-2 16,3-5-16,4-4 0,2 0 15,-2-9-15,3 0 16,6-1-16,-1 0 15,3-1-15,-6-4 0,4 7 16,1-1-16,-1 2 16,0 3-1,0 8-15,-1 3 0,3 2 16,-3 6-16,-2-1 0,-3 3 0,-10-13 16,0 0-1,0 0-15,7 18 0,-7-18 16,0 0-16,0 0 0,9 18 0,-9-18 15,0 0-15,0 0 16,7 13-16,-7-13 16,0 0-16,0 0 0,13 0 15,7-13-15,-20 13 0,0 0 16,0 0-16,24-18 16,-24 18-1,0 0-15,0 0 0,28-10 0,-28 10 16,0 0-16,0 0 0,26 5 31,-26-5-31,0 0 0,0 0 0,23 19 16,-23-19-1,0 0-15,16 18 16,-16-18-16,0 0 0,0 0 16</inkml:trace>
  <inkml:trace contextRef="#ctx0" brushRef="#br0" timeOffset="103480.925">17386 11045 0,'0'3'0,"0"-1"0,0 1 0,0 6 0,8 10 0,-1 6 15,3 6-15,-4 5 0,-1 5 16,-3 7-16,-2-7 16,0-41-16,0 53 0,0-53 15,-5 58-15,5-58 16,-25 72-16,25-72 0,0 0 15,0 0-15</inkml:trace>
  <inkml:trace contextRef="#ctx0" brushRef="#br0" timeOffset="103758.243">17340 11090 0,'0'-8'0,"5"-1"15,0-10-15,6 2 0,1 2 16,4 7-16,-4 0 0,4 5 16,-1 6-16,1 3 15,-2 4-15,2 2 0,-3 4 16,-5 5-16,-1-2 16,-1 3-16,-3-2 0,-3 1 15,-5-1-15,-1-4 16,-2 2-16,-2-6 0,-4 3 15,2-2 1,-4-4-16,1-3 0,-1-6 0,16 0 16,0 0-16,0 0 15</inkml:trace>
  <inkml:trace contextRef="#ctx0" brushRef="#br0" timeOffset="104123.714">17635 10980 0,'5'9'15,"-5"-5"-15,2-1 16,-2 2-16,3 8 0,2 7 16,0 3-16,-3 2 0,1 5 15,3-2-15,-2 0 16,1-3-16,0 0 0,9-9 16,-1-4-16,-1-7 15,2 0-15,-2-5 0,6 0 16,2-5-16,-2-3 15,1-5-15,-7-5 16,0-1-16,-3-3 0,-7 1 16,-4 3-16,-1-2 0,-5 1 15,-2 1 1,-11 3-16,2 3 0,-5 7 0,1-1 16,-5 1-16,5 5 15,-3 0-15,5 2 0,6 1 16,2 0-16,8-3 15,5 0-15,0 0 0,0 0 16</inkml:trace>
  <inkml:trace contextRef="#ctx0" brushRef="#br0" timeOffset="104425.068">18133 10937 0,'0'3'0,"0"0"0,-7-1 16,-7 4-16,-4 1 0,-10-5 15,0 3 1,0-1-16,2 3 16,3 7-16,10-3 0,6 0 0,3-4 0,4 4 31,6 2-31,7-2 0,-1 3 0,6-1 16,1 2-16,3 1 0,-1-2 31,-1 3-31,-2-4 0,-5-1 0,-5 1 0,-3 2 31,-2-4-31,-6 0 0,-2-4 16,-8 0-16,0-2 0,0 1 15,0-9-15,1-7 0,12 10 16,0 0 0,0 0-16</inkml:trace>
  <inkml:trace contextRef="#ctx0" brushRef="#br0" timeOffset="104591.041">18240 11048 0,'5'0'0,"1"0"0,-1 0 16,2 0-16,9 2 0,1 10 15,0 8-15,-7 1 16,-5 6-16,-3-7 16,1 3-16,-6-3 0,-4 5 15,-3-3-15,-2 0 0,12-22 16,0 0-16,0 0 15</inkml:trace>
  <inkml:trace contextRef="#ctx0" brushRef="#br0" timeOffset="104740.561">18325 10839 0,'0'-5'0,"0"-3"16,0 1-16,0-9 0,0 16 15,0 0-15,0 0 16</inkml:trace>
  <inkml:trace contextRef="#ctx0" brushRef="#br0" timeOffset="104932.614">18592 10713 0,'5'0'15,"0"5"-15,3 7 0,0 3 16,4 11-16,-4 2 15,-1 3-15,-3 4 0,-2 3 16,1 4-16,-3-5 16,0-37-16,0 44 15,0-44-15,0 55 0,0-55 16,-9 69-16,9-69 16,0 0-16,0 0 0</inkml:trace>
  <inkml:trace contextRef="#ctx0" brushRef="#br0" timeOffset="105198.23">18392 11109 0,'7'-8'0,"4"-3"16,9-6-16,0 1 0,6 2 16,0-3-16,6 3 15,-3-5-15,3 2 0,-32 17 16,0 0-16,38-16 15,-38 16-15,43-9 0,-43 9 16,0 0-16,60 0 16,-60 0-16,0 0 0,49 14 15,-49-14-15,0 0 16,40 36-16,-40-36 0,26 49 16,-26-49-16,7 53 15,-7-53-15,0 0 0,0 0 16</inkml:trace>
  <inkml:trace contextRef="#ctx0" brushRef="#br0" timeOffset="105342.995">18905 10837 0,'5'-5'0,"1"-1"15,4-3-15,8 0 0,-18 9 16,0 0-16,0 0 0</inkml:trace>
  <inkml:trace contextRef="#ctx0" brushRef="#br0" timeOffset="105689.588">19056 10975 0,'5'11'0,"0"2"0,-2 7 15,4 6-15,2 0 0,3-4 16,-7 3-16,0-3 0,3 0 15,3-11-15,2-3 16,2-7-16,6-1 16,-1-1-16,6-7 0,-3-1 15,-2-8 1,-4 0-16,-1-7 0,-6 0 0,-3-1 31,-5 2-31,-4-2 0,-5 5 0,-6-1 0,-8 6 31,-2 2-31,-2 5 0,-4 6 0,5-4 0,0 6 16,1 0 0,4 0-1,6 6-15,9-6 16,8 0-16,11-4 0,7-3 16,-22 7-16,0 0 15,0 0-15</inkml:trace>
  <inkml:trace contextRef="#ctx0" brushRef="#br0" timeOffset="106007.124">19513 10854 0,'5'4'0,"1"3"16,-3 6-16,1 8 0,1 4 15,1 2-15,-3-6 0,-1 8 16,0-4-16,-2 3 16,0-7-16,0-6 15,0-2-15,0-4 0,6-7 16,3-4-16,5-4 15,2-2-15,0-4 0,0-1 16,5-6-16,-1-1 16,5-2-16,-2-1 0,4 2 15,-1 2-15,-3 0 16,-3 8-16,-2 4 16,-18 7-16,0 0 0,17 2 15,-17-2-15,0 0 16,16 16-16,-16-16 0,8 35 15,-8-35-15,0 0 16,-5 54-16,5-54 0,0 0 16,0 0-16</inkml:trace>
  <inkml:trace contextRef="#ctx0" brushRef="#br0" timeOffset="119080.685">17008 12756 0,'-33'0'0,"2"0"0,3 0 0,0 0 0,-6 0 0,1 0 0,2 0 0,31 0 0,-38 0 0,38 0 0,-54-3 0,54 3 0,-74-6 0,-4 0 0,9 4 0,69 2 16,-71-5-16,-7 3 16,78 2-16,-90-4 0,-17 3 15,-9-2 1,14-2-16,102 5 0,-98-5 15,3 3-15,-5 2 16,100 0-16,-100-6 0,-3 0 31,103 6-31,-112-2 0,-2 0 16,5-1-16,16 3 0,11 0 16,17-2-16,6 0 15,-2-6-15,-9-2 16,70 10-16,0 0 15,0 0-15</inkml:trace>
  <inkml:trace contextRef="#ctx0" brushRef="#br0" timeOffset="128972.501">17655 12414 0,'39'0'0,"5"0"0,-4 0 0,4 0 0,-3 0 0,-41 0 0,55 0 0,-55 0 0,0 0 0,0 0 0</inkml:trace>
  <inkml:trace contextRef="#ctx0" brushRef="#br0" timeOffset="134859.423">18858 11822 0,'-35'0'0,"2"0"0,-3 9 16,0 9-16,10 5 0,0 2 15,26-25-15,-26 28 16,26-28-16,-30 39 16,30-39-16,0 0 0,-36 67 15,10 5-15,12-6 16,6-4-16,11-10 16,4-9-16,10-7 0,7-13 15,1-2-15,6-6 0,-31-15 16,35 11-16,-35-11 15,0 0-15,0 0 0,45 2 16,-45-2 0,0 0-16,0 0 0,51-13 15,-51 13-15,0 0 0,0 0 16,44-25-16,-14-12 16,-7 2-16,-7 7 15,-4-2-15,1 5 0,1 2 16,-1 5-16,-1 1 15,4 0-15,-4 5 0,1 5 16,3 4-16,-2 3 16,-14 0-16,16 5 0,-16-5 15,18 16-15,-18-16 16,20 28-16,-20-28 0,0 0 31,19 38-31,-2 7 0,-4 5 16,-4-4-16,-4-10 15,0-8-15,-5-28 0,0 0 0,0 0 16</inkml:trace>
  <inkml:trace contextRef="#ctx0" brushRef="#br0" timeOffset="135207.244">19315 12390 0,'0'0'0,"0"0"0,0 0 0,14 0 0,6 0 0,13-5 0,-5 1 0,3-9 0,-5 0 0,-3-1 31,-8 1-31,-2 0 0,-7 3 16,-1-2-16,-3 2 15,-4-4-15,-3 2 0,-3 2 0,-1 2 0,-3 2 16,-3 1-16,-3 5 15,2 5-15,-2 3 0,2 6 32,0 0-32,-3 2 0,7 2 15,1 3-15,6-4 16,8 4-16,5 0 0,4-4 16,4 1-16,6-4 15,7-7-15,1-7 16,-30 0-16,0 0 0,0 0 15</inkml:trace>
  <inkml:trace contextRef="#ctx0" brushRef="#br0" timeOffset="135570.034">19692 12226 0,'6'7'0,"-6"1"16,3 0-16,-3-2 15,2 5-15,3 8 16,0 4-16,-3 2 0,1-1 0,-1-3 15,-2-3-15,0-3 16,0-8-16,0-4 16,0-3-16,0-5 0,4-3 15,2-4-15,1-3 16,2-1-16,3-2 0,3-3 16,-3 3-16,6-1 15,-2 2-15,-3 4 16,1 6-16,0-1 0,1 5 15,0 6-15,0 8 16,1 0-16,-5 6 0,-4 0 16,2 4-16,-4-1 15,-5 4-15,0-6 16,-5-1-16,0-3 0,1-4 16,4-10-16,0 0 0,0 0 15</inkml:trace>
  <inkml:trace contextRef="#ctx0" brushRef="#br0" timeOffset="135891.747">20176 12326 0,'4'0'0,"1"6"15,4-1-15,3-3 16,4 0-16,1 1 0,-1-3 16,4-3-16,1-1 15,2-5-15,-7 2 0,-5-9 16,-4 1-16,-2 1 15,-3 0-15,-2 4 0,-2-1 16,-5 1-16,-4 0 16,-3 1-16,-2 5 0,-2 4 15,1 4-15,0 6 16,-4 1 0,4 3-16,3-2 0,4 7 0,8-1 15,2 1 1,7-1-16,6 1 0,7-1 15,6-5-15,2-3 0,5-6 16,4-4-16,-37 0 16,0 0-16,0 0 0</inkml:trace>
  <inkml:trace contextRef="#ctx0" brushRef="#br0" timeOffset="136203.408">20495 12205 0,'0'0'0,"0"0"0,0 0 0,0 0 15,6 0-15,2 0 16,15 0-16,6 0 0,2 6 16,-1 4-16,-1 6 15,-5 4 1,-8-1-16,-5-2 0,1 1 0,-7-1 16,-2 2-16,-1-4 0,-2-1 15,-2-5-15,-1-1 16,-4-5-16,1-2 0,-1-5 15,-1-4-15,3 1 16,0-6-16,-1-5 16,9-3-16,5 0 0,2-1 15,6-2-15,1 6 0,2-1 16,1 8-16,-20 11 31,23-8-31,13 5 0,-36 3 0,0 0 0,0 0 16</inkml:trace>
  <inkml:trace contextRef="#ctx0" brushRef="#br0" timeOffset="136598.338">21175 12233 0,'-11'0'0,"1"0"32,0 0-32,-2 0 15,-3 0-15,-6 0 16,-2 0-16,-3 0 0,7 6 15,-2 2-15,0 4 0,10 7 16,5-1-16,3-3 16,6 0-16,-1 0 15,6-1-15,-1-4 0,9-3 16,2-1-16,0-6 0,2-6 16,-2-1-16,5-1 15,0-5-15,-6-3 16,0-1-16,-4 2 0,-5 0 15,-3 0-15,0 8 16,-4 0-16,-1 4 16,4 3-16,-2 6 0,3 3 15,-2 3-15,3 2 0,-4 4 16,3 0-16,0 0 16,2-3-16,-4 2 15,-1-8-15,4-1 0,-1-5 16,-2-3-16,-3 0 15,0 0-15,0 0 0</inkml:trace>
  <inkml:trace contextRef="#ctx0" brushRef="#br0" timeOffset="136821.238">21445 11825 0,'6'3'15,"-1"2"-15,5-2 0,-1 0 16,5 4-16,-4 6 0,0 7 15,2 6-15,-1 0 16,-3 7-16,1 4 0,-9-37 16,5 48-16,-5-48 15,3 63-15,-3-63 0,0 72 16,0-72-16,0 0 16,2 75-16,-2-75 15,0 0-15,0 0 0</inkml:trace>
  <inkml:trace contextRef="#ctx0" brushRef="#br0" timeOffset="136977.004">21712 12297 0,'0'3'15,"0"2"-15,0 2 0,0 9 16,0 8-16,5 0 16,-2-4-16,2 2 0,1-1 15,-6-5-15,2-11 16,-2-10-16,0 5 0,0 0 15,0 0-15</inkml:trace>
  <inkml:trace contextRef="#ctx0" brushRef="#br0" timeOffset="137104.207">21694 12139 0,'0'0'0,"0"0"0,6 0 0,-2-6 16,12 4-16,7-3 0,-23 5 15,0 0-15,0 0 0</inkml:trace>
  <inkml:trace contextRef="#ctx0" brushRef="#br0" timeOffset="137422.985">21831 12311 0,'0'0'0,"5"0"0,-1 0 16,10 0-16,2 0 15,9 0-15,3 0 16,6 0-16,-1 0 0,-5 0 16,-8 0-16,-4 0 0,-3 1 15,-3 13 1,-5-1-16,-2 3 0,-8-3 0,-5 0 16,-4-1-16,4 6 15,1-3-15,-2-2 16,3 1-16,3-2 15,3-1-15,-2-4 16,4-1-16,11-2 0,4 0 16,8-3-16,-23-1 15,33 0-15,-33 0 0,42-1 16,9-11-16,-51 12 16,0 0-16,0 0 0</inkml:trace>
  <inkml:trace contextRef="#ctx0" brushRef="#br0" timeOffset="137822.854">22570 12241 0,'-10'0'0,"-6"0"15,6-4-15,-4 0 0,0-1 16,-7 10-16,0 3 16,-4 0-16,2 5 15,5 6-15,5 3 16,4-1-16,4-4 0,4-1 15,7 3-15,1-5 16,8-1-16,3-2 16,-1-7-16,4 2 0,0-6 15,-5-3-15,4-7 16,-2-4-16,-6 0 0,0-7 16,0 3-16,-4 0 0,-1 3 15,-5 1-15,4 6 16,-6 0-16,3 3 0,-6 5 15,0 2-15,3 5 16,0 4-16,3 4 16,3 6-16,1-1 0,3 4 15,1-3-15,1-2 16,3-1-16,-2-5 0,-1-5 16,4-5-16,-16-3 15,0 0-15,0 0 0</inkml:trace>
  <inkml:trace contextRef="#ctx0" brushRef="#br0" timeOffset="138041.702">22911 11941 0,'0'0'0,"0"0"0,6 0 0,3 0 0,9 10 0,6 11 0,-6 1 16,0 6-16,-8 3 0,-2 6 15,0 1-15,-8-38 16,2 44-16,-2-44 0,0 56 16,0-56-16,0 0 15,-13 69-15,13-69 16,0 0-16,0 0 0</inkml:trace>
  <inkml:trace contextRef="#ctx0" brushRef="#br0" timeOffset="138313.593">22870 12339 0,'0'2'16,"0"-2"-16,0-4 0,8-7 16,-1-3-16,12-1 15,0 1-15,6-3 0,-2 6 16,5-5-16,5-5 16,-33 21-16,0 0 15,59-35-15,-59 35 0,0 0 16,39-11-16,-39 11 0,0 0 15,37 5 1,-14 8-16,-1 9 0,-22-22 16,0 0-16,12 29 0,2 2 15,-9 0-15,0-6 16,-3-6 0,-2-19-16,0 0 0,0 0 0</inkml:trace>
  <inkml:trace contextRef="#ctx0" brushRef="#br0" timeOffset="138456.289">23266 12039 0,'7'-6'16,"-7"1"-16,5 3 16,3-6-16,7 2 0,8-1 15,-23 7-15,0 0 0,0 0 16</inkml:trace>
  <inkml:trace contextRef="#ctx0" brushRef="#br0" timeOffset="138740.185">23461 12141 0,'0'18'16,"0"7"-16,0 2 0,0-1 15,0 1-15,0 2 16,0-7-16,0-4 0,0 1 16,5-6-16,0-2 0,10-4 15,3-5-15,0 2 16,-3-8-16,5 0 0,2-9 15,-3 0-15,0-3 16,-7-5-16,2 0 16,-7 0-16,-4 2 0,-6 1 15,-6 1-15,-5 3 16,-6 2-16,0 3 16,-7 5-16,1 0 0,0 2 15,2 0-15,1 2 16,4 2-16,7-2 0,5-2 15,2-4-15,5 6 16,0 0-16,0 0 0</inkml:trace>
  <inkml:trace contextRef="#ctx0" brushRef="#br0" timeOffset="139056.248">23771 12052 0,'13'13'0,"-1"-3"15,7 5-15,-7 0 16,1 2-16,-3 2 0,-2 5 15,-3-2-15,-2 3 16,-3 2-16,0-4 0,-3-2 16,3-4-1,3-5-15,-1 0 0,2-8 0,5-4 16,2-2-16,0-6 16,3-2-16,1-1 15,6-3-15,1-5 0,2 2 16,-3 3-16,-3 2 15,-1 3-15,2 5 0,-19 4 16,20 3-16,-20-3 16,0 0-16,0 0 0,20 17 15,-20-17-15,0 0 16,15 29-16,-12 7 0,-3-36 16,0 0-1,0 0-15</inkml:trace>
  <inkml:trace contextRef="#ctx0" brushRef="#br0" timeOffset="148747.966">8100 14039 0,'-30'5'0,"-1"0"0,-1-2 0,-1 0 0,-5-3 0,-3-6 0,41 6 0,-51-3 0,51 3 0,-63 3 0,63-3 0,-83 0 0,83 0 0,-90 0 0,90 0 16,-114-3-16,-21-2 15,135 5-15,-135 0 16,6 0-16,19 0 15,12-2-15,13-3 0,2-2 16,12 3-16,0 0 16,-7-1-16,-2-1 0,1 1 15,-2-1-15,-5 2 16,-14-4-16,-4-3 0,6 1 16,11 3-16,5-1 15,14 2-15,68 6 0,-66-2 16,-4-3-16,70 5 15,-77-8-15,-7-6 0,84 14 16,0 0-16,0 0 16</inkml:trace>
  <inkml:trace contextRef="#ctx0" brushRef="#br0" timeOffset="151391.711">23484 14096 0,'-52'-5'0,"-1"-1"0,-2 6 0,55 0 0,-60-2 0,-10-1 0,-13-3 0,4 2 0,79 4 0,-93-4 0,-21 2 15,114 2-15,-127-7 0,-6-1 0,-6-2 0,6 5 0,14 2 0,15 0 0,1 2 0,3 1 0,-11 0 0,-9-4 0,-3 4 16,-3 0-16,-3 0 0,-3 4 16,1-4-16,-14 4 0,-3 1 0,7-2 15,-1 2-15,-2-8 0,2 1 31,-5 2-31,2 2 0,0 1 0,4-3 16,1-5 0,140 5-16,0 0 0,0 0 15</inkml:trace>
  <inkml:trace contextRef="#ctx0" brushRef="#br0" timeOffset="156539.332">10451 15210 0,'-40'-8'0,"-2"3"0,-7-3 0,4 5 0,-8-1 0,53 4 0,-62-5 0,-13-3 0,-7 2 0,82 6 0,-93-2 0,-15-5 0,-3 1 0,-2 1 0,14-2 0,1 0 0,-2-1 0,-3-1 16,103 9-16,-118-10 16,-15-3-16,-8 1 15,8-2-15,21 7 0,11-1 16,5 3-16,4-5 0,-2 2 16,-4 1-16,0 1 15,-2 2-15,4 0 16,7-1-16,-1 5 0,3 0 15,87 0-15,-86 3 16,7-6-16,25-3 0,22 2 16,15-5-16,17 9 15,-8-12-15,8 12 0,0 0 16,0 0-16</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09:43:33.093"/>
    </inkml:context>
    <inkml:brush xml:id="br0">
      <inkml:brushProperty name="width" value="0.05292" units="cm"/>
      <inkml:brushProperty name="height" value="0.05292" units="cm"/>
      <inkml:brushProperty name="color" value="#FF0000"/>
    </inkml:brush>
  </inkml:definitions>
  <inkml:trace contextRef="#ctx0" brushRef="#br0">18929 3077 0,'31'-18'0,"-3"0"0,2 0 0,8-6 0,13-4 0,9-2 0,-60 30 0,69-31 0,10-8 0,27-19 0,-106 58 0,0 0 0,0 0 0</inkml:trace>
  <inkml:trace contextRef="#ctx0" brushRef="#br0" timeOffset="1047.291">18640 11476 0,'-2'0'0,"-3"0"15,5 0-15,-3 0 16,3 0-16,0 0 0,0 0 16,0 0-16,0 0 15,0 0-15,0 0 16,3 5-16,2 3 0,0 2 16,1 0-16,1-1 0,5 1 15,2-5-15,3-2 16,7-9-16,4-4 15,6-11-15,9-7 16,-43 28-16,67-59 0,50-67 0,-117 126 16,0 0-16,0 0 0</inkml:trace>
  <inkml:trace contextRef="#ctx0" brushRef="#br0" timeOffset="65752.049">25784 1511 0,'0'0'0,"0"0"0,0 0 0,0 0 0,20-9 0,11-1 0,14-8 0,7-3 0,-2 0 0,-50 21 0,60-24 0,14-4 0,13-3 0,25-7 0,14-12 0,-126 50 0,0 0 15,0 0-15</inkml:trace>
  <inkml:trace contextRef="#ctx0" brushRef="#br0" timeOffset="75873.768">25677 5506 0,'29'-15'0,"-3"-6"0,-1-2 0,0 4 0,6-11 0,6-4 0,14-6 0,3-6 0,2 0 0,-2-4 0,-54 50 0,49-58 0,-49 58 0,0 0 0,0 0 0</inkml:trace>
  <inkml:trace contextRef="#ctx0" brushRef="#br0" timeOffset="82936.491">30473 2458 0,'42'-7'0,"3"-6"0,4-11 0,6-7 0,17-4 0,18-12 0,31-14 0,20-19 0,-141 80 0,0 0 0,0 0 0</inkml:trace>
  <inkml:trace contextRef="#ctx0" brushRef="#br0" timeOffset="128774.038">25744 9918 0,'13'13'0,"-1"-6"15,1 1-15,5-5 0,1-3 16,-1-3-16,4-5 0,5-2 16,4-6-16,7-2 0,0-5 15,6-8-15,6-2 16,12-3-16,3-2 15,-3-1-15,-62 39 0,0 0 16,0 0-16</inkml:trace>
  <inkml:trace contextRef="#ctx0" brushRef="#br0" timeOffset="143111.019">24474 15125 0,'10'29'0,"-1"-4"0,3-2 0,0-4 0,-5-10 0,2-2 0,-2-1 0,4-1 0,4 1 0,3-6 0,6-2 0,2-7 0,4-4 0,1-5 0,2-5 0,-33 23 0,36-31 0,-36 31 16,49-43-1,-49 43-15,53-54 0,-1 2 0,-1 4 16,-7 9-16,-6 8 16,-38 31-1,44-33-15,-44 33 0,0 0 0,0 0 16</inkml:trace>
  <inkml:trace contextRef="#ctx0" brushRef="#br0" timeOffset="176640.516">30671 12727 0,'0'0'0,"0"0"0,0 0 0,0 0 0,0 0 0,0 0 0,0 0 0,0 0 0,10 0 0,5 5 0,1-3 0,2 1 0,-1-6 0,9-3 0,1-3 0,4-4 0,-1-2 0,3 0 0,-33 15 0,39-21 0,-39 21 0,51-27 16,-51 27-16,55-32 0,-1 1 0,-3 2 15,-2 4-15,-49 25 16,45-26-16,-45 26 15,0 0-15,0 0 0,45-25 16,-45 25 0,0 0-16,0 0 0,43-28 0,-43 28 15,0 0 1,0 0-16,40-21 0,-40 21 0,0 0 16,0 0-1,34-18-15,-34 18 0,0 0 0,15-12 16,-15 12-1,0 0-15,0 0 0</inkml:trace>
  <inkml:trace contextRef="#ctx0" brushRef="#br0" timeOffset="177550.207">31101 14533 0,'0'0'0,"0"0"0,5 7 0,-4 2 0,5 0 0,-1-5 0,-5-1 0,4 0 0,-4-1 0,0 0 0,0 3 0,0 1 0,4 0 16,-1 1-16,4 6 0,1-2 16,4-2-16,1 3 15,-1-3 1,4-1-16,-3-5 0,4-2 0,4-2 15,2-2 1,2-1-16,-1-3 16,1-3-16,3-5 15,-28 15-15,27-15 0,-27 15 0,39-24 0,-39 24 16,50-28 0,-50 28-16,0 0 15,57-33-15,0 0 16,-6 3-16,-9 11 0,-7 1 15,-9 7-15,-26 11 0,0 0 16,0 0-16,24-13 16,-24 13-16,0 0 0,0 0 15</inkml:trace>
  <inkml:trace contextRef="#ctx0" brushRef="#br0" timeOffset="210788.742">25701 8172 0,'18'10'0,"0"5"0,-3-1 0,-2-3 0,-1-1 0,-2 1 0,3-3 0,2-3 0,1 0 0,-3-3 0,6-2 0,-4-4 0,8-4 0,0-2 0,3-6 0,-26 16 0,32-24 0,8-5 0,-40 29 0,54-40 0,2-4 0,2 2 16,-58 42-16,62-47 0,-62 47 15,0 0-15,61-49 0,-2 1 16,-4 2-16,-55 46 16,0 0-16,0 0 0</inkml:trace>
  <inkml:trace contextRef="#ctx0" brushRef="#br0" timeOffset="-208853.736">25646 11612 0,'0'0'0,"0"0"0,0 0 0,0 0 0,0 0 0,0 0 0,0 0 0,0 0 0,0 0 0,9 3 0,3 4 0,0 4 0,-1-1 0,0 0 31,-4-3-31,4-1 0,2-3 0,-1-6 0,7-3 16,-2-1-1,7-3-15,1 0 0,1-5 16,2-4-16,-28 19 16,36-23-1,-36 23-15,38-28 0,-38 28 0,54-39 0,-54 39 16,57-38-16,-4 0 15,-4 4-15,-11 6 16,-38 28-16,0 0 0,39-25 16,-39 25-1,0 0-15,0 0 0,42-27 0,-42 27 16,0 0 0,0 0-16,40-20 15,-40 20-15,0 0 0,0 0 16,39-18-16,-15 10 15,-24 8-15,0 0 0,0 0 16</inkml:trace>
  <inkml:trace contextRef="#ctx0" brushRef="#br0" timeOffset="47826.481">30834 12658 0,'-16'-6'0,"-2"1"0,6 5 16,3-3-16,-1 3 0,2 0 0,4 0 0,1 0 0,-4 0 0,5 0 0,2 0 0,0 8 0,0-1 0,0 2 0,0-5 0,0 2 0,2-1 0,3-3 16,1 2-16,5-4 15,3 2-15,0-2 0,7-2 16,5-4-16,6-5 15,2-3-15,8-5 0,6-9 16,-4 0-16,-44 28 16,47-33-16,-47 33 0,53-32 15,-53 32-15,64-39 16,-64 39-16,0 0 0,0 0 16</inkml:trace>
  <inkml:trace contextRef="#ctx0" brushRef="#br0" timeOffset="48916.49">31140 14544 0,'0'0'0,"0"0"0,-4 0 0,0 0 0,1 0 0,0 0 0,0 0 0,3 0 0,0 0 0,0 0 0,0 0 0,0 0 0,0 0 0,0 0 0,3 0 0,0 0 0,4-3 0,-5 6 16,-2 0-16,2 5 16,4-2-16,-3 3 15,2-2-15,1 2 0,-1-2 16,1 2-16,0-2 16,1 0-16,2 1 15,0 1-15,7-5 0,-2 0 16,2-1-16,-1 0 0,5-3 15,0 0-15,0-3 16,2-4-16,-4-1 16,7-1-16,-1-4 0,-24 13 15,28-18-15,-28 18 16,34-19-16,-34 19 0,41-23 16,-41 23-16,64-33 15,-64 33 1,68-42-16,-68 42 15,0 0-15,0 0 0,44-22 16,-13 6-16,-31 16 0,0 0 16,0 0-16</inkml:trace>
  <inkml:trace contextRef="#ctx0" brushRef="#br0" timeOffset="54837.264">25631 9961 0,'0'0'0,"9"0"0,0 0 0,15 0 0,4-5 0,5 2 0,-4-4 0,-2-1 0,-4-2 0,-5 2 0,1 0 0,-1 1 0,3-4 0,1-1 0,-22 12 0,0 0 0,25-19 16,-25 19-16,0 0 15,21-35-15,-21 35 16,0 0-16,0 0 0</inkml:trace>
  <inkml:trace contextRef="#ctx0" brushRef="#br0" timeOffset="55865.287">25571 11578 0,'7'3'0,"-2"3"0,-3-4 0,3 1 0,-5-1 0,2-2 0,-2 0 0,0 0 0,0 0 0,0 0 0,0 3 0,8 5 0,1 5 0,0 2 15,4 5-15,-2-1 0,-1-7 0,-2 0 0,-1-3 16,2-2-16,0 1 0,4 0 15,0-3 1,-2-2-16,5-3 16,-1-3-16,4-5 0,-1-2 15,1-4-15,1 2 0,3-4 16,-2 1-16,-21 15 16,28-15-16,-28 15 15,28-21-15,-28 21 0,0 0 0,37-25 16,-37 25-16,0 0 15,54-33-15,-54 33 0,48-34 16,-2 5-16,-8 9 16,-5 3-16,-10 6 0,-3-2 15,-11 1-15,1 2 16,-3-1 0,2-3-16,-9-1 15,0 15-15,0 0 0,0 0 16</inkml:trace>
  <inkml:trace contextRef="#ctx0" brushRef="#br0" timeOffset="57020.398">25627 8182 0,'0'0'0,"4"0"0,-2 0 0,11 0 0,-2 0 0,3 0 0,-8 0 0,-4 0 0,4 0 0,-1 0 0,6 0 0,2 0 0,-5 0 15,4 0-15,-4 6 0,2-1 16,1-1-16,-2 0 0,-1 2 16,-4 2-16,2-4 15,2-1-15,1 3 0,-1-4 16,4 0-16,1-2 15,-1 0-15,-1-2 16,0 2-16,4-2 0,-1-7 16,4 5-16,0-4 15,-18 8-15,21-12 0,-21 12 32,25-16-32,-25 16 0,32-23 15,-32 23-15,0 0 0,38-31 0,10-8 0,-5 2 31,-43 37-31,62-52 0,-20 22 0,-14 12 16,-2 1-16,-26 17 0,0 0 16,27-18-16,7-2 15,-3 0 1,-6 2-16,0 5 0,-6-1 0,-5 4 16,-4 0-16,-10 10 15,0 0 1,0 0-16,22-12 0,-22 12 0,0 0 0,0 0 15</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09:50:58.198"/>
    </inkml:context>
    <inkml:brush xml:id="br0">
      <inkml:brushProperty name="width" value="0.05292" units="cm"/>
      <inkml:brushProperty name="height" value="0.05292" units="cm"/>
      <inkml:brushProperty name="color" value="#FF0000"/>
    </inkml:brush>
  </inkml:definitions>
  <inkml:trace contextRef="#ctx0" brushRef="#br0">10417 1413 0,'24'0'0,"0"0"0,1 0 0,-2 0 0,3 0 0,-3-5 0,1 2 0,1-2 0,3 0 0,0 5 0,-28 0 0,0 0 0,44 0 0,-44 0 0,57 1 0,7 3 0,-7-4 16,-2 0-16,-55 0 0,61-4 0,10 4 0,-3 4 0,-68-4 0,75 2 0,2-2 0,-77 0 0,85-2 0,20-2 15,8 3-15,-3 2 0,-13 3 16,-12-2-16,2-2 16,7-2-16,0-2 0,3 4 15,6 0-15,2-1 0,0-2 16,4-1-1,0 4-15,9-3 0,3 3 0,5 0 16,2 0-16,7 3 16,7-3-16,12 1 0,0 6 15,0 5-15,-3-7 0,-1 1 16,-1-4-16,-8-2 16,-141 0-16,0 0 15,0 0-15</inkml:trace>
  <inkml:trace contextRef="#ctx0" brushRef="#br0" timeOffset="2010.046">9771 3667 0,'29'0'0,"-1"0"0,5 0 0,-2 0 0,4 0 0,2 0 0,2 0 0,-39 0 0,45 4 0,-45-4 0,52 5 0,-52-5 0,61 2 0,11-4 0,-72 2 0,78-5 16,-1-1-16,-77 6 15,84-2-15,24 2 16,3 0-16,-111 0 0,114 0 16,1 0-16,-115 0 15,122 0-15,-2 2 0,-120-2 16,132 2-16,-1 4 16,-6-1-16,-7-3 15,-9 2-15,5-2 0,-1-2 16,3 0-16,8 0 15,-2-2-15,4-6 0,-3-1 16,8 5-16,2 6 16,18 0-16,6 2 0,4-4 15,2 0-15,5-4 16,8 2-16,5 2 0,17 0 16,2-5-16,1-9 15,1 2-15,-202 12 0,0 0 16,0 0-16</inkml:trace>
  <inkml:trace contextRef="#ctx0" brushRef="#br0" timeOffset="29790.78">9892 5784 0,'59'-6'0,"3"1"0,4 5 0,6-2 0,-72 2 0,87 0 0,23 0 0,-110 0 0,124 2 0,-6 0 0,5 7 0,-8 3 0,-7-2 0,6 6 0,-4-3 0,5 2 15,5-5-15,6 1 0,5-1 16,8 0-16,15 1 16,13 2-16,10 2 0,3-2 15,0-3-15,7-3 16,24 0-16,17-1 0,8-6 15,2 3-15,-9-1 16,-229-2-16,0 0 0,0 0 16</inkml:trace>
  <inkml:trace contextRef="#ctx0" brushRef="#br0" timeOffset="40923.351">20173 5686 0,'-32'-5'0,"-1"2"0,-5-5 0,-3 3 0,5 1 0,-2 3 0,-1-3 0,39 4 0,0 0 0,-54-6 0,54 6 0,-71-5 0,-10 2 16,81 3-16,-82 0 15,82 0-15,-76 3 0,1-3 16,75 0-16,-79 3 0,2 5 16,77-8-16,-85 5 15,-12 4-15,97-9 16,-103 11-16,18 4 0,85-15 15,-84 15-15,7 2 16,77-17-16,-67 13 0,12 0 16,55-13-16,-63 19 0,4-1 15,59-18-15,0 0 16,-65 24 0,65-24-16,-64 27 0,3-2 0,4 5 15,57-30-15,-46 25 16,46-25-1,-41 29-15,5 1 0,36-30 16,0 0-16,-33 28 0,33-28 0,0 0 16,0 0-16,-28 36 15,28-36-15,0 0 0,0 0 16,-21 44-16,21-44 0,0 0 31,0 0-31,-8 52 0,16-2 16,5-3-16,2-9 0,-15-38 0,0 0 15,19 28-15,4-1 16,2-4-16,-25-23 0,31 21 31,0-2-31,-31-19 0,43 17 0,7 8 16,3-4-16,-53-21 0,0 0 0,56 16 31,-56-16-31,0 0 16,70 19-16,-70-19 0,84 18 0,-84-18 15,114 21-15,-114-21 16,127 18-16,-127-18 16,124 18-16,-20-4 0,-104-14 15,93 9-15,-8-2 16,-2-4-16,-24 0 16,-59-3-16,58 2 0,-58-2 0,73 2 15,6-2 1,0-2-16,-6 4 15,-4-2-15,-69 0 0,71 3 16,-71-3-16,83-3 16,-83 3-16,92-4 0,-92 4 15,118-3-15,7 3 0,-24-6 16,-23 2-16,-23-2 16,-6-1-16,-49 7 0,48-6 15,7 2-15,-55 4 16,64-10-16,2 2 15,-5-7-15,-1 4 0,-11 1 16,-49 10-16,0 0 0,54-13 16,-54 13-16,0 0 15,61-19-15,-61 19 0,65-21 16,-65 21-16,0 0 16,59-29-16,-9 1 15,-8 0-15,-11 1 0,-8 7 16,-8 3-16,-3 0 0,-12 17 15,0 0-15,0 0 16,14-21-16,-9-4 0,-5 25 16,0 0-16,0-31 15,-12 3-15,-2 0 16,2 3-16,12 25 0,0 0 16,-18-27-16,18 27 0,-24-33 15,-6 2 1,0 1-16,30 30 0,-32-26 15,32 26-15,-36-32 0,-12-1 16,-3 6-16,5 3 16,46 24-16,-47-20 0,47 20 15,-54-23-15,54 23 16,-65-27-16,-1 5 0,-4-2 16,6 8-16,1-3 15,-8 6-15,0 2 0,-3 7 16,-3-2-16,-4 4 0,3 0 15,78 2-15,0 0 16,0 0-16</inkml:trace>
  <inkml:trace contextRef="#ctx0" brushRef="#br0" timeOffset="89852.258">23108 18383 0,'-54'-4'0,"-1"1"0,-11-3 0,66 6 0,-81-8 0,-17 1 0,-34-6 0,1 4 0,-6-5 0,-11-4 0,-4-2 0,8 9 0,144 11 0,0 0 0,0 0 0</inkml:trace>
  <inkml:trace contextRef="#ctx0" brushRef="#br0" timeOffset="91784.051">22563 9488 0,'17'16'0,"-1"-6"15,-4-4-15,4-1 16,-1-2-16,3-3 16,5-4-16,0-8 0,5-4 0,3-4 15,2-6-15,-33 26 0,42-34 16,-42 34-16,56-51 16,7-4-16,-63 55 0,0 0 15,91-81-15,-32 33 16,25-29-16,-84 77 15,0 0-15,0 0 0</inkml:trace>
  <inkml:trace contextRef="#ctx0" brushRef="#br0" timeOffset="92650.947">25985 9240 0,'0'2'0,"0"3"0,0-1 0,0 5 0,0-4 0,0 1 0,0-3 0,0-3 15,0 4 1,0 6-16,0 3 0,0 6 0,8-5 15,-1-1-15,8-3 16,-5-2-16,2 1 0,1-2 16,0-2-1,-4-3-15,2-2 16,2 0-16,0-2 0,2 0 16,1-4-16,1 2 15,1-10-15,2-4 16,2 2-16,0 0 15,2-6-15,-24 22 0,28-20 16,-28 20-16,0 0 16,34-28-16,-34 28 0,0 0 15,0 0-15,47-36 16,-47 36-16,0 0 0,0 0 16,58-30-16,-9 0 15,-9 12-15,-7 4 0,-13 3 16,-20 11-16,0 0 15,0 0-15</inkml:trace>
  <inkml:trace contextRef="#ctx0" brushRef="#br0" timeOffset="102339.063">22601 9550 0,'31'-6'0,"2"5"0,0-14 0,3-6 0,-2-5 0,-1 5 0,7-4 0,14-9 0,-3-2 0,2-5 0,-53 41 0,0 0 0,97-74 0,21 12 0,-118 62 0,0 0 0,0 0 0</inkml:trace>
  <inkml:trace contextRef="#ctx0" brushRef="#br0" timeOffset="103017.975">25749 9251 0,'0'0'0,"0"0"0,4 0 0,2 0 0,4 0 0,1 6 0,-1 2 0,4 1 0,3-2 0,4-5 0,2 3 16,1-5-16,-2 4 0,3-4 15,-1 0-15,4 0 31,4 0-31,1-6 0,-33 6 16,30-8-16,-30 8 0,38-13 0,-38 13 0,40-18 16,16-9-16,-5-1 15,-6 1-15,-5 4 16,-7 0-16,-33 23 0,0 0 16,31-20-16,4-1 15,-35 21-15,0 0 0,0 0 16</inkml:trace>
  <inkml:trace contextRef="#ctx0" brushRef="#br0" timeOffset="108850.898">22416 11078 0,'5'18'0,"-2"0"0,2 5 0,-8 2 0,1-1 0,-1-1 0,1-2 0,2 5 0,0-1 0,0 3 0,2-5 0,-2-23 0,0 28 0,0-28 0,0 33 0,0-33 15,-2 44-15,2-44 16,2 68 0,-2-2-16,0-66 0,3 70 0,-3-70 15,0 71 1,2 4-16,-2-75 0,0 77 16,3 0-16,-3-77 0,4 81 15,-4 0-15,0-81 16,4 87-1,-4-87-15,2 115 16,-2-115-16,5 136 0,-5-136 16,5 150-16,3-13 15,-1-20-15,-7-30 16,0-87-16,6 84 0,-6-84 16,3 92-16,-1 4 15,-2 2-15,1-11 16,-1-87-16,0 88 0,0 4 15,0 0-15,0-92 16,0 100-16,0-100 0,0 111 16,0 12-16,4-8 15,1-17-15,0-17 0,-4-15 16,-1-66-16,-1 67 16,1 13-16,0-80 15,0 94-15,5 22 0,-5-116 16,0 134-16,3-15 15,0-7-15,-3-112 16,0 105-16,0-8 0,0-97 16,0 101-16,5-4 0,-5-97 15,0 103-15,1-9 16,-1 0-16,0-18 0,4-12 16,-2-7-16,-2-57 15,5 64-15,-1 3 16,-4-67-16,12 75 0,-5-3 15,-7-72-15,12 73 0,0-1 16,-12-72-16,8 72 16,-8-72-16,7 69 15,-7-69-15,0 0 0,5 75 16,-5-75-16,6 80 16,-6-80-16,5 71 0,3-3 15,-8-68 1,0 0-16,0 0 0,4 58 0,4-6 15,-2-11-15,-4-13 0,-2-28 16,0 0 0,3 12-16,-3-12 0,5 4 15,-5-4-15,5-26 16,-5 26-16,0 0 0,0 0 0</inkml:trace>
  <inkml:trace contextRef="#ctx0" brushRef="#br0" timeOffset="110703.255">22340 11125 0,'0'0'0,"0"0"0,0 0 0,0 0 16,0 0-16,0 0 0,0 0 0,14 0 0,8 0 0,5 0 0,-1 0 0,-1 0 15,-3 0-15,3 0 0,-4 0 16,3 0-16,0 0 16,0 1-16,-2 5 0,-1-1 15,-21-5-15,22 0 16,-22 0-16,0 0 0,34-3 15,-34 3-15,0 0 16,0 0-16,42-2 0,-42 2 16,0 0-16,63-6 15,-1-2-15,-9-4 0,-12 2 16,-14 0-16,-7 5 16,-5-3-16,-1 3 0,-7 2 15,0-2 1,-2 2-16,-1 0 0,-3 2 0,3 1 15,-2 0-15,-2 0 16,0 1-16,-2 2 16,2 2-16,-4 4 0,3-2 15,-5 4-15,-3-2 16,9-9-16,0 0 0,-6 16 16,-2 4-16,3 3 15,-3 1-15,3-2 0,0 5 16,0-1-1,1 2-15,0 0 0,2 3 16,-1 2-16,3-33 16,0 0-16,-2 42 0,2-42 0,0 0 15,0 53 1,2 27-16,-2-3 0,0-77 0,3 77 16,-3-1-16,0 2 15,0-78-15,2 78 16,3-3-16,-5-75 15,3 88-15,-3-88 0,5 118 0,-2 19 16,-3-137-16,4 143 16,10-17-16,-1-16 15,-1-16 1,-12-10-16,2-20 0,-2-6 0,5 8 16,-5 2-16,6 4 15,-1 6 1,5 1-16,-3-2 0,-4 4 0,0 3 15,0-5 1,-1 0-16,3 4 0,-2-4 16,-1 6-16,-2 15 0,3 2 15,-1-7-15,-2-2 16,-2-3-16,2-90 16,-3 96-16,-2 2 0,0 9 15,5-17-15,0-3 16,3-7-16,-3-80 0,0 74 15,2 0 1,1 8-16,-3-82 0,5 87 0,0 19 16,3 1-16,1-17 0,2-12 15,-11-78-15,4 67 32,-4-67-32,7 69 0,-7-69 15,2 82-15,-2-82 16,3 92-16,-3-92 0,0 114 15,-3-2-15,3-112 16,0 98-16,5-20 16,-5-22-16,0-56 0,-2 48 15,2-48-15,-5 54 16,5-54-16,-9 59 16,4-6-16,3 0 0,-2-12 15,4-10-15,0-6 16,0-25-16,0 0 0,-2 29 15,0 0-15,2-29 16,-2 32-16,0-4 0,2-28 16,0 0-16,0 0 15,0 25-15,-3-1 0,3-24 16,0 0-16,0 0 16,-2 26-16,-1-5 15,3 0-15,-3-6 0,3-3 16,0-2-16,0-2 15,0-2-15,0 0 0,0-5 16,-3 2-16,1-3 0,-3 0 16,0 3-16,5-3 15,0 0-15,0 0 0,-8 0 16,8 0 0,-8 0-16,8 0 0,0 0 0,0 0 15,-15-6-15,15 6 16,-27-7-16,-10 1 0,-13-2 15,-8 0-15,-10 1 16,0 0 0,-9-8-16,-2-9 0,79 24 0,0 0 15,0 0-15</inkml:trace>
  <inkml:trace contextRef="#ctx0" brushRef="#br0" timeOffset="119700.959">22234 10819 0,'0'0'0,"0"0"0</inkml:trace>
  <inkml:trace contextRef="#ctx0" brushRef="#br0" timeOffset="121674.027">19943 11082 0,'17'7'0,"14"-3"16,4-1-16,-2-1 16,0 1-16,-2 2 0,4 3 15,-2-4-15,-33-4 0,36 1 16,-36-1-16,43 3 16,-43-3-16,62-3 0,10 3 15,-72 0-15,81-1 16,5 1-16,-86 0 0,115 0 15,9-6-15,-10 0 16,-114 6-16,106-5 16,-106 5-16,96 0 0,5 0 15,-101 0-15,101 0 16,-101 0-16,95-3 0,-9-2 16,-10 2-16,-76 3 0,51 0 15,-5 0-15,-46 0 16,0 0-16,0 0 0,51 0 15,-51 0 1,46-1-16,-46 1 0,0 0 0,0 0 16</inkml:trace>
  <inkml:trace contextRef="#ctx0" brushRef="#br0" timeOffset="122259.272">21800 10919 0,'5'0'0,"-1"0"0,2 0 0,0 0 0,4 0 15,2 0-15,9 0 0,0 5 0,-1 1 0,0-3 16,4 4-16,2 4 31,-6-4-31,6 0 0,-3 0 16,0 3-16,-1-2 0,-22-8 15,23 9-15,-23-9 0,0 0 0,31 10 16,-31-10-16,0 0 16,44 13-16,-44-13 15,54 15-15,-5 1 0,-11-4 16,-12-2-16,-9-3 15,0 0-15,-17-7 0,0 0 16,0 0-16,2 7 0,-2-7 31,-12 7-31,12-7 0,-34 15 16,-12 1-16,-21 6 16,-1-3-16,-8-1 0,0 3 15,76-21-15,0 0 16,0 0-16</inkml:trace>
  <inkml:trace contextRef="#ctx0" brushRef="#br0" timeOffset="123977.454">23035 11739 0,'0'0'0,"0"0"0,0 0 0,0 0 0,0 0 0,0 0 0,12-6 0,9 4 0,-1-1 0,-2 0 0,-2 0 0,1 3 0,1-2 0,-1 0 15,3-1-15,-2 3 0,4 0 0,1 0 16,6 0-16,-5 0 15,-24 0-15,31 3 0,-31-3 16,0 0 0,43 2-16,-43-2 0,56 2 0,15 1 15,-3-3-15,-4 0 16,-64 0-16,63 0 0,6-3 31,-69 3-31,79 0 0,-1 0 0,-78 0 0,83 0 16,0 0-1,24 0-15,-5 0 0,-102 0 0,111-2 16,-5 0-16,-106 2 16,115 0-16,-115 0 0,120-6 15,1 1-15,-121 5 16,121 0-16,-14 0 0,-12 0 16,-95 0-1,89 0-15,1 0 0,-90 0 0,95 2 16,-10 4-16,-85-6 15,90 5-15,-90-5 16,0 0-16,82 0 0,-82 0 16,70-5-16,-9-5 15,-7-1 1,-9-2-16,-45 13 0,0 0 16,0 0-16</inkml:trace>
  <inkml:trace contextRef="#ctx0" brushRef="#br0" timeOffset="124413.651">25780 11412 0,'0'0'0,"7"2"0,2 6 0,2 6 0,-7-7 0,4 0 0,0 1 0,-4 3 16,2 1-16,-3 6 15,-3 3-15,0-1 0,-3 4 16,-3-1-1,4-3-15,0 4 0,2-2 0,2 4 16,0-4-16,-2 2 16,0-24-16,0 0 15,0 0-15,-4 24 0,4-24 16,0 0-16,0 0 16,-6 30-16,6-30 0,0 0 15,0 0-15,-2 29 16,-4-17-16,6-12 0,0 0 15,0 0-15</inkml:trace>
  <inkml:trace contextRef="#ctx0" brushRef="#br0" timeOffset="124831.919">25831 11489 0,'6'-5'0,"-6"-1"0,3 4 16,-1 2-16,6-3 15,5 3-15,4 0 0,8 0 16,-1 0-16,-2 0 16,5 5-16,1 1 15,0-1-15,1 5 0,-5 3 16,3 0-16,4 5 16,-31-18-16,0 0 0,0 0 15,45 21-15,-45-21 16,0 0-16,60 20 15,-1 1-15,-9-8 0,-11 0 16,-16-5 0,-8-4-16,-3 2 0,-4-4 0,-8-2 15,0 0-15,2 6 0,-2-6 16,0 0-16,-10 7 16,10-7-16,-27 14 0,27-14 31,-38 14-31,-8 3 15,-8 2-15,4-4 0,0 1 0,1-3 0,2-1 16,5 0-16,0 1 0,9-4 16,33-9-1,0 0-15,0 0 0</inkml:trace>
  <inkml:trace contextRef="#ctx0" brushRef="#br0" timeOffset="127252.783">22360 11309 0,'7'37'0,"-3"-2"0,6 4 0,-6 3 0,4-3 0,-8-39 0,5 50 0,-5-50 0,5 58 0,-5-58 0,3 80 0,0-2 16,-3-78-16,0 79 15,2 0-15,-2-79 0,3 93 16,-6 15-16,-2 10 16,-1-13-16,1-15 0,5-5 15,-2-1-15,2-1 16,-8-9-16,6-2 15,2-72-15,-2 85 0,2 30 16,-5 22-16,-1-13 16,1-3-16,0-9 15,7-7-15,-2-11 0,5-3 16,-2 7-16,-2-1 16,-1 3-16,0-2 15,-1 2-15,-2 0 0,-2 2 0,3-2 16,-4 0-1,-2 4-15,2-2 16,4-2-16,-3 0 0,3-1 16,-4-5-16,4 1 0,-5 0 15,-2-2-15,0-1 16,1 1-16,8-1 0,3 1 16,-3 1-16,0-94 0,-8 100 15,2 0-15,1 3 16,3-8-16,2-5 0,0-90 15,2 93-15,3-1 0,-5-92 16,9 100 0,1-11-16,-10-89 0,9 85 0,-9-85 31,0 0-31,0 0 0,14 72 0,1-18 0,-15-54 16,0 0-16,0 0 15</inkml:trace>
  <inkml:trace contextRef="#ctx0" brushRef="#br0" timeOffset="129017.87">22355 11212 0,'0'0'0,"0"0"0,0 0 0,0 0 0,16 0 0,13 0 0,10 0 0,-8 0 0,-3 0 0,-6 0 0,2 0 0,-3 0 0,5 0 0,-1 0 16,6-5-16,2 1 0,-33 4 0,0 0 15,0 0-15,39-4 16,-39 4-16,0 0 15,40-6-15,-40 6 0,0 0 16,0 0-16,48-4 16,-48 4-16,0 0 15,0 0-15,48-11 0,-8 1 16,-12-1-16,-7 7 16,-3-2-16,-4 2 0,-4 1 0,-3 0 15,-1 3-15,-1-3 16,-5 3-16,0 0 0,0 0 15,2 3-15,-2-3 16,0 0 0,0 0-16,0 8 0,0-8 0,0 0 15,0 0-15,-2 23 16,2-23 0,0 0-16,-8 35 0,8-35 15,-8 44-15,1 18 0,-1-3 16,6-5-16,-1 0 15,3-54-15,0 60 16,0-60-16,0 65 16,0 7-16,5 4 0,-5-76 15,0 73-15,-2 6 0,-1 7 16,3-86-16,-3 107 16,3 7-16,-3 10 15,3-124-15,0 115 16,0-4-16,6-4 0,-1-8 15,5-7-15,0-3 16,3 0-16,0-1 0,-5 2 16,-3 0-16,-7-1 15,2 4-15,2-2 0,1 6 16,-1 0-16,3 4 16,0-1-16,6 0 15,-4 2-15,1-2 16,-1-2-16,-2-3 0,-2 1 15,0 1-15,-6 0 16,3 2-16,-3-5 0,9-1 16,-4 2-16,-2-2 15,0-4-15,-5-2 0,5 5 16,-6-2-16,6 0 16,0-90-16,-2 96 0,-3 0 15,5-96-15,-7 108 16,2-2-16,5-6 0,0-12 15,2-14-15,-2-74 16,3 63-16,-2 2 16,5 5-16,-3-7 0,-1-1 15,-2-62-15,0 62 16,0 0-16,-2-6 0,2-56 16,0 51-1,0-51-15,-3 52 0,3-4 16,0-48-16,0 0 15,0 0-15,0 46 16,0-46-16,0 0 0,0 0 0,0 45 16,0-45-1,0 0-15,-2 40 0,-3-11 16,0-12-16,5-17 0,-3 14 16,3-14-16,0 0 15,0 0-15,-7 10 0,-8-5 16,-1-2-16,16-3 0,0 0 15,-23 0-15,23 0 0,-34-3 16,34 3-16,-44-5 16,44 5-16,-59-10 15,59 10-15,-69-14 0,69 14 16,-77-12-16,77 12 16,-79-13-16,79 13 0,-84-16 15,7-7-15,77 23 0,0 0 16,0 0-16</inkml:trace>
  <inkml:trace contextRef="#ctx0" brushRef="#br0" timeOffset="150419.487">7562 8825 0,'56'-4'0,"-1"1"0,-55 3 0,65-5 0,-65 5 0,81-5 0,16 5 0,-97 0 0,122-2 0,-11 2 0,-111 0 0,118-5 0,1 0 0,2-3 0,-13 2 0,-12 4 31,5-2-31,-2 3 0,-3-5 16,4 5-16,5-2 16,9 0-16,8 6 0,-4 0 15,-3 1-15,1-1 0,2-3 0,3 1 32,3-1-32,-3 4 0,1-4 0,3 0 15,1 0 1,4 0-16,7-4 0,9 3 15,1-2-15,-1 0 16,-5 3-16,6 0 16,-2 0-16,7 0 0,-5-4 15,-1 1-15,-1 1 16,5-4-16,-1 3 0,-3 1 16,0 2-16,3-3 15,-2-1-15,-4 0 16,0 4-16,2 0 0,4 0 15,-7-2-15,1 2 16,-7 0-16,2 0 0,-5-3 16,4 1-16,-9-4 15,-10-3-15,-1 1 0,6 1 16,-2 1-16,-5 2 16,-8-2-16,-6-3 0,-6 2 15,-2 0-15,-4 2 16,-5-1-16,-6 1 0,-9-3 15,-70 8-15,0 0 16,0 0-16</inkml:trace>
  <inkml:trace contextRef="#ctx0" brushRef="#br0" timeOffset="159368.743">26542 11839 0,'0'30'0,"2"-2"0,-4-3 0,0 6 0,-3 3 0,-4 0 0,-4 2 0,13-36 0,-11 46 0,11-46 0,-16 63 0,4 4 0,-4-4 0,16-63 0,-12 69 16,-4 5 0,6 5-16,-3-1 0,9-2 0,4-76 15,-7 92-15,7-92 0,-8 122 16,8-122 0,-14 161-16,12 11 0,4-14 15,10-33-15,-2-25 0,-3-5 16,-5-5-16,0 3 15,6 4-15,-3 3 16,2 0 0,-2 0-16,-1 0 0,6 0 0,0 6 15,1 0 1,1-2-16,-8 0 0,4-8 0,-4 4 31,3 0-31,-7 4 0,5 1 16,-3-5-16,2 0 15,7 0-15,0 0 0,-4-1 16,-5-2-16,-2-2 0,3-1 0,-3-94 16,0 105-1,0-105-15,-3 107 0,3-107 16,6 112 0,10-9-16,5-30 0,-21-73 15,0 0-15,0 0 16</inkml:trace>
  <inkml:trace contextRef="#ctx0" brushRef="#br0" timeOffset="160913.748">26599 11801 0,'0'0'0,"0"0"0,0 0 16,0 0-16,0 0 0,0 0 0,6-5 0,5 3 0,7-3 0,7 0 15,-4 5-15,1-3 0,-4 6 0,-1 0 16,1 2-16,2-1 0,9 5 16,-4-2-16,-1-1 15,-5-2 1,2 5-16,-21-9 0,0 0 0,0 0 15,28 5-15,-28-5 0,0 0 16,0 0-16,39 5 16,-39-5-16,0 0 15,0 0 1,44 5-16,-44-5 0,0 0 0,0 0 0,54 7 16,-54-7-16,0 0 15,0 0-15,46 11 16,-46-11-16,36 17 0,-15 3 15,-5 1-15,-1 3 16,-6-1-16,1 2 16,-1 3-1,-2 2-15,-7-30 0,9 35 16,-9-35-16,8 46 0,-8-46 0,7 64 16,-3 5-16,-4-69 0,6 78 15,-6-78-15,3 80 16,-1 7-16,-2-87 15,0 116-15,-5 7 0,5-8 16,3-19-16,-1-12 16,-2-10-16,0-74 0,-2 72 15,2-72-15,-3 83 16,1 17-16,2 17 0,0 7 16,0-24-16,0-13 15,-4 4 1,3-7-16,1 1 0,7-1 0,2 1 15,-4 0-15,-3-3 16,3-15-16,-5-67 0,4 75 16,9 12-16,-13-87 15,14 119-15,0 7 16,-5-9-16,-2-22 0,-3-16 16,2-19-16,-3-4 0,-1-2 15,-2 2-15,0 1 16,-2-4-16,4 7 15,0-7-15,0 1 0,7-2 16,-9-52-16,3 57 16,-3-57-16,1 61 0,-2 4 31,1-65-31,0 0 16,0 68-16,-3 0 15,3-68-15,0 0 0,-4 71 16,4-71-16,0 0 15,-9 72-15,2-2 0,7-70 16,-8 61-16,8-61 16,0 0-16,-5 57 0,5-57 15,0 0-15,0 0 16,-9 56-16,9-56 0,0 0 16,0 0-16,-9 49 15,9-49-15,0 0 16,-15 44-16,-4-7 0,8-16 15,11-21-15,0 0 16,0 0-16,-16 17 16,16-17-16,0 0 0,-23 14 15,23-14-15,-32 11 16,-7-6-16,39-5 16,-42-4-16,-12 0 0,2-8 15,52 12-15,-49-14 16,49 14-16,-53-22 15,0-1-15,3 0 0,50 23 16,0 0-16,0 0 0</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09:53:58.634"/>
    </inkml:context>
    <inkml:brush xml:id="br0">
      <inkml:brushProperty name="width" value="0.05292" units="cm"/>
      <inkml:brushProperty name="height" value="0.05292" units="cm"/>
      <inkml:brushProperty name="color" value="#FF0000"/>
    </inkml:brush>
  </inkml:definitions>
  <inkml:trace contextRef="#ctx0" brushRef="#br0">13798 11678 0,'7'1'0,"9"12"0,4 4 0,-4-1 0,-6-2 0,-5-7 0,4 0 0,2 2 0,-3-2 0,6-3 0,1-4 0,0-1 0,3-2 0,3 1 0,4-6 0,1-2 0,3 0 0,-29 10 15,0 0-15,33-17 16,-33 17-16,0 0 16,0 0-16,43-17 15,-43 17-15,0 0 0,0 0 16,54-26-16,-54 26 16,0 0-16,0 0 0,52-28 15,-52 28-15,0 0 16,0 0-16,44-20 15,-44 20-15,35-16 16,-35 16-16,0 0 0,0 0 0</inkml:trace>
  <inkml:trace contextRef="#ctx0" brushRef="#br0" timeOffset="1012.936">14383 15727 0,'0'0'0,"0"0"0,0 0 0,0 0 0,0 0 0,0 0 0,0 0 0,0 0 0,0 0 0,0 0 0,0 0 0,0 0 0,0 0 0,0 0 16,0 0-16,0 0 15,0 0-15,-3 0 0,1 2 16,0 3-16,-1 5 16,1 2-16,-1 1 0,3 2 15,0-1-15,3-1 16,-1-6-16,1 2 0,-1-5 15,5-1-15,1-1 16,5-2-16,2-5 0,3 1 16,4-5-16,3-1 15,0-3-15,4-2 16,-4-3-16,3-3 0,-2-2 16,0 3-16,0-1 15,-26 21-15,0 0 0,25-21 16,-25 21-16,0 0 15,0 0-15,26-20 0,-26 20 16,0 0-16,0 0 16,31-18-16,-31 18 0,34-16 15,-34 16-15,0 0 16,0 0-16</inkml:trace>
  <inkml:trace contextRef="#ctx0" brushRef="#br0" timeOffset="2632.179">22560 15680 0,'20'-6'0,"1"-3"0,-10 0 0,1 5 0,-2 0 0,-2 4 0,-1 4 0,1 3 0,-3 7 0,0 0 0,-2 0 0,-3 1 0,2 3 16,3-4-16,1 1 0,1-3 0,-2-3 0,3 2 0,3-4 15,-1-1-15,-3-2 0,3 0 16,3 1-16,-3-5 16,5 0-16,-3 0 15,6-3-15,-2 1 0,-16 2 16,25-8-16,-25 8 0,0 0 16,28-17-16,-28 17 15,33-18-15,-33 18 0,0 0 16,43-26-16,9-9 15,-5 6-15,-7 0 0,-5 8 16,-6 6-16,-29 15 16,0 0-16,0 0 0,29-16 15,-29 16-15,0 0 16,0 0-16,33-13 16,-33 13-16,0 0 0,0 0 15,34-12-15,-34 12 0,0 0 16,0 0-16,30-11 15,-30 11-15,0 0 0,0 0 16,10-7 0,-10 7-16,0 0 15,0 0-15</inkml:trace>
  <inkml:trace contextRef="#ctx0" brushRef="#br0" timeOffset="26461.227">13833 13595 0,'0'0'0,"0"0"0,0 0 0,0 0 0,0 0 0,0 0 0,0 0 0,0 0 0,0 0 0,0 0 0,11 0 0,5 0 0,10 0 0,-3 2 0,-3-2 0,5 3 0,4-3 0,-4 0 0,3-3 0,-1 3 0,1-2 0,0 4 0,-28-2 0,0 0 16,34 0-16,-34 0 0,0 0 15,0 0-15,38 0 0,-38 0 0,0 0 16,0 0-1,45 0-15,-45 0 0,0 0 16,0 0-16,55 0 0,-55 0 0,0 0 16,0 0-1,43 0-15,-43 0 0,0 0 0,0 0 16,26 3-16,-26-3 0,0 0 16,0 0-1,5-10 1,-5 10-16,0 0 0,0 0 15</inkml:trace>
  <inkml:trace contextRef="#ctx0" brushRef="#br0" timeOffset="29975.14">18356 14358 0,'-33'1'0,"-1"2"0,1 0 0,-3 2 0,0 2 0,-5-4 0,41-3 0,-52 0 0,52 0 0,-62-3 0,-4-4 0,-6 2 0,72 5 16,-74-6-16,74 6 0,-84-7 0,84 7 0,-129-8 0,129 8 0,-165-13 0,165 13 0,-182-17 16,-1 0-16,36 5 0,33 4 0,17 1 0,9-1 0,6 3 0,10 5 0,1 2 0,-8 1 15,-7 1-15,86-4 16,-114 4-16,114-4 15,-147 4-15,-10 2 16,3-1-16,39-1 0,115-4 16,-105 7-16,105-7 15,-106 6-15,-1-5 0,4-2 16,103 1-16,-96-6 16,9 0-16,87 6 0,-93-5 15,93 5-15,-91-8 16,5-3-16,12-2 0,20-1 15,54 14-15,0 0 0,0 0 16</inkml:trace>
  <inkml:trace contextRef="#ctx0" brushRef="#br0" timeOffset="40115.272">15176 17390 0,'0'0'0,"0"0"0,0 0 0,0 0 0,0 0 0,0 0 0,0 0 0,0 0 0,0 0 0,0 0 0,0 0 0,0 0 0,0 2 0,0 8 16,0 1-16,3-1 0,-1-3 0,3-1 0,5-1 16,1-3-16,1-2 0,2 4 15,0-8-15,2 2 0,3-2 16,2-3-16,2 0 16,-1-5-16,3-5 15,-4 2-15,2 3 0,0-4 16,-3 1-16,2 2 15,-22 13-15,0 0 0,20-15 16,-20 15-16,0 0 0,0 0 16,23-18-16,-23 18 15,0 0-15,0 0 0,28-22 16,-28 22-16,0 0 16,0 0-16,24-17 0,-24 17 15,0 0-15,0 0 16,17-12-16,-17 12 15,0 0-15,0 0 0,2-13 16,-2 13-16,0 0 0,0 0 16</inkml:trace>
  <inkml:trace contextRef="#ctx0" brushRef="#br0" timeOffset="41018.52">15094 17911 0,'0'0'0,"-5"0"16,0 0-16,3 0 0,-1 6 0,1 0 0,2-2 0,0 0 0,0 4 0,0-2 0,0-4 0,0 0 16,0 3-16,0 3 0,0-3 15,0 3-15,-4 0 16,2 0-16,0-4 0,-1-1 15,6-3-15,-1 3 0,4 0 16,1-1-16,-2 5 16,3-1-16,0-1 15,0-2-15,1 0 16,1-2-16,4-1 0,0 0 16,5 0-16,1-1 15,0-2-15,1 0 0,0-2 16,2-2-1,-2-1-15,0 2 0,-4-1 16,4-3-16,-4-1 0,1-3 16,-5 5-16,0-1 15,-3 3-15,1 1 0,-1 0 16,-1 1-16,0 3 0,-1 0 16,-3 2-16,-2-3 15,-1 3-15,1-2 0,-3 2 16,0 0-16,0 0 0,2 2 15,-2 1 1,0 1-16,-2 1 0,-1 4 0,-2-5 16,0-4-16,5 0 15,0 0 1,0 0-16</inkml:trace>
  <inkml:trace contextRef="#ctx0" brushRef="#br0" timeOffset="57376.528">7693 10768 0,'41'0'0,"6"0"0,-7-6 0,3 3 0,-43 3 0,52-5 0,-52 5 0,0 0 0,75-4 0,11 4 0,12-5 0,-98 5 0,88-6 0,-88 6 0,93-5 0,-93 5 16,105-4-16,-4 4 0,-1-6 16,-14 0-16,-4 5 15,-16-3-15,-66 4 0,71-2 16,12-1-16,-83 3 15,97-2-15,-97 2 0,132-5 16,20 3-16,-17-4 16,-20 3-16,-115 3 15,108 0-15,-3 0 0,-2 0 16,-5 0-16,-6-3 16,-2-2-16,2 5 0,2 0 15,2 5-15,-1-2 16,-3 0-16,5 0 15,-1 0-15,5-3 0,-4 0 16,6 2-16,0 5 0,-3 2 16,2-5-16,-4-1 15,1-1-15,3 4 16,-3-4-16,1 3 0,-1 1 16,5 0-16,0 2 15,-3-2-15,2 1 0,2-4 16,-1 2-16,2-3 15,1-2-15,5 4 16,7 3-16,-2-1 0,-3-2 16,0-1-16,-3-3 15,3 2-15,1 2 0,-115-4 16,126 2-16,9-2 16,10 0-16,-5 0 15,-18 0-15,-11 0 0,-4-6 16,-6 4-16,-7-3 15,4 0-15,-4 2 0,4 0 16,10-5-16,18-2 16,-126 10-16,0 0 15,0 0-15</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09:55:58.234"/>
    </inkml:context>
    <inkml:brush xml:id="br0">
      <inkml:brushProperty name="width" value="0.05292" units="cm"/>
      <inkml:brushProperty name="height" value="0.05292" units="cm"/>
      <inkml:brushProperty name="color" value="#FF0000"/>
    </inkml:brush>
  </inkml:definitions>
  <inkml:trace contextRef="#ctx0" brushRef="#br0">7122 2907 0,'-5'-22'0,"3"6"15,0 4-15,0 1 0,4 3 0,2 1 0,5 1 0,1-2 0,10 4 0,1 1 0,6 0 0,-2 3 0,10-3 0,9 1 0,-44 2 0,60-3 0,11-1 0,5-2 0,6 4 16,-82 2-16,85-4 0,36 3 16,15 1-16,-5 1 15,-20-1-15,-9 0 0,-7-1 16,-3 1-16,10-3 16,7 0-16,5 3 0,10 0 15,5 0-15,1 3 16,6 0-1,-136-3-15,0 0 0,0 0 0</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09:59:59.555"/>
    </inkml:context>
    <inkml:brush xml:id="br0">
      <inkml:brushProperty name="width" value="0.05292" units="cm"/>
      <inkml:brushProperty name="height" value="0.05292" units="cm"/>
      <inkml:brushProperty name="color" value="#FF0000"/>
    </inkml:brush>
  </inkml:definitions>
  <inkml:trace contextRef="#ctx0" brushRef="#br0">12741 15089 0,'0'0'0,"0"0"0,0 0 0,0 0 0,0 0 0,0 0 0,0 0 0,0 0 0,0 0 0,-5-3 0,-6 1 0,-5 0 0,0 2 0,-8 2 0,1-2 0,-3 2 15,-2 1-15,-1-1 0,-1 0 16,-3-2-16,33 0 15,-38 0-15,38 0 0,-48 0 16,48 0 0,-64 0-16,-2 0 15,1-2-15,65 2 16,-68-2-16,-2 2 0,-2 2 0,72-2 0,-71 2 16,-4-2-16,3 4 15,72-4-15,-68 0 0,-3 0 16,71 0-16,-77 0 15,77 0-15,-81 0 16,-8 2-16,89-2 0,-111 0 16,111 0-16,-126-2 0,126 2 31,-121-6-31,15-1 16,106 7-16,-82-5 0,82 5 15,-82-2-15,23-3 0,59 5 0,0 0 0,-56-1 31,56 1-31,0 0 16,-56 1-16,56-1 0,0 0 16,0 0-16,-57 5 15,57-5-15,0 0 0,-46-12 16,46 12-16,0 0 16,0 0-16</inkml:trace>
  <inkml:trace contextRef="#ctx0" brushRef="#br0" timeOffset="714.725">12130 15701 0,'-18'0'0,"-13"0"0,-14 4 0,-3 1 0,3-3 0,-7 2 0,52-4 0,-61 2 0,61-2 16,-83 3-16,-14 3 0,-18-2 0,115-4 15,-115 6-15,-6-6 16,-1 2-16,10-2 0,4 2 15,11-4 1,-2 0-16,99 2 0,-130-6 0,130 6 16,0 0-16,0 0 15</inkml:trace>
  <inkml:trace contextRef="#ctx0" brushRef="#br0" timeOffset="6930.252">17688 14493 0,'0'0'0,"-10"0"0,-13 0 0,-13 0 0,5 0 0,1 0 0,2 0 0,-3 9 0,2-2 0,-2-2 0,31-5 0,-35 6 0,-11-2 0,46-4 0,-71 9 0,-2-2 0,73-7 16,-90 4-16,-36 1 0,-21-2 16,-6 3-16,10-6 15,1-3-15,10 0 0,0 3 16,132 0-16,0 0 0,0 0 15</inkml:trace>
  <inkml:trace contextRef="#ctx0" brushRef="#br0" timeOffset="8453.338">15964 17081 0,'0'0'0,"0"0"0,0 0 0,0 0 0,0 0 0,0 0 0,0 0 0,0 0 0,0 0 0,0 0 0,0 0 0,-5 0 0,-8 3 0,-7 0 0,-1 0 0,-4 1 0,-2 1 0,-1 1 15,0-3-15,-3 0 0,31-3 0,-40 4 0,40-4 0,-57 3 16,-28-1-16,-30 1 0,-11-6 15,0-6-15,14-3 16,-4-3-16,1-2 0,115 17 16,0 0-16,0 0 15</inkml:trace>
  <inkml:trace contextRef="#ctx0" brushRef="#br0" timeOffset="37850.568">2345 15402 0,'0'0'0,"0"0"0,0 0 0,0-7 0,0-1 0,0 1 0,0 7 0,0 4 0,0 1 0,0-3 0,0 2 0,0-2 0,0-2 0,0 0 0,-3 11 0,-2 7 0,-1 10 16,-1-2-16,0 2 0,1 0 0,1 2 16,4 2-1,-4-1-15,0 2 0,5-33 16,-3 36-16,3-36 15,0 0-15,-2 46 0,2-46 16,-8 64-16,3 5 0,-1-4 16,6-65-16,0 0 15,0 0-15,-6 62 0,6-62 16,0 0-16,-10 58 0,10-58 16,0 0-16,0 0 15,-21 54-15,21-54 16,0 0-16,-30 45 0,30-45 15,-41 22-15,41-22 16,-43 3-16,43-3 0,-51-15 16,9-16-1,3-11-15,39 42 0,0 0 0,0 0 16</inkml:trace>
  <inkml:trace contextRef="#ctx0" brushRef="#br0" timeOffset="38102.904">2073 14972 0,'0'0'0,"0"0"0,0 0 0,0 0 0,4 0 0,-1 0 0,5 0 0,0 4 0,3 3 0,0 7 15,-11-14-15,0 0 0,0 0 16</inkml:trace>
  <inkml:trace contextRef="#ctx0" brushRef="#br0" timeOffset="38685.15">2719 15521 0,'-2'-5'0,"-5"-1"16,-2-2-16,1 1 16,-2-1-16,-3-2 0,-7 2 15,-4 5-15,-2-2 16,0 5-16,-2 2 16,4 9-16,-3 6 0,4 2 15,4 2-15,6 0 16,7 0-16,3-7 0,6 1 15,0 1-15,1-3 16,6 0-16,-4-3 16,7 1-16,3-10 0,4-1 15,2-1-15,-2-2 0,2-5 16,0-2-16,-3-5 0,-1-2 16,-3 3-16,0-4 15,-1 0-15,-4 2 16,0 3-16,-4 1 15,-1-1-15,1 2 0,-3 5 16,-2 2-16,-1 1 16,0 3-16,0 7 0,-1 4 15,-2 5 1,0 2-16,6 4 0,-3 0 16,0 0-1,3-1-15,-3 0 0,4 0 16,-4-6-16,5-5 0,1-5 0,7-2 15,-13-3-15,0 0 16,0 0-16</inkml:trace>
  <inkml:trace contextRef="#ctx0" brushRef="#br0" timeOffset="39035.901">2853 15463 0,'4'0'15,"2"6"-15,-3-1 0,-3-2 0,1 0 0,-1-1 0,5 0 0,6 3 0,2 5 16,-2 3-16,2 6 0,-7-4 16,0 5-1,-2 1-15,2-3 0,-3 3 0,8-6 16,-4-2-16,1 2 16,0-4-16,-2-4 0,0-3 15,2 0-15,-3-8 16,4 0-16,0-9 15,-1-2-15,-1-3 16,4-5-16,2 0 0,0-3 0,-2 0 16,0 4-1,-2-2-15,-4 4 16,0-1-16,0 2 0,-1 3 16,2 3-16,-2 0 0,1 2 15,-5 11 1,0 0-16,0 0 0</inkml:trace>
  <inkml:trace contextRef="#ctx0" brushRef="#br0" timeOffset="39547.945">3487 15491 0,'4'0'0,"3"-4"16,-5 1-16,-2-1 15,3-3-15,-3 0 0,0 0 16,0 4-16,-10-1 16,-2-2-16,-7-3 0,0 9 15,-9 4-15,-1 9 16,1-1-16,7 6 0,7 0 16,-3 6-16,7-2 15,1-1-15,6-3 0,0 0 16,3 0-16,3-5 15,3 3-15,2-6 0,2 1 16,5-4-16,-2-7 16,2-3-16,2-1 15,4-4-15,-2-5 0,-4-3 16,1-2-16,1 1 16,-4-2-16,-1 2 0,-5 0 15,-2 5-15,2-1 16,-3 2-16,-2 4 15,1 1-15,-3 2 0,2 0 16,3 8-16,-3 3 0,-2 3 16,2 7-16,-2 0 15,2 3-15,1 1 16,4 0-16,-3 4 0,1-2 16,1 1-16,0-3 0,5-10 15,2 0-15,-13-11 16,0 0-16,0 0 15</inkml:trace>
  <inkml:trace contextRef="#ctx0" brushRef="#br0" timeOffset="39818.61">3831 15402 0,'0'0'0,"0"6"0,0-6 0,0 2 0,0-2 0,0 0 0,0 0 0,0 0 0,0 0 0,0 0 0,0 0 15,0 0-15,0 0 16,6-2-16,-2-4 15,-4 6-15,0 0 0,0 0 16</inkml:trace>
  <inkml:trace contextRef="#ctx0" brushRef="#br0" timeOffset="40134.844">4226 15312 0,'0'3'15,"-6"3"-15,2-4 16,2-1-16,-1 4 0,0-5 16,3 0-16,0 0 0,0 0 0,0 0 15,0 0-15,0 0 0,0 0 16,0 0-16,0 0 16,0 0-1</inkml:trace>
  <inkml:trace contextRef="#ctx0" brushRef="#br0" timeOffset="40388.036">3917 15744 0,'0'8'0,"0"-1"15,0 2-15,0-4 16,0-3-16,0 0 0,0 1 16,7-3-16,-5 0 0,6 0 15,0-3-15,-2-1 16,8-13-16,1 0 0,9 1 16,-24 16-16,0 0 15,0 0-15</inkml:trace>
  <inkml:trace contextRef="#ctx0" brushRef="#br0" timeOffset="40528.54">4242 15616 0,'0'13'0,"0"-1"0,0-1 15,0-4-15,0-1 16,0-5-16,0-1 0,0 3 16,4-6-16,-2-1 0,7-4 15,1 1-15,-10 7 16,0 0-16,0 0 15</inkml:trace>
  <inkml:trace contextRef="#ctx0" brushRef="#br0" timeOffset="41190.534">4796 15480 0,'0'0'15,"0"0"-15,0-6 0,0 1 16,0-8-16,0-2 0,0-3 15,0 0-15,0 4 16,0 5-16,-11 4 0,-1 5 16,-7 5-16,-1 0 15,0 3-15,0 2 16,5 3-16,4 0 0,-2 2 16,2 0-16,0 4 15,6-2-15,1 2 16,2-2-16,2-2 0,2-1 15,2-2-15,5-2 16,3-5-16,0 1 0,4-6 16,-1-4-16,1 0 15,1-9-15,1-2 0,-2-7 16,-5 3-16,-1-4 16,2 2-16,-6 1 15,0-1-15,-2 6 0,-4-1 16,2 5-16,-2 4 15,0 3-15,0-2 16,0 3-16,0 3 0,3 3 16,-1 7-16,5 3 15,-3 5-15,1 4 0,1 2 16,-2-1-16,1 3 16,2 0-16,-1-4 15,3-3-15,1-1 0,0-8 16,-2-7-16,1-3 15,4-6-15,5 2 0,-18 4 16,0 0-16,0 0 0</inkml:trace>
  <inkml:trace contextRef="#ctx0" brushRef="#br0" timeOffset="41724.082">5059 15330 0,'0'3'15,"0"2"-15,0-2 0,0-1 0,0 1 0,0 0 0,-5 4 0,1 8 0,2 3 16,-2 3-16,2-2 16,2-5-16,2 2 15,4-2-15,-4-5 0,5 4 16,1-6-16,3-7 0,2-3 16,-1 1-16,0 0 15,2-4-15,-1 1 16,0-2-16,1-1 0,-5 0 15,-1 3-15,-3 1 16,0 0-16,-2 2 16,0 4-16,-2 4 0,4 1 15,1 5-15,-4-3 16,4 0-16,2 5 16,1-1-16,4 0 0,0-7 15,-1 3-15,6-3 16,-18-6-16,0 0 15,25 2-15,-25-2 16,0 0-16,28-8 0,-28 8 16,0 0-16,30-20 15,-30 20-15,23-29 0,-8-7 16,-10 6-16,-1 4 16,-4 3-16,-4 4 15,2 2-15,-1 1 16,1-2-16,2 5 0,2 0 15,-2 13-15,0 0 16,11-15-16,-11 15 0,25-23 16,-25 23-16,0 0 15,0 0-15</inkml:trace>
  <inkml:trace contextRef="#ctx0" brushRef="#br0" timeOffset="41960.984">5734 15029 0,'5'0'0,"3"0"0,-7 7 0,-1-2 0,3-3 0,-3 1 0,0-1 0,0 0 16,0 9-16,0 7 16,0 7-16,0 7 15,5-2-15,-2 1 0,1 1 16,1 0-16,-5 4 16,-3 0-16,3-36 0,0 0 15,0 0-15,-4 35 16,4-35-16,0 0 0,0 0 15,0 31-15,4-4 32,15-16-32,-19-11 0,0 0 0,0 0 0</inkml:trace>
  <inkml:trace contextRef="#ctx0" brushRef="#br0" timeOffset="42144.28">5654 15321 0,'0'3'31,"0"6"-31,0 1 0,0-4 16,4-1-16,1-5 16,12-2-16,9-7 15,7 2-15,-2 1 0,8 0 16,-1 5-16,5-4 16,-3-3-16,-6-3 0,-34 11 15,0 0-15,0 0 0</inkml:trace>
  <inkml:trace contextRef="#ctx0" brushRef="#br0" timeOffset="42331.692">6151 15224 0,'-4'5'0,"-1"-1"16,3 0-16,0 2 0,-2-1 15,4-1-15,0-2 0,4-2 16,0 0-16,-1-2 15,6-4-15,-5-3 0,1 2 16,-7 1-16,2 6 0,0 0 16,0 0-16</inkml:trace>
  <inkml:trace contextRef="#ctx0" brushRef="#br0" timeOffset="42566.35">6444 15241 0,'-4'13'15,"-1"-4"-15,3-1 0,2 0 16,2-5-16,7-1 16,-3 0-16,1-2 15,-3 0-15,1 0 0,1 0 16,0 0-16,-3-2 15,0-3-15,-3 5 0,0 0 16,0 0-16</inkml:trace>
  <inkml:trace contextRef="#ctx0" brushRef="#br0" timeOffset="42865.681">6151 15480 0,'0'0'0,"-6"4"0,1 1 0,3-3 15,-2 2-15,2-2 0,2-2 31,0 0-31,2 0 0,4 0 16,5 0-16,-4-2 0,-2-2 0,4-3 16,-2-3-16,5-5 15,-12 15-15,0 0 0,0 0 16</inkml:trace>
  <inkml:trace contextRef="#ctx0" brushRef="#br0" timeOffset="43058.579">6499 15421 0,'0'8'16,"0"-1"-16,0 0 16,0-2-16,0-1 0,0-2 0,0 0 0,0-2 15,0-2-15,0-4 0,0-6 16,0 12-1,0 0-15,0 0 0</inkml:trace>
  <inkml:trace contextRef="#ctx0" brushRef="#br0" timeOffset="44468.932">6715 15027 0,'7'44'0,"2"-3"0,-2 1 0,1-5 0,-4 1 0,-4-38 0,0 0 0,0 0 0,6 42 0,-6-42 0,0 0 0,0 0 0,0 50 0,0-50 0,0 0 0,-3 33 0,3-33 15,0 0-15,0 0 0</inkml:trace>
  <inkml:trace contextRef="#ctx0" brushRef="#br0" timeOffset="44960.426">6705 14961 0,'0'-5'0,"0"-3"0,5 0 15,0-10-15,7-2 16,4-3-16,4 2 0,-4 3 16,3 3-16,0-1 15,4 4-15,4-2 16,-2 7-16,1 3 0,-1 4 15,-1 4-15,0 3 16,-7 3-16,-4 9 0,-4-2 16,-3 8-16,-6-3 15,-6 6 1,-3-3-16,-4 0 0,0-3 16,-5 1-16,-3-2 0,2-4 15,0 0-15,-1-3 0,-2-3 16,5-4-16,1 4 0,4-6 15,2 1-15,-1-6 16,7 1-16,0 2 0,4 0 16,0-3-16,6 6 15,1-2 1,9 1-16,-2 6 0,2-2 0,-3 4 16,0 3-16,2-2 0,-1 1 15,-14-15-15,0 0 16,0 0-16,12 16 0,-12-16 15,0 0-15,0 0 16,25 11-16,-25-11 16,0 0-1,0 0-15</inkml:trace>
  <inkml:trace contextRef="#ctx0" brushRef="#br0" timeOffset="45308.71">7127 15241 0,'6'5'0,"-1"3"0,-1-3 0,2-1 0,2-1 0,13-3 16,-3 0-16,5-5 0,0-4 0,3-2 0,-3-6 31,-7 5-31,-4-3 16,-5 0-16,-2-4 0,0 6 15,-1 4-15,-8-3 16,2-1-16,-6 5 0,1-1 15,-5 1-15,-1 6 16,-1 4-16,2 0 0,-1 2 16,0 3-16,1 4 15,1 4-15,3-2 0,3 0 16,1 5-16,1-3 16,6 4-16,0-4 0,3-1 15,10 3-15,5-5 16,4 1-16,0-6 15,2-7-15,-5-2 0,-22 2 16,0 0-16,0 0 0</inkml:trace>
  <inkml:trace contextRef="#ctx0" brushRef="#br0" timeOffset="45552.966">7616 15102 0,'-13'13'0,"0"-3"0,0-2 15,1 0-15,-4-3 0,0 5 16,6 5-16,0-2 16,5 0-16,3-2 0,2-1 15,7-4-15,3 5 16,0 2-16,9 0 0,-1-3 16,2-4-16,3-6 15,6-3-15,-2-5 16,-1 1-16,0-4 0,-26 11 15,0 0-15,0 0 0</inkml:trace>
  <inkml:trace contextRef="#ctx0" brushRef="#br0" timeOffset="45800.579">7895 14871 0,'0'8'0,"0"-4"16,0-1-16,0 0 15,7 5-15,-6 13 0,4 1 16,1 9-16,-6 0 16,2 3-16,-2-2 0,2 2 15,3-3-15,1 2 16,-3-2-16,-1-4 0,0-5 16,-2-7-1,0-7-15,0-8 0,5-6 16,-5 6-16,0 0 0,0 0 15</inkml:trace>
  <inkml:trace contextRef="#ctx0" brushRef="#br0" timeOffset="46344.579">7800 15093 0,'-2'9'0,"-1"-2"0,2 0 16,1-1-16,1-6 0,4-1 15,11-4-15,5 1 0,10-4 16,7 3-16,5 3 15,-1-2-15,-6 2 16,-6 2-16,1 0 0,-31 0 16,0 0-16,39 0 15,-39 0-15,0 0 0,0 0 16,35 0-16,-35 0 0,0 0 16,0 0-16,29 2 15,-29-2 1,0 0-16,0 0 0,11 0 0,-9 4 15,-8-2 1,-3 1-16,-5 3 0,-2-5 0,0 5 16,2 1-16,-2 4 15,6 2-15,4 2 0,-3-2 32,7-1-32,-1 1 0,1 0 15,7 4-15,2-5 16,3-1-16,3-9 15,-13-2-15,0 0 0,13-8 0,-13 8 16,0 0-16,0 0 16,20-13-16,-20 13 15,0 0-15,0 0 0,20-21 0,-20 21 0,0 0 32,0 0-32,20-21 0,-20 21 15,0 0-15,0 0 0,13-12 0,-13 12 31,0 0-31,0 0 0,10-2 16,-10 2-16,0 0 0,0 0 16,20 7-16,-20-7 15,0 0-15,0 0 0</inkml:trace>
  <inkml:trace contextRef="#ctx0" brushRef="#br0" timeOffset="46734.58">8384 15091 0,'-3'17'0,"-3"-3"0,3-3 0,2 2 0,-3-3 0,4 8 0,0-3 0,0 0 0,-2-1 0,-7-2 0,2-5 0,-2-1 16,3-6-16,4-6 15,-2-1-15,2-5 0,2 2 16,2-5-16,2 6 15,1-1-15,-2-1 16,1-4-16,5-3 0,0 3 16,4-3-16,-2 5 15,5 0-15,-1 3 0,0 5 16,0 3-16,-1 4 16,1 3-16,-3 5 15,1 1-15,-6 0 0,2 8 16,-3-1-16,-5 0 15,-1 0-15,-1 0 0,-5-3 16,-3 4-16,2-8 0,2-7 16,-3-2-16,3-2 15,-2-2-15,7 2 0,0 0 16,0 0-16</inkml:trace>
  <inkml:trace contextRef="#ctx0" brushRef="#br0" timeOffset="47258.542">8775 15097 0,'6'0'0,"-1"5"0,-2 1 16,3-5-16,-6 2 0,2 0 16,-2-3-1,0 0-15,0 0 0,-8 1 16,-2 5-16,-1 1 0,0-3 16,-1 0-16,0 5 15,5-5-15,2 0 0,4-2 16,-3 3-16,2-5 15,4 2-15,2-2 16,2-2-16,4-1 0,-4 1 16,4 0-16,4-4 15,-1 1-15,-3-1 0,0 5 16,-2-5-16,-3 1 16,0 2-16,0 2 0,1-4 15,-6 5-15,2 5 16,-4-4-16,2 6 0,0 1 15,0 3 1,-2 4-16,-2 4 0,1 3 16,3 3-16,-2 2 0,2 3 15,0 2 1,2 2-16,-2-34 16,3 32-16,-3-32 0,-3 42 0,3-42 0,0 0 15,0 0-15,-7 43 16,7-43-1,0 0-15,-21 49 0,21-49 0,-25 28 16,25-28 0,-29 8-16,1-19 0,8-9 15,2-8-15,7-6 16,6-1-16,3-2 0,2 37 16,0 0-16,0 0 0</inkml:trace>
  <inkml:trace contextRef="#ctx0" brushRef="#br0" timeOffset="47495.012">9055 14786 0,'0'7'0,"0"4"0,5 1 0,-2-1 15,3-5-15,-1 1 0,-5 7 0,2 4 0,-2 7 0,0 5 0,0 4 16,0-2-16,-5 2 0,0 0 15,5-34-15,-6 38 16,6-38-16,0 0 16,0 0-1,-2 47-15,2-47 16,-3 43-16,3-43 0,0 0 16,0 0-16</inkml:trace>
  <inkml:trace contextRef="#ctx0" brushRef="#br0" timeOffset="47889.396">9218 15191 0,'0'0'15,"4"0"-15,-1 0 0,2 0 16,5-5-16,1 3 0,-1-5 16,5-9-16,-2-2 15,0 0-15,-5 5 16,-1 0-16,2 3 0,-3-2 15,-1-2-15,0 1 16,-6 4-16,-10 1 0,-2 0 16,-2 3-16,0 0 15,-4 5-15,2 3 0,0 4 16,-2 1-16,1 5 16,1-3-16,5 5 15,-1-2-15,3 5 0,5 1 16,2-3-16,3 3 15,6-4-15,1 0 0,6 3 16,4 1-16,5-1 16,4-5-16,5-1 0,-1 1 15,1-3-15,0-2 16,-3-3-16,0-2 0,0-3 16,-1-3-16,-5 0 15,-22 3-15,0 0 0,0 0 16</inkml:trace>
  <inkml:trace contextRef="#ctx0" brushRef="#br0" timeOffset="62853.248">2784 16229 0,'21'-15'0,"-2"2"0,-1 2 0,1 7 0,-2 1 0,3 0 0,2 3 0,0 3 0,-6 0 0,2 4 0,-6 1 0,-1 2 0,-1 1 0,-1 1 0,-5 2 0,2 0 16,-6 4-16,-4 1 0,2 0 16,-5 3-1,-1-2-15,-2 4 16,-2-2-16,-2 1 0,-1 0 15,4-2 1,-2-2-16,4-2 0,-3-4 0,-1-4 16,7 0-16,0-1 0,6-8 15,0 0-15,0 0 0</inkml:trace>
  <inkml:trace contextRef="#ctx0" brushRef="#br0" timeOffset="62994.734">2802 16743 0,'0'8'0,"0"0"0,-6 0 16,1-3-16,5-4 16,3 2-16,5 0 0,7-3 15,5-3-15,6-1 16,-26 4-16,0 0 0,0 0 16</inkml:trace>
  <inkml:trace contextRef="#ctx0" brushRef="#br0" timeOffset="63659.014">5186 16021 0,'0'0'0,"5"0"0,0-9 0,7 2 0,8-5 0,-3 2 0,0 0 0,-2 5 0,6-1 16,-5 0-16,1 4 16,-3 2-16,-1 2 0,-1 4 15,4 0-15,-5 1 16,-1 4-16,-1-1 16,2-1-16,-7 4 0,-1 3 15,-6-1-15,-1 4 16,-2 1-16,-1 0 15,-6-1-15,3 2 16,-5-1-16,3-1 0,-4 2 16,-1 0-16,2 0 15,-1 2-15,-1 3 16,1-3-16,16-23 0,0 0 16,0 0-16,-15 26 0,15-26 15,-7 28-15,7-28 16,0 0-16,0 0 0</inkml:trace>
  <inkml:trace contextRef="#ctx0" brushRef="#br0" timeOffset="63816.587">5157 16614 0,'0'8'0,"0"0"16,0-1-16,0-1 0,0 1 15,6-2-15,0-5 0,3-5 16,-1-8-16,-8 13 15,0 0 1,0 0-16</inkml:trace>
  <inkml:trace contextRef="#ctx0" brushRef="#br0" timeOffset="64608.67">7546 15791 0,'6'0'0,"-2"0"0,10 0 0,-2 0 0,7-4 0,-2 1 0,7-1 0,-4-1 0,-5 5 0,3-2 0,-1 2 0,5 0 15,-6 0 1,-1 0-16,-5 4 0,9 6 16,-2 2-16,1 1 0,-5-2 15,-6-3-15,-3 2 16,-2 1-16,-2-3 0,2 1 16,-2 2-16,2 1 15,-2 0-15,-2-4 0,0 7 16,-4-6-1,1 4-15,-2-2 16,-1 2-16,0-3 0,1 0 16,-2 2-16,-2-1 0,0 0 15,-2 2-15,2-1 16,2 4-16,-3-1 0,0-2 16,-2 2-1,14-15-15,0 0 16,0 0-16,-11 16 0,11-16 15,0 0-15,0 0 0,-15 22 0,15-22 16,0 0-16,0 0 0,-22 30 16,4-3-16,18-27 15,0 0-15,0 0 16</inkml:trace>
  <inkml:trace contextRef="#ctx0" brushRef="#br0" timeOffset="64795.498">7523 16511 0,'-2'13'0,"-4"0"0,4-2 0,2-3 0,2-4 0,4-1 0,-2-3 0,2 0 0,1-7 0,-7 7 0,0 0 0,0 0 15</inkml:trace>
  <inkml:trace contextRef="#ctx0" brushRef="#br0" timeOffset="80392.194">4124 14172 0,'2'36'0,"3"0"0,1-3 0,-6 1 0,2-1 0,-2-3 0,0-1 0,0-3 0,0-3 0,-8-9 0,1-4 0,0-9 0,-1-6 0,1-1 0,-2-2 0,0-9 16,4-2-16,0-5 0,2-4 15,-2 2-15,1-2 16,-2 5-16,4-4 16,-4 7-16,4 3 0,-4-2 15,4 2-15,-2-4 16,1 2-16,3-3 16,3 1-16,3-4 0,2 2 15,6-3-15,1 9 16,5-1-16,0 2 15,4 3-15,0 3 0,1 7 16,-1 3-16,-5 3 16,1 5-16,-4 2 0,2 7 15,-2 2-15,-7 4 16,1 2-16,-3 2 0,-1-4 16,-6 0-16,0-3 15,-6 0-15,-5-1 0,-1-7 16,-3 2-16,1-7 15,0-2-15,-1-2 0,0-1 16,-2-4-16,3-4 16,2 2-16,3-7 15,3 3-15,1 1 16,10-4-16,1 4 0,3-2 0,-7 5 16,-2 4-16,0 0 15,0 0-15</inkml:trace>
  <inkml:trace contextRef="#ctx0" brushRef="#br0" timeOffset="80868.775">4532 14252 0,'0'1'0,"4"5"0,8 0 0,-3-1 0,1 2 0,-1-1 0,-6 1 0,-2-1 0,2-6 0,-3-6 15,0 1-15,0-3 0,0 3 16,-7-1-16,-6 5 15,-2 1 1,-3 0-16,-5 7 0,4 4 0,3-4 16,5 5-16,2 0 0,0-3 15,5 7-15,-2-3 16,6 0 0,0-1-16,6 0 0,1-5 15,2-1-15,0-5 0,1-1 16,6-5-16,-2 0 15,2-2-15,0-5 16,-4 3-16,-3-1 0,-2-1 0,1 1 16,-1 5-1,-6-1-15,2 1 0,-1 1 0,-2 1 16,3 1-16,-3 2 0,3 2 16,-3 3-16,0 2 15,-3 4-15,0-1 16,3 4-16,3 0 15,2 0-15,-1-2 0,1-1 16,4-4-16,2-1 0,0-10 31,2 0-31,5-7 0,3 1 16,-21 10-16,0 0 16,0 0-16</inkml:trace>
  <inkml:trace contextRef="#ctx0" brushRef="#br0" timeOffset="81077.138">4829 14237 0,'-16'-8'0,"1"8"15,5 0-15,2 5 16,4-2-16,-2-1 0,6 3 16,-5 3-16,-1 5 15,-4-1-15,4 1 0,0 0 16,3 2-16,3 4 16,3-4-16,-1-1 0,8 0 15,3 2-15,2-5 16,6-2-16,0-3 0,-1-10 15,3-3-15,0-2 16,8-7-16,-31 16 16,0 0-16,0 0 0</inkml:trace>
  <inkml:trace contextRef="#ctx0" brushRef="#br0" timeOffset="81990.584">5048 13997 0,'-4'9'0,"-1"1"15,3-3-15,2-3 16,2 0-16,3 9 16,-1 9-16,-4 13 0,2-5 15,-2 5-15,0 0 16,0-2-16,0-1 0,0-1 16,0-1-16,0-30 0,0 0 15,0 0-15,2 23 16,0-14-16,3-6 0,1-6 15,7-1-15,0-7 16,3-4-16,-16 15 0,0 0 16,34-33-16,-18 9 15,0 4-15,-5 2 16,-7 7-16,-1 4 0,0 5 16,-3-4-16,0 4 0,0 2 15,-3-4-15,-2 4 16,-3 0-16,-1-1 15,-5 1-15,1 1 16,2 3-16,-5 0 0,4 0 16,0 1-16,1-1 0,1 7 15,5-4-15,3 5 0,6 0 16,5 0-16,2 1 16,3 0-16,0 0 15,-14-13-15,0 0 0,0 0 16,26 13-16,-26-13 0,0 0 15,30 12 1,-30-12-16,0 0 0,0 0 16,53 6-16,-22-1 0,30-20 15,-122 30-15,166-36 16,-105 21-16,38-20 0,-38 20 16,0 0-16,0 0 15,18-18-15,-18 18 0,0 0 16,0 0-16,0-13 15,0 13-15,0 0 0,-6-6 16,6 6 0,0 0-16,0 0 0,-13 0 15,13 0-15,0 0 0,0 0 16,-13 15-16,13-15 16,0 0-16,0 0 0,-6 14 15,6-14-15,0 0 16,0 0-16,6 8 0,-6-8 15,0 0-15,0 0 16,13-2-16,-13 2 16,0 0-16,0 0 15,6-12-15,-6 12 16,0 0-16,0 0 0,10-8 0,-10 8 16,0 0-16,0 0 15,6 0-15,-6 0 0,0 0 16,0 0-16,18 7 15,-18-7-15,0 0 0,0 0 16,27 11-16,11-9 16,2-4-16,-3-3 15,-37 5-15,0 0 0,0 0 16</inkml:trace>
  <inkml:trace contextRef="#ctx0" brushRef="#br0" timeOffset="82515.089">5699 14202 0,'0'0'0,"-6"0"0,0 6 0,-9 0 0,-1-4 0,-6 4 0,4-1 0,6 2 0,3 0 0,2 4 0,4 2 0,1-1 0,2 1 15,0-13-15,2 21 0,8-3 16,-1-3-16,3 3 16,-1 6-16,4 1 15,-3 1-15,-3 2 16,-3-2-1,-6-26-15,0 0 0,-4 31 16,4-31-16,0 0 0,0 0 0,-7 30 16,7-30-16,0 0 15,0 0 1,-16 28-16,16-28 0,0 0 0,0 0 0,-13 16 31,10-10-31,9-17 16,4-3-16,8-2 0,9-8 15,1 3-15,-2-2 16,10 0-16,-5-6 0,0 4 16,-8-2-16,-1-3 15,-5 2-15,-6 6 0,-4 2 16,1-3-16,-5 6 16,-3-1-16,-9 6 15,0 3-15,-3 5 0,0 4 16,2 0-16,3 4 15,-2 5-15,2 1 0,5 2 16,4 0-16,5 5 16,7-2-16,6 2 0,9-1 15,-29-16-15,0 0 16,36 16-16,-36-16 0,46 16 16,-46-16-16,0 0 15,0 0-15</inkml:trace>
  <inkml:trace contextRef="#ctx0" brushRef="#br0" timeOffset="82930.374">2735 15754 0,'8'2'0,"1"1"0,-9-3 0,0 0 0,0 0 0</inkml:trace>
  <inkml:trace contextRef="#ctx0" brushRef="#br0" timeOffset="86500.188">1579 14066 0,'3'42'0,"-8"3"0,-3 3 16,-1-5-16,-2-2 0,11-41 16,0 0-16,-10 38 15,10-38-15,0 0 0,0 0 16,-16 39-16,16-39 16,0 0-16,0 0 0,-7 29 15,7-29-15,0 0 16,0 16-16,0-16 0,0 0 15,0 0-15,4 4 16,-4-4-16,0 0 0,0 0 16,14 3-16,-14-3 15,0 0-15,0 0 0,17 4 16,-17-4-16,0 0 16,0 0-16,26 15 0,-26-15 15,0 0-15,0 0 16,26 8-16,-26-8 0,0 0 15,0 0-15,25 0 16,1-14-16,-6-6 0,0-1 16,-4 1-16,-1 1 15,3 3-15,-3 1 0,-3 8 16,-12 7-16,10-2 16,-2 4-16,-8-2 15,0 0-15,0 0 0,7 7 16,-7-7-16,0 0 15,0 0-15,9 15 0,-9-15 16,0 0-16,0 0 0,10 28 16,-10-28-16,0 0 15,0 0-15,3 27 0,-1-15 16,-2-12-16,0 0 0,0 0 16</inkml:trace>
  <inkml:trace contextRef="#ctx0" brushRef="#br0" timeOffset="86630.045">1875 14159 0,'0'0'0,"0"5"0,0 1 0,0-6 0,0-6 0,0-1 0,0-4 16,0 2-16,0-7 0,0 16 0,0 0 16,0 0-16</inkml:trace>
  <inkml:trace contextRef="#ctx0" brushRef="#br0" timeOffset="87038.051">1990 14014 0,'0'9'0,"0"4"0,0-5 16,0 3-1,0 0-15,0 8 0,0 4 16,0 6-16,0 0 0,0 6 16,0 1-1,0-1-15,-3-4 0,-3-3 16,2-4-16,2-7 0,-1-3 15,-1-4-15,-2-4 0,4-5 16,2 3-16,-3-2 16,6-2-16,3-2 0,0-7 15,3 2-15,0-4 16,4 1 0,3-2-16,-5 4 0,1-1 0,0 5 15,1-2 1,2 4-16,-4 4 15,0 1-15,-3 7 0,-8-10 16,0 0-16,0 0 0,2 14 0,-2-14 16,0 0-1,0 0-15,-6 19 0,6-19 16,0 0-16,0 0 0,-15 25 16,15-25-1,-20 9-15,-1-11 0,21 2 16,0 0-16,0 0 0</inkml:trace>
  <inkml:trace contextRef="#ctx0" brushRef="#br0" timeOffset="87421.481">2168 14249 0,'0'3'0,"0"2"16,5-3-16,-3-2 0,4-2 15,1-6-15,-1 0 0,4 4 0,-2-2 0,4 4 0,4 2 0,1-2 16,-3 2-16,-8 2 31,-1 3-31,-1 7 0,0 7 0,-4 5 0,0-6 16,-2-2-16,0-2 0,-2-1 31,2-4-31,-3-2 16,1 4-16,-6-2 0,6-6 15,-2 1-15,4-4 16,0-2-16,2-3 0,4-7 16,2-3-16,-2-3 15,6-1-15,-4-6 0,5 5 16,-4 2-16,3 0 16,0 4-16,2 1 0,-2 1 15,3 3-15,1 5 16,-2-2-16,-12 6 0,0 0 15,0 0-15</inkml:trace>
  <inkml:trace contextRef="#ctx0" brushRef="#br0" timeOffset="87861.651">2532 14237 0,'0'-6'15,"0"2"-15,0 0 0,-4 4 16,-2-1-16,1 1 0,-6 0 15,0 0-15,4 0 16,-1 0-16,2 0 0,-6 0 16,1 7-16,-3 5 15,3 4-15,4-1 16,1 2-16,6-3 0,0-3 16,3 2-16,0-6 15,3 0-15,0-1 0,3-1 16,2-2-16,-2-6 15,1 1-15,0-4 0,3-1 16,0-3-16,-2-3 16,-4 2-16,1-2 15,-3 3-15,2 2 0,-3 1 16,-2 1-16,1 4 0,-3-2 16,2 3-16,-2 1 15,3 5-15,0 3 16,-3 1-16,1 6 0,2-1 15,2 1-15,-5-2 0,4 3 16,-1-5-16,-2-7 16,2-1-16,2-3 0,-5 0 15,0 0-15,0 0 16</inkml:trace>
  <inkml:trace contextRef="#ctx0" brushRef="#br0" timeOffset="88567.245">2717 14174 0,'-4'-8'0,"-2"8"15,0 0-15,9 6 0,6-4 0,3-2 0,0 3 0,-4-3 0,-1 6 0,7 1 16,-5 11-16,2-3 16,-6 3-16,-2 0 0,-3 0 15,-3 1 1,3-1-16,0-1 0,0-4 0,-1 1 15,-3-6-15,4 3 16,-2-5 0,2 0-16,-4-4 0,4-2 0,0-2 15,4-10-15,-2 0 16,3-6-16,0-6 0,4 3 16,3-9-16,6 4 0,0 2 15,-1 3-15,1 3 16,1 1-1,-3 8-15,-1 4 0,-5 5 0,-2 1 16,-4 3-16,5 1 16,-4 5-16,0 3 0,1 0 31,-6 3-31,2-3 0,-2 1 16,1 2-16,2-3 0,-1 0 15,2 0-15,1-2 16,0-4-16,1-3 0,-1 1 0,5-5 15,-1 0 1,2-1-16,-11 1 16,0 0-16,15-11 0,-15 11 15,0 0-15,0 0 16,20-14-16,-20 14 16,0 0-16,0 0 0,22-17 15,-22 17-15,0 0 0,0 0 16,18-8-16,-18 8 15,0 0-15,13 11 0,-13-11 16,9 28-16,-9-28 16,0 0-16,9 44 15,-9-44-15,7 63 0,-1-1 16,-4-5-16,0-8 16,-2-11-16,-2-8 0,0-7 15,-11-3-15,-2-5 16,15-15-16,-19 2 0,19-2 15,-21-17-15,21 17 16,0 0-16,0 0 16</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10:02:48.892"/>
    </inkml:context>
    <inkml:brush xml:id="br0">
      <inkml:brushProperty name="width" value="0.05292" units="cm"/>
      <inkml:brushProperty name="height" value="0.05292" units="cm"/>
      <inkml:brushProperty name="color" value="#FF0000"/>
    </inkml:brush>
  </inkml:definitions>
  <inkml:trace contextRef="#ctx0" brushRef="#br0">15935 11156 0,'11'1'0,"2"4"15,0-3-15,-1 2 0,-4 3 0,5-4 0,0 0 0,5-6 0,2 0 0,-2 1 0,1-3 0,-2-1 0,7-6 0,4-4 0,-28 16 0,33-15 0,-33 15 0,41-21 0,-41 21 0,57-27 0,-57 27 0,56-28 0,-4-3 16,-9 5-16,-8 2 16,-6 11-16,-5-4 0,-24 17 0,0 0 15,0 0-15,19-15 16,-19 15-1,0 0-15,0 0 16,24-14-16,-24 14 0,0 0 16,0 0-16,15-7 15,-15 7-15,0 0 0,0 0 16</inkml:trace>
  <inkml:trace contextRef="#ctx0" brushRef="#br0" timeOffset="9823.802">15846 15282 0,'28'13'0,"0"-6"0,5-4 0,7 2 0,0-10 0,-40 5 0,56-14 0,12-8 0,3-10 0,-71 32 0,67-40 0,-16 1 15,-9 10-15,-4-1 0,-5 3 0,-18 11 0,-15 16 16,0 0-1,0 0-15</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10:03:44.449"/>
    </inkml:context>
    <inkml:brush xml:id="br0">
      <inkml:brushProperty name="width" value="0.05292" units="cm"/>
      <inkml:brushProperty name="height" value="0.05292" units="cm"/>
      <inkml:brushProperty name="color" value="#FF0000"/>
    </inkml:brush>
  </inkml:definitions>
  <inkml:trace contextRef="#ctx0" brushRef="#br0">7558 15580 0,'0'0'0,"0"0"0,0 0 0,0 0 0,0 0 0,0 0 0,0 0 0,0 0 0,0 0 0,0 0 0,7 2 0,-2 7 0,2 5 0,-2-1 0,0-2 16,5-4-16,-4 1 0,4 0 15,1-1-15,1-1 16,3-5-16,7-1 16,3-1-16,0-5 0,3 1 15,4-2-15,-1-4 16,8-2-16,-39 13 0,0 0 16,37-15-16,-37 15 15,0 0-15,49-21 0,-49 21 16,60-22-16,-4-2 15,-8 4 1,-8 1-16,-8 4 0,-11 5 0,1-1 16,-8 4-16,2 2 15,-4-1-15,-2 4 0,-10 2 16,10-5-16,-2 1 16,-2 3-16,-6 1 0,0 0 15,0 0-15</inkml:trace>
  <inkml:trace contextRef="#ctx0" brushRef="#br0" timeOffset="5878.11">7629 16280 0,'0'0'0,"0"0"0,0 0 0,0 0 0,0 0 0,0 0 0,0 0 0,0 0 0,0 0 0,7 4 0,3 5 0,6 4 0,-5 3 0,-2-3 0,-1 2 0,3 0 0,-5-4 0,4 1 0,-1-1 0,1 1 0,2-3 0,-4 0 0,2-1 16,5 0-16,-1-3 15,5-3-15,-2 1 0,5-6 0,0 1 16,-22 2-16,28-7 16,-28 7-16,0 0 0,36-16 15,-36 16 1,0 0-16,44-19 0,-44 19 0,0 0 15,56-27-15,-56 27 0,0 0 16,58-26-16,-8 8 16,-8 3-16,-9 4 0,-13 4 15,1 2-15,-1-1 16,-2 1-16,-3 3 16,-3 2-1,2-6-15,-14 6 0,0 0 0,0 0 16</inkml:trace>
  <inkml:trace contextRef="#ctx0" brushRef="#br0" timeOffset="37734.63">19337 12734 0,'35'3'0,"3"-1"0,4-7 0,-2-5 0,2-5 0,-42 15 0,54-24 0,-54 24 0,59-35 0,7-9 0,-1-7 0,-65 51 0,72-64 0,-72 64 0,0 0 0,0 0 0</inkml:trace>
  <inkml:trace contextRef="#ctx0" brushRef="#br0" timeOffset="108434.808">22411 16040 0,'-46'-3'15,"46"3"-15,-49 0 16,49 0-16,-61-3 0,-9 0 0,70 3 16,-77 0-1,77 0-15,-87-2 16,87 2-16,-121 0 0,-12-6 0,133 6 0,-131-5 15,15-2-15,8 1 16,108 6-16,-100-9 0,100 9 16,-97-8-16,97 8 15,-111-11-15,111 11 16,-113-8 0,113 8-16,-105-17 15,105 17-15,0 0 0,0 0 16</inkml:trace>
  <inkml:trace contextRef="#ctx0" brushRef="#br0" timeOffset="109062.545">23232 16012 0,'0'0'16,"-11"0"-16,0 0 0,-3 0 0,4 0 0,5 0 0,3 0 0,-3 6 0,4-1 0,-2 1 15,-10-1-15,-8 3 16,-4-2-16,-4 0 0,0 2 15,-5-2-15,8-3 16,1 1-16,8 0 0,17-4 16,0 0-16,0 0 0</inkml:trace>
  <inkml:trace contextRef="#ctx0" brushRef="#br0" timeOffset="110096.546">26868 16040 0,'-15'0'0,"-3"0"0,-9 8 0,-2 0 0,1 1 0,-1-3 0,0-4 0,1 0 0,1 2 0,-6-4 0,0 0 0,33 0 0,-44 0 0,44 0 16,-57 0-16,-16 0 0,-5 4 0,78-4 16,-87 3-16,-14-1 15,-3 0-15,8-4 16,-1-3-1,-1 1-15,-3-2 16,-4 4-16,-6-4 0,-12 3 16,-5 1-16,3-2 15,-6 2-15,1 2 0,4 2 16,126-2-16,0 0 0,0 0 0</inkml:trace>
  <inkml:trace contextRef="#ctx0" brushRef="#br0" timeOffset="143976.206">22305 17449 0,'-28'2'0,"-1"3"0,5 1 0,-4-1 0,-3 1 0,-3-2 0,-5 0 0,39-4 0,-50 6 0,50-6 0,-70 5 0,-16 1 0,-2 0 0,88-6 0,-94 4 0,-2-1 0,-10-6 0,3 3 15,-3 0-15,1 3 32,1 4-32,-6 1 0,-14-5 0,1-3 0,3 0 31,1-3-31,7-5 0,112 8 16,0 0-16,0 0 15</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10:08:08.720"/>
    </inkml:context>
    <inkml:brush xml:id="br0">
      <inkml:brushProperty name="width" value="0.05292" units="cm"/>
      <inkml:brushProperty name="height" value="0.05292" units="cm"/>
      <inkml:brushProperty name="color" value="#FF0000"/>
    </inkml:brush>
  </inkml:definitions>
  <inkml:trace contextRef="#ctx0" brushRef="#br0">28044 7190 0,'13'13'0,"3"-7"0,0-2 0,6-1 0,-7-3 0,1 3 0,-2-3 0,2 0 0,-3-3 0,-1-4 0,3-2 0,1-1 0,5-5 0,2 3 0,3-4 16,-2-2-16,-24 18 16,0 0-16,23-18 0,-23 18 0,0 0 15,0 0-15,29-26 16,-29 26-16,0 0 0,0 0 15,31-28-15,-31 28 32,0 0-32,0 0 0,26-26 15,-26 26-15,0 0 16,0 0-16,23-22 0,-23 22 16,0 0-16,0 0 15,13-17-15,-13 17 16,6-10-16,-6 10 0,0 0 15,0 0-15</inkml:trace>
  <inkml:trace contextRef="#ctx0" brushRef="#br0" timeOffset="1529.245">28089 8061 0,'16'0'0,"7"-5"0,12 0 0,-1-8 0,0-6 0,-6 4 0,-3-3 0,-1 4 0,1-2 0,-25 16 0,30-18 0,-30 18 0,0 0 0,0 0 0,29-21 0,-29 21 16,0 0-16,36-24 15,-36 24-15,0 0 0,0 0 16,41-27-16,-41 27 16,0 0-16,0 0 15,37-25-15,-37 25 0,0 0 16,0 0-16,24-16 0,-12 8 15,-12 8-15,0 0 16,0 0-16</inkml:trace>
  <inkml:trace contextRef="#ctx0" brushRef="#br0" timeOffset="2146.634">28085 8482 0,'0'3'0,"0"3"15,0-4-15,0 0 0,0 2 0,0-4 0,0 2 0,0 1 0,0 5 0,0 2 16,0 6-16,4 0 0,0-5 15,3-4-15,4-3 16,4 0-16,3-4 0,-1-4 16,1 0-16,3-6 0,3-5 15,9-4-15,8-2 16,-41 21-16,54-27 0,-54 27 16,57-33-16,-57 33 15,0 0-15,0 0 16,56-43-16,-56 43 15,39-50-15,-39 50 0,0 0 0,0 0 16</inkml:trace>
  <inkml:trace contextRef="#ctx0" brushRef="#br0" timeOffset="19214.769">21663 8808 0,'-2'10'0,"-6"16"0,-4 12 0,7 1 0,-4-6 0,5 6 0,-7-1 0,1 2 0,10-40 0,-7 37 0,7-37 0,-8 49 0,1 12 0,2 4 15,5-65-15,2 74 0,-4 6 16,2 3-16,0-83 16,-4 90-16,-1 25 15,5-115-15,-2 143 0,4 0 16,-2-143-16,5 142 15,1-13-15,-1-16 0,-2-9 16,-3-104-16,7 100 16,1 0-16,0 2 0,-4-2 15,2-11-15,-1-1 16,2 2-16,-4-5 0,3 2 16,-2-5-16,4-15 15,-3 1-15,2-3 0,-1 2 16,2 3-16,-8-70 15,10 74-15,-10-74 16,13 79-16,4 3 0,-17-82 16,14 78-16,0-13 15,3-18-15,-2-10 0,-5-14 16,-10-23-16,0 0 16,0 0-16</inkml:trace>
  <inkml:trace contextRef="#ctx0" brushRef="#br0" timeOffset="22314.972">21625 8910 0,'0'0'0,"0"0"0,0 0 0,0 0 0,0 0 0,8-6 0,5-2 0,10-2 0,4 5 16,-1-1-16,3 3 15,-5 3-15,1-2 0,3 2 16,1 0-16,4 0 16,2 0-16,-35 0 0,47 0 15,-47 0-15,54-2 16,-54 2-16,63 0 0,13 2 15,-76-2-15,83 2 16,15 1-16,-98-3 0,113 3 16,-5 0-16,-108-3 15,105 1-15,-1 3 16,-104-4-16,114 5 0,2-3 16,-116-2-16,122 6 15,-2-1-15,-120-5 16,131 0-16,-11 2 15,1-1-15,-121-1 0,116 0 0,9-1 16,-125 1 0,132 0-16,2 0 0,3-2 15,-24-2-15,-16 0 16,-7 4-16,-7 0 0,-83 0 16,93-3-16,16-2 15,-109 5-15,123 0 0,7-2 16,-9-2-16,-121 4 15,118-4-15,-1-2 0,-6 2 16,-13-2-16,-13 1 16,3 2-16,-4-2 0,-5 5 15,-10-3-15,-7 1 16,7 0 0,-69 2-16,78 0 0,6-4 0,-84 4 15,114-2 1,-114 2-16,122 0 15,-122 0-15,121-2 0,-11-4 0,-17 6 16,-93 0 0,77 0-16,-77 0 0,67 0 0,-67 0 15,65 0 1,2 0-16,-67 0 0,63 0 16,-63 0-1,0 0-15,0 0 0,61 0 0,-61 0 0,0 0 31,0 0-31,64-3 0,-64 3 0,0 0 0,70 0 32,-70 0-32,0 0 0,0 0 0,59 0 31,-8 0-31,-51 0 0,0 0 16,40 0-16,-11 0 15,-29 0-15,24 0 16,-24 0-16,0 0 0,25-1 15,-2 1-15,-23 0 16,24-3-16,-24 3 16,21-3-16,-21 3 0,0 0 15,0 0-15,29-2 0,-1-4 16,5 4-16,-33 2 16,0 0-16,30-4 0,-30 4 15,30-5-15,-2-1 16,-28 6-16,26-5 15,-1-1-15,2 0 0,-9 2 16,-18 4-16,0 0 16,0 0-16,21-4 0,-4-2 15,-1-2-15,-4 5 16,-2 1-16,-2-1 0,-3 1 16,-1 2-16,-4 0 15,0 0-15,0 0 0,6 0 16,-6 0-16,0 0 15,0 0-15,6 2 16,-6-2-16,0 0 0,0 0 16,5 11-16,-2 1 15,-3-12-15,0 0 0,2 19 16,-2-19-16,0 25 16,0-2-16,0-23 0,3 29 15,-2-1-15,5 4 16,-6-32-16,5 26 0,-5-26 15,0 0-15,2 40 0,-2-40 16,5 46-16,-5-46 16,9 62-16,-5-1 15,-2-3-15,-2-5 0,0-53 16,4 53-16,-2 1 0,-2-54 16,5 62-16,-5-62 15,5 67 1,-5-67-16,6 72 0,-1 2 0,-1-3 15,-4-71-15,3 68 16,-3 3 0,0-71-16,3 77 0,-1 3 15,1-3-15,-3-77 0,1 74 0,-1-74 16,11 80-16,-5 6 16,-6-86-16,11 106 15,-11-106-15,7 111 0,-7-111 16,4 132-16,-4-132 15,0 126-15,0-126 0,0 121 16,2-14 0,-2-21-16,0-86 0,0 81 15,-2-17 1,-2-5-16,4-59 0,0 62 0,0-62 0,0 70 16,0-70-1,-2 75-15,-3 6 0,0-10 0,5-71 16,-8 64-1,8-64-15,-2 65 0,2-65 0,0 69 16,0-69-16,2 70 31,-2-70-31,0 0 0,2 65 0,-2-65 0,2 65 16,-2-65 0,0 60-16,0-60 15,0 50-15,0-50 0,0 0 16,-4 42-1,0-9-15,4-33 0,0 0 16,0 0-16,-7 21 16,-1-2-16,-3-3 0,11-16 15,0 0-15,0 0 16,-16 13-16,0-5 0,16-8 16,-27 6-16,27-6 15,0 0-15,-30 2 0,30-2 16,-40-2-16,40 2 15,-51-6-15,-6-2 0,57 8 16,0 0-16,-67-4 16,67 4-16,-68-5 0,68 5 15,-76-6-15,76 6 16,-76-5-16,76 5 0,-83-9 16,83 9-16,-84-7 15,84 7-15,-116-9 0,116 9 16,-136-7-16,136 7 15,-141-6-15,18 4 16,123 2-16,-103 0 0,103 0 16,-99-5-16,7-2 0,92 7 15,-93-3 1,93 3-16,-102-4 0,102 4 16,-112-3-16,-6-1 0,12 1 15,106 3-15,-96-3 16,96 3-16,-106 0 0,106 0 15,-117 3-15,117-3 16,-132 5-16,6 0 16,19-3-16,17 3 0,90-5 15,-92 0-15,-12 3 16,104-3-16,-112 9 0,-4 0 16,14-2-16,18-1 0,84-6 15,-87 5-15,87-5 16,-98 10-16,98-10 0,-119 8 15,119-8-15,-133 11 0,-2-1 16,19 0-16,29 1 16,87-11-16,-84 10 0,84-10 31,-71 7-31,71-7 0,-83 5 0,83-5 16,-94 6-16,94-6 0,-124 4 15,-3 4-15,127-8 0,-114 3 16,14 0-16,100-3 15,-87 0 1,87 0-16,-96 0 0,9 0 16,6 2-16,81-2 15,-63 0-15,63 0 0,-66 2 16,-3-2-16,69 0 16,-71-2-16,1 0 0,7-4 15,6 4-15,57 2 0,0 0 16,-60-3-16,60 3 15,0 0-15,-68-3 0,68 3 16,-72-3-16,4 2 16,12-2-16,15 0 0,41 3 15,0 0-15,-35-1 0,9-3 32,2 4-32,3 0 0,6 0 0,0 0 0,2 0 31,6 0-31,7 0 0,0 0 0,0 0 0,-11 0 31,11 0-31,0 0 0,0 0 0,-9-2 0,3 2 31,6 0-31,0 0 16,0 0-16</inkml:trace>
  <inkml:trace contextRef="#ctx0" brushRef="#br0" timeOffset="27484.95">21630 8947 0,'6'28'0,"-6"-2"0,3 1 0,-3 5 0,0-4 0,0 3 0,0 5 0,0-36 0,0 41 0,0-41 0,2 54 0,-2-54 15,2 66-15,1-4 0,-6 3 0,3-65 0,3 69 0,-3-69 16,0 76-16,0-76 16,-3 91-16,-1 22 0,4-113 15,-6 126-15,6-126 16,3 123-1,0-6-15,-1-6 0,-2-111 0,2 102 16,-2-4 0,-2-2-16,2-96 0,-2 100 0,2-100 15,-3 110 1,3 16-16,0-126 0,5 121 0,-3-11 16,4-10-1,-2-14-15,-4-86 0,4 89 0,-4-89 16,10 100-16,2 5 15,-3-8-15,3-14 16,-12-83-16,2 65 16,0-4-16,-2-61 15,-2 69-15,2-69 0,0 0 16,-2 72-16,-4-3 16,6-69-16,0 0 15,-7 65-15,7-65 0,0 0 16,0 0-16</inkml:trace>
  <inkml:trace contextRef="#ctx0" brushRef="#br0" timeOffset="30589.698">21582 8947 0,'0'0'0,"13"0"0,4 0 0,12-5 0,-9 1 0,6 0 0,2-2 0,0 4 0,1-5 0,2 2 0,-1 1 0,-1 1 0,4 2 0,-5 1 0,-28 0 15,36 0-15,-36 0 16,43-2-16,-43 2 16,54-8-16,-2 0 0,5 2 15,-57 6-15,59-1 16,-59 1-16,61-3 0,9 0 16,-70 3-16,0 0 15,78-5 1,2-3-16,-80 8 0,83-5 0,-5-3 15,-78 8-15,80-3 16,-3-1-16,-77 4 0,82-4 16,-82 4-16,88-2 15,19 0-15,-107 2 0,111-3 16,-111 3-16,113-6 16,-5 6-16,-108 0 15,98-1-15,-98 1 0,105 0 16,-105 0-16,112-3 15,-112 3-15,129 0 0,-129 0 16,129 0-16,-7 0 16,-11 0-1,-20 0-15,-10-3 0,-21 1 0,0 4 16,4-2-16,3 0 16,-3-5-16,2 2 15,-66 3 1,73 0-16,-73 0 0,86 0 15,-86 0-15,116-2 0,17 0 0,-14-3 16,-21 5-16,-98 0 16,84 0-16,0 3 0,-84-3 31,96 2-31,-4-2 0,2 2 0,-13-2 0,-19 2 16,-62-2-16,61 3 31,3 0-31,-64-3 0,80-3 15,-80 3-15,87 0 0,24-3 0,-111 3 16,120-2-16,-120 2 0,113-2 16,-113 2-1,112 2-15,-5 0 16,-24-2-16,-83 0 0,81-2 16,-22 2-1,-59 0-15,61-4 0,-6 1 16,2-2-16,-57 5 15,55 0-15,-55 0 0,0 0 16,61 0-16,-61 0 16,0 0-16,69-3 15,-1-4-15,-68 7 0,0 0 16,66-6-16,-66 6 16,0 0-16,64-5 15,-64 5-15,0 0 0,64-3 16,-64 3-16,62-3 15,-62 3-15,0 0 0,0 0 16,56 0-16,-56 0 16,49 0-16,-49 0 0,0 0 15,0 0-15,43-1 16,-6-2-16,-37 3 0,0 0 16,30 0-16,-10-3 15,-3 3-15,-17 0 16,0 0-16,0 0 0,21 3 15,-21-3-15,0 0 16,0 0-16,17 3 0,-17-3 16,18 1-16,-1 2 15,-3 0-15,-14-3 0,0 0 16,0 0-16,12 1 16,-12-1-16,0 0 15,0 0-15,14 4 0,-6 4 16,3 0-16,-2-3 15,-4 2-15,-3 1 0,-2-8 16,0 0-16,4 12 16,0 4-16,-2 2 0,-2-18 15,0 20-15,0-20 16,0 24-16,0 1 0,0-25 16,0 0-16,0 34 15,0-34-15,0 0 0,-2 39 16,2-39-1,-8 51-15,1 13 0,0-5 16,3-6-16,1 2 0,3-55 16,-6 53-16,6-53 15,-3 62-15,3-62 0,-11 73 16,3 0-16,-2-1 16,5-4-16,-1-5 0,6-63 15,-7 65-15,7-65 0,-11 77 16,11-77-16,-12 87 15,-4 29-15,16-116 16,-15 131-16,15-131 16,-12 123-16,12-123 0,-11 125 15,11-125-15,-8 125 0,4-7 16,0-16-16,-1-20 0,5-82 16,-5 68-16,0 0 15,3 4-15,-2-6 0,2 2 16,2-68-16,-4 66 15,4-66-15,-6 77 0,0 6 16,6-83-16,-4 84 16,4-84-16,0 0 0,0 111 15,0-111-15,-5 123 16,5-123 0,-2 110-16,2-110 15,-4 97-15,4-97 0,-1 85 16,1-15-16,0-23 15,0-47-15,0 0 0,0 43 16,0-43-16,0 44 16,0-1-16,0-43 0,0 39 15,1-14-15,3-4 0,-4-6 16,2 0-16,-2-15 0,0 0 16,0 0-16,0 14 15,0-14-15,0 0 0,0 0 16,0 13-16,0-13 15,0 0-15,0 0 0,0 10 16,0-3-16,0-1 16,0-6-1,0 0-15,0 0 16,0 0-16,0 0 0,0 0 16,0-2-16,0 2 15,0 0-15,0 0 0,-7-4 16,7 4-16,0 0 0,0 0 15,-16-7-15,-5-1 16,-4 0-16,25 8 16,0 0-16,-30-9 0,30 9 15,-40-12-15,40 12 16,-47-15-16,47 15 0,0 0 16,-67-18-16,-4 3 15,2 0-15,8 2 0,2 0 16,-3 0-16,5 2 15,0 1-15,57 10 16,-64-7-16,-4-1 0,68 8 16,-80-10-16,0 0 0,1-1 15,-3 3-15,2 1 16,2 2-16,-3-3 16,81 8-16,-84-5 0,-29-1 15,-16 1-15,17-1 16,112 6-16,-108-7 15,5 7-15,-5-3 0,8 2 16,100 1-16,-107-3 16,-6-2-16,-6 2 0,15 3 15,8 5-15,4-5 16,3 6-16,3-5 0,-3-1 16,89 0-16,-108 0 15,-10 0-15,-10 0 0,9 0 16,12 0-16,11-1 15,4 1-15,-4 0 0,96 0 16,-104 0-16,-9 1 16,-5 2-16,118-3 0,-116 3 15,4-6-15,112 3 16,-123-7 0,2 2-16,121 5 0,-125-3 0,3 3 15,7 3-15,115-3 16,-110-3-16,110 3 0,-110-3 15,110 3-15,-121 0 16,9 3 0,16 0-16,96-3 0,-81 0 15,81 0-15,0 0 0,-74 0 0,74 0 16,-94 2-16,94-2 16,0 0-16,0 0 0</inkml:trace>
  <inkml:trace contextRef="#ctx0" brushRef="#br0" timeOffset="34909.162">23111 9576 0,'-5'0'0,"5"0"0,5 0 0,-2 0 0,-3 0 0,3 0 0,-3 0 0,0 0 0,13 0 0,9 0 0,10 0 0,-11-5 0,3 2 0,-3-2 0,0-1 16,-1 6-16,-1 0 16,1 0-16,-3 0 0,4 0 15,3 4-15,0-4 16,-24 0-16,0 0 15,30 0-15,-30 0 0,0 0 16,45 0-16,-45 0 16,66 0-16,6 0 0,-3 2 15,-69-2-15,65 0 16,-65 0-16,64 0 16,3 2-16,-67-2 0,0 0 15,70 0-15,9 0 16,-79 0-16,79 3 15,-79-3-15,83 3 0,-83-3 16,85 0-16,22 3 0,-107-3 16,108 0-16,-108 0 15,108 2-15,-108-2 16,108 0-16,-108 0 0,112 0 16,-112 0-16,123-2 15,-123 2-15,123 0 16,-6-3-16,-117 3 0,110 0 15,-13-3-15,-7 3 16,-90 0-16,104-5 0,-104 5 16,0 0-16,0 0 15</inkml:trace>
  <inkml:trace contextRef="#ctx0" brushRef="#br0" timeOffset="76183.169">3685 8280 0,'61'2'0,"3"1"0,8 0 0,8-3 0,2 0 0,5 0 0,18 0 0,-4 0 0,4 0 0,3 0 0,3-3 0,5-2 0,-1-1 0,10 1 0,0-3 16,3 3-16,3 0 0,5 0 15,14 0-15,6 2 0,8 1 16,-8 2-16,-60 0 16,80-4-16,-176 4 0,0 0 15,0 0 1</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10:11:20.692"/>
    </inkml:context>
    <inkml:brush xml:id="br0">
      <inkml:brushProperty name="width" value="0.05292" units="cm"/>
      <inkml:brushProperty name="height" value="0.05292" units="cm"/>
      <inkml:brushProperty name="color" value="#FF0000"/>
    </inkml:brush>
  </inkml:definitions>
  <inkml:trace contextRef="#ctx0" brushRef="#br0">2578 10454 0,'0'0'0,"0"0"0,0 0 0,0 0 0,0 0 0,8 2 0,-1 9 0,9 4 0,-5-7 0,-5 1 0,4-8 0,-6 2 0,6-3 0,-3-3 0,6-2 0,2 0 16,4-5-16,5-1 0,-2-4 15,6-2-15,3-5 16,-31 22-16,33-25 0,-33 25 15,44-31-15,-44 31 16,0 0-16,59-41 16,-2-1-16,-7 5 0,-11 5 15,-6 7-15,-33 25 16,21-21-16,-2 1 0,-19 20 16,0 0-16,0 0 15</inkml:trace>
  <inkml:trace contextRef="#ctx0" brushRef="#br0" timeOffset="1328.522">2345 11873 0,'5'20'0,"-3"-4"0,7 0 16,-4-2-16,-3-4 0,9 0 0,-2-3 0,10-1 0,-7-3 0,3-2 0,4 4 0,0-10 0,8 1 0,-2-4 0,4-5 0,4-5 0,-33 18 16,38-25-16,19-10 0,5-2 15,-3-3-15,2 6 16,-61 34-16,64-40 0,-64 40 15,64-38 1,0 3-16,-9 4 0,-14 0 0,-41 31 16,0 0-16,0 0 15</inkml:trace>
  <inkml:trace contextRef="#ctx0" brushRef="#br0" timeOffset="2496.045">2126 13216 0,'3'0'0,"0"0"0,0 0 0,-3 0 0,0 0 0,2 0 0,3 0 0,1 0 0,1 0 0,-2 6 0,3-1 0,3 1 0,-6-3 0,1 1 0,0 3 0,-4 1 31,0 3-31,4 2 0,-3-1 0,2 5 0,-1-7 16,2 2-16,-1-2 16,3 1-16,2-4 15,2-1-15,4-1 16,-16-5-16,27 2 0,-9-2 16,-1-2-16,10-9 15,7-4-15,-34 15 16,48-28-16,21-10 0,2-2 15,-7 3-15,-64 37 0,64-36 16,-64 36-16,0 0 0,64-37 31,-5 5-31,-4 3 0,-11 4 0,-11 6 0,-9 3 32,-2 1-32,-22 15 0,0 0 15,0 0-15</inkml:trace>
  <inkml:trace contextRef="#ctx0" brushRef="#br0" timeOffset="3344.935">2446 14562 0,'-2'-4'0,"-2"-2"0,1 3 0,0 3 16,0-2-16,3 2 0,0 0 0,0-3 0,0-1 0,0-2 0,0 5 0,0-2 0,3 0 0,0 0 15,1-1 1,1-2-16,2 3 0,0 8 0,1 3 16,-4 2-16,1 0 15,2 1-15,-5 4 0,0 1 16,0 0-16,3-2 15,4-1 1,-4-1-16,3-3 0,3-4 0,-2 1 16,7-6-16,5-3 0,1-5 15,4-5-15,2 0 16,3-4 0,2-1-16,3-3 0,5-6 0,-41 27 15,0 0-15,54-30 0,1-4 16,-1 4-16,-11 5 15,-8 5 1,-12 4-16,-2 2 0,-4 0 16,0 0-16,-4 7 15,0 4-15,-13 3 0,0 0 16,0 0-16</inkml:trace>
  <inkml:trace contextRef="#ctx0" brushRef="#br0" timeOffset="4226.642">2495 16945 0,'0'-4'0,"0"4"0,0 4 0,0-1 0,0 3 0,0 2 0,0 4 0,0-5 0,0 2 0,0-7 0,0 0 15,0 2-15,0-4 16,0 0-16,7 1 0,-5 6 16,7 5-16,-3-3 15,3-1-15,-7 5 0,0 1 16,3-2-16,2 6 15,-5-2-15,0 2 0,-2-1 16,0 2 0,2-2-16,3 2 0,1-5 15,0 0-15,5-1 16,3-4 0,1-1-16,2-2 0,-17-6 0,29 0 15,3-6-15,-32 6 0,47-9 16,-47 9-16,68-27 15,-68 27-15,72-39 0,6-9 16,4-13 0,-15 7-16,-12 6 15,-55 48-15,44-33 0,-44 33 0,0 0 0,0 0 16</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10:19:58.538"/>
    </inkml:context>
    <inkml:brush xml:id="br0">
      <inkml:brushProperty name="width" value="0.05292" units="cm"/>
      <inkml:brushProperty name="height" value="0.05292" units="cm"/>
      <inkml:brushProperty name="color" value="#FF0000"/>
    </inkml:brush>
  </inkml:definitions>
  <inkml:trace contextRef="#ctx0" brushRef="#br0">21852 13066 0,'34'-16'0,"-5"6"0,2 0 0,-5-1 0,2 4 0,0-2 16,-28 9-16,36-7 0,-36 7 0,0 0 0,0 0 0</inkml:trace>
  <inkml:trace contextRef="#ctx0" brushRef="#br0" timeOffset="380.505">21790 13666 0,'0'0'0,"4"6"0,2-1 16,3-3-16,3 2 0,0-3 15,7-1-15,5 0 16,10 0-16,2 0 0,3-1 16,2-3-16,-8-3 15,-10-4-15,-23 11 0,0 0 16,0 0-16</inkml:trace>
  <inkml:trace contextRef="#ctx0" brushRef="#br0" timeOffset="793.975">21717 14707 0,'5'2'0,"1"3"0,2-3 16,4 0-16,12-2 0,7-6 0,9-4 0,2-6 0,-2-5 0,-4 3 0,-2 4 16,-34 14-16,0 0 15,0 0-15</inkml:trace>
  <inkml:trace contextRef="#ctx0" brushRef="#br0" timeOffset="1140.042">21651 15463 0,'0'14'0,"0"4"0,0-1 16,0 2-16,0-13 16,6 0-16,10-12 0,7-2 15,12-5-15,1-4 16,6 2-16,-42 15 0,0 0 16,0 0-16</inkml:trace>
  <inkml:trace contextRef="#ctx0" brushRef="#br0" timeOffset="6158.67">22046 11376 0,'0'0'0,"0"0"0,0 0 0,0 0 0,0 0 0,0 0 0,15 5 0,9 6 0,1 0 0,-10-2 0,-4-1 0,6-3 0,2 0 0,0-2 0,-2 1 0,4-1 15,-2 0-15,5-1 16,-2 0-16,5 1 16,-27-3-16,0 0 15,33 0-15,-33 0 0,46 3 0,-46-3 16,68 4 0,-2-4-16,-66 0 15,67 0-15,-67 0 0,71 1 16,4-1-16,-5 4 0,-70-4 15,68 4-15,1-1 16,-69-3-16,73 2 0,-73-2 16,79 0-16,-79 0 15,84 0-15,21 0 0,-105 0 16,106 0-16,-106 0 16,107 5-16,-107-5 15,109 2-15,-7 1 0,-102-3 16,98 0-1,-98 0-15,94 3 16,-94-3-16,104 2 0,-9-2 0,-95 0 0,96 6 31,-96-6-31,92 1 0,5 5 16,-97-6-16,94 6 0,-94-6 0,97 2 31,-97-2-31,105 5 0,-105-5 16,108 3-16,-108-3 15,111 3-15,-111-3 16,119 2-16,-119-2 0,116 2 16,-9 4-16,-18-4 15,-10 1-15,-18 0 0,-3-3 16,-58 0-16,58 0 16,-58 0-16,70 0 15,-70 0-15,82 4 0,6-1 16,-88-3-16,0 0 15,113 8-15,-113-8 0,0 0 16,133 6-16,1-1 16,-134-5-16,0 0 0,136 4 15,-136-4-15,114 3 16,-13-1-16,-101-2 0,85 2 16,-85-2-16,77 0 15,-77 0-15,0 0 0,70 5 16,-70-5-1,74 0-15,-5 3 0,-69-3 0,0 0 16,0 0-16,68 0 16,-68 0-16,0 0 0,64-5 15,-64 5-15,0 0 16,0 0-16,63-7 16,-6-5-16,-57 12 15,0 0-15,0 0 0</inkml:trace>
  <inkml:trace contextRef="#ctx0" brushRef="#br0" timeOffset="9018.79">17591 10657 0,'0'29'0,"0"2"0,0-1 0,0 3 0,0 4 0,0-1 0,-5-3 0,-2 0 0,4-7 0,3-26 0,-5 23 0,5-23 0,0 0 0,0 0 0,-11 31 0,11-31 0,0 0 0,0 0 0</inkml:trace>
  <inkml:trace contextRef="#ctx0" brushRef="#br0" timeOffset="9234.505">17401 11196 0,'0'3'16,"0"-1"-16,5 0 0,-3-2 16,7 0-16,6 0 0,8 0 15,8 0 1,0 0-16,0 0 0,-5 0 0,2 0 15,2 0-15,4 0 16,-4 0-16,-1 0 0,-11 0 16,-18 0-16,0 0 0,0 0 15</inkml:trace>
  <inkml:trace contextRef="#ctx0" brushRef="#br0" timeOffset="9487.562">17380 10786 0,'6'0'15,"-1"-8"-15,8-5 0,7 2 16,4 4-16,9-3 0,-4 3 15,1-5-15,-2 7 16,2-2-16,1 0 16,-31 7-16,0 0 0,0 0 15</inkml:trace>
  <inkml:trace contextRef="#ctx0" brushRef="#br0" timeOffset="9725.02">18088 10580 0,'0'4'15,"6"5"-15,-3-1 0,1 8 16,5 4-16,-4 10 16,2 4-16,-7 2 0,0 5 0,-5 0 31,3 0-31,2-41 0,-3 49 0,3-49 0,-11 59 15,11-59-15,-23 69 16,23-69-16,0 0 16,0 0-16</inkml:trace>
  <inkml:trace contextRef="#ctx0" brushRef="#br0" timeOffset="9902.887">17932 11026 0,'0'-4'0,"0"-4"16,0 0-16,9 1 16,-2-3-16,13-4 0,1 1 15,7 2-15,-2 0 0,2 1 16,0-3-16,-28 13 16,0 0-16,0 0 0</inkml:trace>
  <inkml:trace contextRef="#ctx0" brushRef="#br0" timeOffset="10313.826">18523 10826 0,'0'0'16,"0"0"-16,0 0 0,-10 0 31,-4 0-31,-4 0 16,-3 8-16,2 5 0,-5 2 15,10 1-15,0-1 16,6 1-16,1 1 0,-1 0 16,3-2-16,5-1 15,5 0-15,3 1 0,2-4 16,0-4-16,6-2 16,0-5-16,4-2 0,-2-6 15,-1-5-15,-1 2 16,2-3-16,-4 0 0,-2 3 15,-2-3-15,-4 1 16,0 1-16,-2 3 0,1 2 16,-3 1-16,1 6 15,-3 3-15,2 3 0,-2 4 16,2 0-16,-2 8 16,0-2-16,0 0 0,6 4 15,-3-3-15,2-1 16,0-4-16,2-1 0,-7-11 15,0 0-15,0 0 16</inkml:trace>
  <inkml:trace contextRef="#ctx0" brushRef="#br0" timeOffset="10582.286">18838 10569 0,'0'0'16,"0"-4"-16,0 1 0,0-2 0,5 2 0,-2 11 0,2 6 0,0 11 0,-5 5 0,2 6 0,-2 5 0,0-2 0,0 1 16,0 3-16,0-43 15,0 0-15,6 50 0,-6-50 16,0 0-16,0 0 0,10 71 15,-10-71 1,0 0-16,0 0 0</inkml:trace>
  <inkml:trace contextRef="#ctx0" brushRef="#br0" timeOffset="10760.084">19064 10844 0,'0'0'0,"0"0"16,0 0-16,0 0 0,0 0 15,0 9-15,5 3 16,-3 5-16,3 10 0,-3 4 16,-6-3-16,-4-6 15,1 0-15,7-22 0,0 0 16,0 0-16</inkml:trace>
  <inkml:trace contextRef="#ctx0" brushRef="#br0" timeOffset="10914.139">19164 10730 0,'0'0'0,"0"0"0,5 0 0,-1 0 16,1 0-16,0 7 0,-5-7 15,0 0-15,0 0 16</inkml:trace>
  <inkml:trace contextRef="#ctx0" brushRef="#br0" timeOffset="11173.599">19377 10801 0,'0'0'0,"0"0"0,0 0 15,-7 0-15,-6 7 0,3 7 31,-5 1-31,4 2 0,3-2 16,0 2-16,3-4 0,0 2 0,5 1 16,3-1-16,4-2 15,3-2 1,4 2-16,4-2 16,5-3-16,3-8 0,4 0 15,8-5-15,-38 5 16,0 0-16,0 0 0</inkml:trace>
  <inkml:trace contextRef="#ctx0" brushRef="#br0" timeOffset="11453.184">19742 10745 0,'0'2'16,"0"-2"-16,-5-2 0,-1-4 15,5 4-15,-9 2 0,0 2 16,1 4-16,-5 0 15,4 5-15,-6 2 0,9-6 16,5 4-16,2 4 16,2 1-16,1-1 15,1 0-15,2 0 0,-1 2 16,-2-4-16,-6 0 0,3-1 16,-5-3-16,3 7 15,-4-7-15,-4 2 16,0 0-16,-3-5 15,3-3-15,10-3 0,0 0 16,0 0-16</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10:21:02.644"/>
    </inkml:context>
    <inkml:brush xml:id="br0">
      <inkml:brushProperty name="width" value="0.05292" units="cm"/>
      <inkml:brushProperty name="height" value="0.05292" units="cm"/>
      <inkml:brushProperty name="color" value="#FF0000"/>
    </inkml:brush>
  </inkml:definitions>
  <inkml:trace contextRef="#ctx0" brushRef="#br0">10885 11707 0,'23'0'0,"-7"0"0,-4 0 0,2 0 0,-5 0 0,1 0 0,1-2 0,-1-2 0,0 2 0,2-1 0,-2 3 0,0-2 0,0 2 0,4-2 0,-3 2 0,3-3 16,-2 1-16,4-1 15,-4 3-15,4-3 0,-1 6 16,-2-3-16,4 3 16,-17-3-16,0 0 0,0 0 15,21 2-15,-21-2 16,0 0-16,0 0 0,29 0 15,-29 0-15,0 0 16,0 0-16,38 3 0,-38-3 16,0 0-16,43 0 15,11 2-15,-1 0 0,-13-2 16,-9 3-16,-31-3 16,0 0-16,0 0 0,34 0 15,-34 0-15,0 0 16,35 2-16,-35-2 15,46 6-15,10-1 0,-9 1 16,-47-6-16,0 0 0,45 2 16,-45-2-16,0 0 15,49 5-15,4-2 16,-53-3-16,0 0 16,56 3-16,-56-3 0,56 2 0,4-2 15,-60 0-15,0 0 16,61 3-16,1-3 15,-62 0-15,0 0 0,63 3 16,-3-3-16,-2 0 0,-58 0 16,0 0-1,56 0-15,-56 0 0,0 0 16,65 0-16,-65 0 0,0 0 16,75 0-16,-1 0 15,-74 0-15,0 0 0,73 0 16,-5-3-16,-68 3 0,67-5 15,-67 5-15,0 0 16,67 0-16,-67 0 16,0 0-16,71 0 15,1 0-15,-72 0 0,70 0 0,-70 0 16,0 0-16,69 0 16,-69 0-16,72 0 15,-72 0-15,74-3 0,-74 3 16,0 0-1,74 0-15,-74 0 0,78 0 0,-78 0 16,74 3-16,-74-3 16,74 0-16,-74 0 0,0 0 15,78 0 1,-78 0-16,74 2 0,-3 1 16,-71-3-16,70 3 0,-70-3 15,0 0-15,72 4 16,-3-1-16,1 0 0,-70-3 15,61 4-15,-61-4 16,0 0-16,64 6 0,-2-1 16,-62-5-16,64 5 0,-64-5 15,0 0 1,66 3-16,-66-3 16,73 6-16,-73-6 0,76 3 15,-76-3-15,77 3 0,-77-3 16,0 0-16,80 3 15,-5-3-15,-75 0 16,74 2-16,-8 1 16,-66-3-16,70 2 0,-70-2 15,65 0-15,-65 0 16,64 0-16,-64 0 0,68-2 16,-68 2-16,0 0 15,70-3-15,2-2 0,-72 5 16,66-6-16,-66 6 15,63-6-15,-63 6 0,0 0 16,68-5-16,-1 0 16,0-4-16,-67 9 0,59-4 15,-5-4-15,-54 8 16,53-8-16,-4 0 16,0 3-16,-49 5 0,52-5 15,-4-1-15,-48 6 0,52-2 16,-4 0-16,-4-7 15,-44 9-15,0 0 16,48-4-16,-48 4 0,0 0 16,55-5-16,6-1 0,-5 4 15,-56 2-15,54-1 16,-5 1-16,-49 0 0,0 0 16,54-5-16,-54 5 15,52 0-15,-2 0 0,-50 0 16,0 0-16,0 0 15,47 0-15,-47 0 16,0 0-16,41-1 0,-41 1 16,0 0-16,0 0 0,0 0 15</inkml:trace>
  <inkml:trace contextRef="#ctx0" brushRef="#br0" timeOffset="41068.92">10898 11701 0,'0'0'0,"8"0"0,7 0 0,8 0 0,5 0 0,2 0 15,-3 4-15,0 0 0,-7-1 0,2 0 0,1-3 0,5 3 0,-28-3 0,33 4 0,-33-4 0,48 3 0,-48-3 16,66 3-16,3-3 0,-69 0 15,74-3-15,-74 3 0,73 0 16,3 0 0,-2 0-16,-74 0 0,68-3 15,-68 3-15,69-2 0,-3 0 16,-66 2-16,0 0 16,71-3-16,-8 3 0,-1-6 15,-62 6-15,0 0 16,56 0-16,-56 0 0,0 0 15,0 0-15,53-2 16,-53 2-16,49-6 0,-7 4 16,-14-1-16,-7 3 15,-6 0-15,-2 0 0,-3 0 16,-5 0-16,1 0 0,-2-2 16,-4 2-16,6-2 15,-6 2-15,-3-3 0,3 3 16,0 0-16,0 0 15</inkml:trace>
  <inkml:trace contextRef="#ctx0" brushRef="#br0" timeOffset="42111.9">13341 11678 0,'-3'0'0,"1"0"0,0 0 0,2 0 0,0 0 15,0 0-15,0 0 0,0 0 0,0 0 0,0 0 0,4 0 0,4 0 16,3 0-16,-1 0 15,-3 0-15,1 0 0,1 1 16,-3 4-16,4 0 31,5 0-31,-4-3 0,6 1 16,-2-1-16,3 4 16,2-4-16,0 1 0,1-3 15,2 3-15,0-3 16,0 0-16,-23 0 0,0 0 15,30 0-15,-30 0 16,0 0-16,44 0 16,-44 0-16,62 0 0,1 0 15,2 3-15,-65-3 0,0 0 16,61 0-16,-61 0 16,68 0-16,-68 0 0,79-3 15,-79 3-15,82-3 16,-2 0-16,-80 3 0,0 0 15,87-4-15,13 0 16,-100 4-16,108 0 16,-108 0-16,109-5 0,-10 3 15,-99 2-15,95-2 0,-95 2 16,93 0-16,-93 0 16,99 0-16,-99 0 0,104-3 15,-104 3-15,104 0 16,-1-2-16,-11-1 0,-92 3 15,90-6-15,-90 6 16,97-18-16,-97 18 0,0 0 16,0 0-16</inkml:trace>
  <inkml:trace contextRef="#ctx0" brushRef="#br0" timeOffset="49571.298">11507 9471 0,'35'0'0,"-2"0"0,-2 5 0,1 0 0,-4-2 0,7-3 0,-4-5 0,10-3 0,-41 8 0,0 0 0,0 0 0,33-8 0,-2 0 0,-31 8 0,0 0 0,0 0 0</inkml:trace>
  <inkml:trace contextRef="#ctx0" brushRef="#br0" timeOffset="50008.13">11727 9401 0,'0'3'15,"0"3"-15,0-4 16,0 2-16,0 4 0,0 3 15,0 1-15,0 4 0,0 2 16,0-3-16,0 7 16,0 0-16,0 3 15,5-2-15,-3 4 0,3 4 16,-10-3-16,3-2 0,2-26 16,-2 26-16,2-26 15,0 35-15,0-35 0,0 0 16,4 40-16,1 6 15,0 8-15,-2-6 16,4-10-16,-3-7 16,-2-6-16,-2-25 0,0 0 15,0 0-15,0 28 0,0-28 16,0 0-16,0 0 0,-5 26 16,5-26-16,0 0 15,-16 21-15,16-21 0,0 0 16,-30 14-1,30-14-15,0 0 16,-46 3-16,46-3 0,0 0 0,-73 0 16,73 0-16,0 0 0,0 0 15</inkml:trace>
  <inkml:trace contextRef="#ctx0" brushRef="#br0" timeOffset="50546.748">12066 9905 0,'-2'0'0,"-9"0"0,1 0 0,-5 6 0,1 1 0,-7 6 0,11 2 0,-2 2 16,3-4-16,2 4 15,0 1 1,-1-1-16,6 1 0,0-3 0,2-2 31,4 0-31,4 0 0,1-2 0,5-7 0,1 2 31,3-6-31,-1-6 0,3-4 16,-2 0-16,-3-3 16,-6-2-16,5-2 15,-2 2-15,4 4 0,-6-6 16,-8 5-16,-4 1 0,-3 1 16,-2 3-16,4 1 15,0 1-15,0 2 16,3 1-16,0 4 0,0 4 15,0 3-15,3 5 16,-3-1-16,0-1 0,3 5 16,0 0-16,4 1 15,-2-6-15,2 1 0,2-4 16,2-7-16,0-4 16,-11 2-16,0 0 0,0 0 15</inkml:trace>
  <inkml:trace contextRef="#ctx0" brushRef="#br0" timeOffset="50938.992">12287 9931 0,'5'7'0,"-5"4"15,2-4-15,-2 4 0,0 1 0,0 6 0,0 3 0,0-4 0,0-2 0,0-6 0,0-1 0,0-7 0,0 2 16,0-6-16,0-2 16,0-5-16,4-4 15,3-5-15,0 4 0,3 0 16,-2 1-16,3-1 16,-4 3-16,4-5 0,-1 5 15,2-3-15,0 4 16,0 1-16,-5 5 0,3 5 15,-1 3-15,-2 4 16,1 3-16,-1-2 0,-1 5 16,-3-1-16,-1 5 0,1 1 15,-1-3-15,0 3 16,1-3-16,-1 1 16,1-1-16,2-2 0,7-4 15,-12-9-15,0 0 16,0 0-16</inkml:trace>
  <inkml:trace contextRef="#ctx0" brushRef="#br0" timeOffset="51145.252">12776 9766 0,'0'0'0,"0"-5"0,0 1 16,0 0-16,0-2 16,0 6-16,0-1 0,0 1 15,0 0-15,0 0 0,0 0 16</inkml:trace>
  <inkml:trace contextRef="#ctx0" brushRef="#br0" timeOffset="51368.114">12728 10139 0,'0'0'0,"0"0"16,4 0-16,3 0 15,2 0-15,-1 0 0,-8 0 16,0 0-16,0 0 16</inkml:trace>
  <inkml:trace contextRef="#ctx0" brushRef="#br0" timeOffset="52460.791">13572 9643 0,'-5'-17'0,"-1"9"0,-8-3 0,0 9 0,2-2 0,0 8 0,-2-2 0,-6 1 0,-3 2 0,-4 5 0,2 0 0,-1 5 0,4 0 0,-1 7 15,-1 1-15,24-23 0,-23 27 16,23-27-16,0 0 0,0 0 15,-20 37-15,20-37 16,0 0-16,-15 58 0,15-58 16,4 65-1,-4-65-15,16 62 16,-16-62-16,0 0 0,34 52 16,-34-52-16,0 0 0,0 0 15,47 39-15,11-15 16,-58-24-16,0 0 0,0 0 15</inkml:trace>
  <inkml:trace contextRef="#ctx0" brushRef="#br0" timeOffset="52872.266">13613 9920 0,'-3'-5'0,"1"5"0,-1-3 0,3 3 15,0 0-15,0 0 0,0 0 16,3 0-16,-1 0 0,3 0 15,0 0-15,-5 12 16,3 2-16,-1 7 0,4-1 16,2 1-16,0-1 15,-1-1-15,2-8 0,-2 0 16,2-4-16,-1-1 16,6-4-16,1-2 15,-2-2-15,-1-4 16,3 5-16,1-7 0,2-1 0,0 0 15,-5-4 1,-3 0-16,-3 1 0,5 2 16,-5-1-16,-2 3 0,0 2 15,0 1-15,1 3 0,-3 2 16,-1 2-16,-2 3 31,3 3-31,-3 3 0,-3 2 0,1-1 0,-1 2 31,3-1-31,3-2 0,2 2 16,5-2-16,-3-1 16,-7-10-16,0 0 15,0 0-15</inkml:trace>
  <inkml:trace contextRef="#ctx0" brushRef="#br0" timeOffset="53172.505">14170 9874 0,'0'-6'0,"0"1"0,0 3 16,0-3-16,-5 5 0,0-3 0,-2 6 0,-4 2 0,-4 5 0,2 1 16,3 1-16,5 5 15,7-2-15,3-3 0,-2 1 16,2-1-16,0 7 15,0-1-15,0-3 0,-2 1 16,0-1-16,-1-2 16,-2-1-16,-2-1 15,-6-3-15,0-1 0,-2-1 16,-3-4-16,2-4 16,4-6-16,4 0 0,3 8 15,0 0-15,0 0 16</inkml:trace>
  <inkml:trace contextRef="#ctx0" brushRef="#br0" timeOffset="53400.985">14416 9632 0,'22'0'0,"-2"0"16,-17 0-16,2 0 0,2 0 15,6 11-15,-2 7 16,-2 0-16,-4 4 0,0 1 15,-2 3-15,-3 6 0,0 1 16,-5 2-16,5-35 16,-3 39-16,3-39 15,-7 46-15,-3 14 0,10-60 16,0 0-16,0 0 16</inkml:trace>
  <inkml:trace contextRef="#ctx0" brushRef="#br0" timeOffset="53822.365">14383 9995 0,'5'0'0,"0"-5"16,6-1-16,11-4 0,1-1 16,14-1-16,-14-4 15,3 1-15,-3 0 0,-23 15 16,32-21-16,-8 8 15,-3 5-15,-1 2 0,-4 5 16,-3-2-16,-6 3 16,1 0-16,0 3 0,-3 4 15,-2 4-15,-3 4 16,2 1-16,-4-1 0,2 3 16,-3-3-16,6 0 15,-1-1-15,3-1 0,2-5 16,2 0-16,-9-8 15,0 0-15,0 0 0,12 1 16,-12-1-16,0 0 16,0 0-16,15-5 0,-15 5 15,0 0-15,0 0 16,13-12-16,-13 12 16,10-13-16,-10-1 15,-1 7-15,-5 2 0,1 0 0,5 0 16,0 5-1,0 0-15,0 0 0</inkml:trace>
  <inkml:trace contextRef="#ctx0" brushRef="#br0" timeOffset="54329.28">14963 9861 0,'6'2'0,"1"3"0,1 1 0,-3 4 0,0 3 0,-3 5 0,-2 5 0,3 0 0,-3 3 0,0-6 0,0-1 16,0-10-16,0-3 16,0-6-16,5-6 15,2-1-15,4 3 0,-1-5 16,6 1-16,0-2 16,2 0-1,2-6-15,-2 6 0,0-2 16,-3 3-16,1 4 0,-4 2 0,-2 3 15,3 6 1,-5-1-16,2 8 16,-5 2-16,-2 1 15,0 0-15,-1-1 16,-2-2-16,0-5 0,0-1 16,0-7-16,3 0 0,-1-5 15,3-1-15,2-3 0,4-5 16,3-3-16,-14 17 15,20-19-15,-20 19 16,0 0-16,0 0 0,26-17 0,-26 17 16,0 0-16,0 0 0,27-10 15,-27 10 1,0 0-16,31 0 16,-31 0-16,0 0 0,26 18 0,-26-18 31,18 30-31,-18-30 0,0 0 15,0 0-15</inkml:trace>
  <inkml:trace contextRef="#ctx0" brushRef="#br0" timeOffset="54643.008">15677 10015 0,'5'0'0,"0"0"0,11 0 0,1-4 0,4 0 15,-5-3-15,-4 0 0,0-2 16,4-4-16,-1 1 16,-4-7-16,-6 7 15,0-4-15,0 3 0,-3 3 16,1 0-16,-3 2 16,-5 0-16,0 6 0,-3 2 15,1 6-15,-2 1 0,0 1 16,-1-1-16,-1 3 15,1 6-15,3-3 16,2-1-16,2 1 0,3 2 16,5 1-16,0 0 15,10-4-15,3-4 0,-18-8 16,0 0-16,0 0 16</inkml:trace>
  <inkml:trace contextRef="#ctx0" brushRef="#br0" timeOffset="54988.964">16051 9850 0,'11'0'0,"1"0"0,7-4 15,-2 1-15,-1-2 16,-3-1-16,-3 6 0,8-1 16,0 1-16,2 0 15,-7 4-15,-3 7 0,2 0 16,-3 8-16,-4-3 15,-3 3-15,-2-4 0,0-6 16,-2 2-16,-1-6 16,3 0-16,-2 0 0,2-3 15,0 2-15,0-8 16,2 2-16,3-6 0,-2-5 16,2-1-16,0-7 15,3-5-15,-2 0 0,1-1 16,3-5-1,4 4-15,-2 0 0,1 2 0,-13 26 16,0 0-16,0 0 16,0 0-16</inkml:trace>
  <inkml:trace contextRef="#ctx0" brushRef="#br0" timeOffset="55623.009">11137 9274 0,'-6'30'0,"1"13"0,3 2 0,2 6 0,2 2 0,-2 8 16,0-61-16,-2 72 0,-3 11 0,1-1 16,0-2-16,4-80 15,-5 77-15,0-8 16,5-69-1,-3 64-15,3-64 16,0 0-16,0 0 0,-10 74 16,10-74-16,0 0 15,0 0-15</inkml:trace>
  <inkml:trace contextRef="#ctx0" brushRef="#br0" timeOffset="57058.496">10939 9213 0,'5'0'16,"1"-5"-16,6 4 0,6-5 15,7 1-15,10 5 16,3-3-16,5 6 0,12 0 16,-55-3-16,66 8 15,-66-8-15,86 13 16,25 1-16,-111-14 0,126 17 16,-2-5-16,2 1 15,-19-3-15,-2-3 0,-2-4 16,13-3-16,7 3 0,4-3 15,-1 0-15,6-3 16,-4 3-16,3 0 0,-3 0 16,1 0-16,-2 0 15,7-3-15,8 3 0,1 3 16,-19 5-16,-3-5 16,-2 3-16,13-3 0,-6 3 15,1-2 1,-1-4-16,0 3 0,-3-1 15,1 4-15,-2-4 16,-122-2-16,134 0 0,15 5 16,-8 1-16,-20-1 15,-17-3-15,-6 4 0,-9-4 16,4 1-16,-8 3 0,-85-6 16,93 4-16,-4-4 15,-2-4-15,-87 4 0,80-11 16,-80 11-16,0 0 15,64-12-15,-3 0 16,-61 12-16,60-13 0,-60 13 0,51-12 16,-51 12-16,0 0 15,0 0-15,43-7 0,-43 7 16,0 0-16,0 0 16,37-3-16,-37 3 0,23 3 15,-10 6-15,-5 1 16,-8-10-16,2 18 0,1 3 15,-3-21-15,0 29 16,-3 6-16,1-7 0,2-28 16,-5 50-1,5-50-15,-8 61 16,0 3-16,8-64 0,-6 68 0,6-68 16,-5 66-16,5-66 0,-2 72 15,-3 1 1,5-73-16,0 0 0,-11 71 0,-2-7 15,13-64 1,0 0-16,-12 59 0,12-59 16,0 0-16,-21 51 15,21-51-15,-25 47 0,-6-11 0,-2-8 16,33-28-16,-38 23 16,38-23-16,0 0 0,-53 16 15,-10-7-15,63-9 16,-71 9-16,71-9 0,-79 2 31,-2 1-31,-2-1 16,83-2-16,-87 0 0,-26 0 15,-15-2-15,128 2 0,-152-3 0,152 3 16,-133 0 0,133 0-16,-146 3 0,-1 1 0,27 1 15,22 0-15,8-4 0,9-1 16,9 3-16,0-1 15,-5 3-15,-2-3 16,-4 4 0,2-5-16,-7 3 0,-12-2 15,-6 0-15,12 3 0,1-5 0,93 0 16,-102 4 0,-7-4-16,0 0 15,109 0-15,-121 2 16,-2-2-16,5-2 0,9-2 15,20 4-15,2 4 16,2-2-16,0-2 0,85 0 16,-98 0-16,-3 0 15,-11 0-15,8 2 0,104-2 16,-104 0-16,104 0 16,-109 3-16,-15 3 0,13 0 15,111-6-15,-109 0 16,8-4-16,11 4 0,90 0 15,-88 0-15,88 0 16,-97-2-16,-4-1 0,8 0 16,19 3-16,22-3 15,6 3-15,0-4 0,0 0 16,5 4-16,4 0 16,9-2-16,2-1 0,26 3 15,0 0 1,0 0-16</inkml:trace>
  <inkml:trace contextRef="#ctx0" brushRef="#br0" timeOffset="58398.049">11373 10235 0,'8'0'0,"6"6"0,11-1 16,0-2-16,-5-1 0,3 1 0,-1-3 0,-3 5 0,2-5 0,-3 3 0,-3-3 16,8 0-16,2-3 0,-4 3 15,4 0-15,-25 0 16,27-3 0,-27 3-16,35-2 15,-35 2-15,0 0 0,52 0 0,16 0 16,-7 0-16,-8-3 0,-53 3 15,0 0-15,55-2 16,4 2-16,1 0 16,-6 2-16,-54-2 0,0 0 15,55 0-15,4 3 16,1-1-16,-60-2 0,0 0 16,61 0-16,-1 0 15,-2 0 1,-58 0-16,52-2 15,6 2-15,-7 0 0,-51 0 0,0 0 16,52 0-16,-2 2 16,2-2-16,-52 0 15,0 0-15,48-2 16,4 2-16,-52 0 0,0 0 16,56 0-16,-56 0 0,63-3 0,0 3 31,-63 0-31,0 0 0,64 0 0,-64 0 15,0 0 1,70 0-16,2-2 16,-72 2-16,66-3 0,-66 3 15,0 0-15,67 0 16,-1 0-16,-66 0 0,64 3 16,-64-3-16,0 0 15,65 2-15,-65-2 0,67 3 16,-67-3-16,74 0 15,-7 0-15,-67 0 16,64 0-16,-64 0 0,61 0 16,-61 0-16,65 2 15,-65-2-15,0 0 0,70 0 16,-4 0-16,-66 0 16,72-2-16,-72 2 0,69-3 15,-1 3-15,-68 0 16,71-2-16,-71 2 0,0 0 15,71-3-15,6 3 16,0 0-16,-8 0 0,-3-3 16,3 1-16,-69 2 15,61-2-15,5-2 16,1 2-16,-67 2 16,69-2-16,-69 2 0,76-2 15,-76 2-15,78-3 16,-78 3-16,87 0 0,-87 0 15,116-5-15,13 2 16,-19-4-16,-26-1 16,-16-1-16,-68 9 0,50-4 15,-50 4-15,62-11 16,-62 11-16,0 0 0,0 0 16</inkml:trace>
  <inkml:trace contextRef="#ctx0" brushRef="#br0" timeOffset="60215.98">9833 14116 0,'5'21'0,"3"-12"0,0 2 0,8-6 0,-2 3 0,1-4 0,1 2 0,3-1 0,3-1 16,1-4-16,7 0 0,-3-4 0,7-4 0,-34 8 0,37-15 0,-37 15 0,47-21 0,-47 21 0,62-35 0,3-5 0,0 2 31,-65 38-31,67-41 0,-67 41 0,69-41 0,-2 3 16,-67 38-16,66-34 15,-66 34-15,0 0 0,73-40 16,-73 40-16,0 0 15,0 0-15</inkml:trace>
  <inkml:trace contextRef="#ctx0" brushRef="#br0" timeOffset="73067.825">14876 17294 0,'0'0'0,"0"0"0,0 0 0,0 0 0,0 0 0,0 0 0,0 0 0,0 0 0,-7 0 0,-8 0 0,1 0 0,-2 4 0,1-4 0,-3 2 0,-1-2 0,0 4 16,-2-4-16,4 1 15,-4 2-15,0 0 0,-1-2 0,-2-1 0,0 3 16,24-3-16,0 0 31,0 0-31,-28 0 0,28 0 16,0 0-16,-40-3 16,40 3-16,0 0 0,-54 0 15,-13-1-15,3-2 16,10 0-16,54 3 0,0 0 15,-55-5-15,55 5 16,0 0-16,-58-2 0,-9-4 16,67 6-16,-70 0 15,70 0-15,-66 0 0,0 0 16,66 0-16,-67 0 16,67 0-16,-64 2 0,-1 4 15,65-6-15,0 0 16,-64 4-16,0-3 0,64-1 15,-67 3-15,4 0 16,63-3-16,-65 0 0,4 1 16,61-1-16,0 0 15,-64 3-15,64-3 0,0 0 16,-72 0-16,72 0 16,-80 0-16,6-3 0,6-4 15,68 7-15,0 0 0,-61-1 16,7-5-16,54 6 15,0 0-15,0 0 0,-56-6 16,56 6-16,0 0 16,0 0-16,-57-2 15,57 2-15,0 0 0,0 0 16,-54-5-16,54 5 16,0 0-16,0 0 0,-35-11 15,35 11-15,0 0 16,0 0-16</inkml:trace>
  <inkml:trace contextRef="#ctx0" brushRef="#br0" timeOffset="102603.09">28987 10631 0,'0'0'0,"6"12"0,-4 10 0,3 9 0,4-6 0,-5-3 0,4-8 0,0 1 0,-6-1 0,0-1 0,2-4 0,-2 2 0,3-4 0,4 1 0,-4-3 0,3 3 0,1-5 16,-1-3-16,2-6 0,5-4 15,4-5-15,-2-3 16,2-5-16,4-4 0,4-7 15,8-14-15,-35 48 16,40-51-16,-40 51 0,50-56 16,3-3-16,1 0 15,-54 59-15,52-54 0,-52 54 16,59-53-16,-4 0 16,-2 8-16,-9 6 15,-44 39-15,0 0 16,0 0-16,37-33 0,-37 33 15,43-32-15,-43 32 0,0 0 16,0 0-16</inkml:trace>
  <inkml:trace contextRef="#ctx0" brushRef="#br0" timeOffset="132021.761">20068 11178 0,'-9'-7'0,"-3"-7"0,0 4 0,3 0 0,2-1 0,-1-1 0,1 1 0,-4 4 0,4 0 0,-6-4 0,0 4 0,1-2 0,-2 4 0,3 1 0,-1-1 0,-1 0 16,-2-1-16,-3 1 15,3-1-15,-6 4 0,3 0 16,-4-1-16,22 3 16,0 0-16,0 0 0,-24 0 15,24 0-15,0 0 16,-35 0-16,35 0 0,0 0 15,-45 3-15,-17-1 16,3 6-16,11 0 0,4 0 16,44-8-16,0 0 15,-41 12-15,41-12 0,0 0 16,-38 13-16,38-13 16,0 0-16,-49 20 0,-6 9 15,10-1-15,9-5 16,11-6-16,1 2 0,24-19 15,0 0-15,-23 21 16,23-21-16,0 0 16,0 0-16,-23 32 0,23-32 15,0 0-15,0 0 16,-23 39-16,23-39 0,0 0 16,0 0-16,-21 56 15,4 5-15,1-8 0,6-6 16,2-12-16,2-10 15,2 2-15,-1-7 0,5-20 16,0 0-16,-3 28 16,3-28-16,0 0 0,0 0 15,3 34-15,-3-34 16,0 0-16,7 41 0,-7-41 16,0 0-16,0 0 15,16 44-15,-16-44 0,0 0 16,28 53-16,-28-53 15,0 0-15,31 54 16,-31-54-16,39 49 0,-1-8 16,-3-9-16,-4-2 15,-10-9-15,0-7 16,1 3-16,-1-6 0,3 3 16,-1-1-16,-23-13 15,25 10-15,-25-10 0,0 0 16,27 10-16,-27-10 15,0 0-15,0 0 0,40 11 16,-40-11-16,0 0 0,0 0 16,45 10-16,-45-10 15,67 4-15,-67-4 16,62 0-16,-3 0 0,-13-4 16,-4 4-16,-9-5 15,-5 2 1,3-4-16,-6 4 15,-25 3-15,0 0 0,0 0 0,33-7 16,-33 7-16,0 0 0,40-11 16,-40 11-1,0 0-15,0 0 0,46-15 0,-46 15 16,0 0 0,61-28-16,-61 28 0,0 0 0,0 0 15,63-37-15,-11 3 0,-3-2 31,-16 9-31,-4 0 0,-9 5 0,1 1 0,5 1 32,-6 2-32,-2-1 15,-2-2-15,-5 4 0,-11 17 16,0 0-16,0 0 16,14-25-16,-14 25 15,0 0-15,0 0 0,10-37 16,-10 37-16,0 0 15,0 0-15,10-44 0,-10 44 16,6-66-16,-6 66 16,0-61-16,-9 3 15,0 10-15,-1 4 0,-3 8 16,3 11-16,-3 3 16,-2-3-16,-4 3 0,2 4 15,-4-3-15,-1 1 0,0 4 16,-1 1-16,-3 0 15,1 2-15,-6 0 16,-5-1-16,-1 6 0,-3-1 16,1 3-16,-1 1 0,-3 3 15,43 2-15,0 0 16,0 0-16</inkml:trace>
  <inkml:trace contextRef="#ctx0" brushRef="#br0" timeOffset="132882.54">18538 13215 0,'25'7'0,"-1"1"0,7-5 0,2 1 0,3-4 0,3 3 0,1-3 0,9 0 0,-49 0 0,59 3 0,-59-3 0,70 4 0,1 2 0,-71-6 16,79 2-16,-79-2 0,84 3 15,-84-3-15,89 3 16,-89-3-16,131 0 16,20 3-16,-8-1 0,-13 1 15,-29-3-15,-3-5 16,-3-1-16,3 3 0,2 1 15,0 4-15,2-2 16,-2-4-16,-4-2 0,-1 4 16,0-4-16,3-1 15,-98 7-15,0 0 16,0 0-16</inkml:trace>
  <inkml:trace contextRef="#ctx0" brushRef="#br0" timeOffset="142663.751">23335 11337 0,'0'0'0,"0"0"0,0 0 0,0 3 0,0 13 0,0 4 0,0 0 0,0-2 0,0-4 0,0 1 0,0-1 0,-3-2 0,1 3 0,-4 0 0,3 4 0,-2-1 0,3 3 0,-3-5 0,2 3 16,-2 1-16,-1 4 16,6-24-16,0 0 15,-4 24-15,4-24 0,0 0 16,0 0-16,-5 39 16,5-39-16,0 0 0,0 0 15,-8 52-15,-4 15 16,8-6-16,-3-7 0,7-54 15,-2 52-15,2-52 16,0 0-16,0 0 0,0 54 16,0 4-16,0-6 15,0-14-15,-3-13 0,1-6 16,-3-3-16,5-16 16,0 0-16,0 0 0</inkml:trace>
  <inkml:trace contextRef="#ctx0" brushRef="#br0" timeOffset="145915.183">23234 11412 0,'0'0'0,"0"0"16,0 0-16,0 0 0,6 0 0,-3 0 0,9 0 0,-3-5 0,5 1 0,-1 0 15,0-2-15,8 6 16,1-1-16,-1 1 16,3 0-1,-2 0-15,-4-3 0,6 0 0,-7-2 31,3 2-31,-2 3 0,5 0 0,-23 0 16,0 0-16,31 3 0,-31-3 16,42 3-16,-42-3 15,52 5 1,16-2-16,-6 1 0,-3 1 16,-59-5-16,55 6 15,10-4-15,-3 1 16,-62-3-16,64 6 0,0-2 15,-64-4-15,75 6 16,-6-1-16,1-1 16,-70-4-16,74 3 0,-74-3 15,76 3-15,-76-3 16,91 2-16,22 0 0,-113-2 16,126-2-16,-126 2 15,122 0-15,-122 0 16,119 2-16,-119-2 0,121 3 15,-12 0-15,-12-3 16,-97 0-16,86 0 0,-5 4 16,-81-4-16,78 0 15,-78 0-15,84 0 0,25-7 16,-109 7-16,117-3 16,-117 3-16,116-2 15,-6 2-15,-110 0 0,110 0 16,-1 0-16,-16 2 15,-5-2-15,-88 0 16,92 0-16,0 0 0,-92 0 16,106-2-16,-1 2 15,-105 0-15,111-2 0,-111 2 16,124 2-16,-4-2 16,-120 0-16,123 0 0,-10 0 15,-4 2-15,-109-2 16,119 3-16,-27-3 0,-23 0 15,-9 0-15,-60 0 16,75 0-16,-75 0 16,104 0-16,33-3 0,6-1 15,-22-2-15,-121 6 16,100-4-16,-2 1 0,-98 3 16,100 0-16,-1-2 15,-99 2-15,108-3 0,-108 3 16,107-5-16,-107 5 15,121-2-15,6-2 16,-127 4-16,123 0 0,-12-2 16,-12 2-16,-99 0 15,85-5-15,3 1 16,-88 4-16,93-4 0,-93 4 16,93 0-16,0 0 15,-93 0-15,89 0 16,-6-3-16,-83 3 0,0 0 15,68-3-15,-68 3 16,69-1-16,-69 1 0,73-6 16,-4 1-16,-9 2 15,-60 3-15,0 0 16,0 0-16,54-2 16,-2 2-16,-52 0 0,0 0 15,45 2-15,-45-2 16,0 0-16,0 0 15,39 8-15,-39-8 16,0 0-16,36 7 0,-11 7 16,-25-14-16,22 13 15,-22-13-15,18 17 0,-18-17 16,16 25-16,0-1 0,-4 5 16,-12-29-16,9 28 0,-9-28 15,7 35-15,-7-35 16,11 44-1,1 12-15,-12-56 0,10 55 0,-1 1 16,-5-2-16,-4-54 0,2 58 16,-2-58-16,0 68 15,4 4-15,-4 2 0,0-74 32,2 72-32,-2 0 0,0 2 0,0-74 0,0 81 31,0-81-31,4 83 0,-1 9 15,-3-92-15,3 123 16,-6 6-16,0-4 0,3-125 0,0 110 16,0-110-1,0 121-15,0 0 0,0-121 16,0 119-16,0-119 0,0 116 16,3 0-16,-6-13 0,-3-22 15,0-15-15,4-8 16,2-58-16,-2 67 15,2-67 1,-5 77-16,-6 4 0,2-3 0,9-78 0,-11 75 16,11-75-1,-13 74-15,13-74 16,-18 76-16,3 2 16,15-78-16,-20 71 15,20-71-15,-19 62 0,19-62 16,-25 63-16,25-63 0,-24 58 15,-1-2-15,25-56 16,-29 50-16,29-50 0,0 0 16,-25 40-16,-3-1 15,28-39-15,0 0 0,0 0 16,-32 36-16,32-36 16,-36 31-16,-1 1 0,-1-10 15,11-7-15,27-15 16,0 0-16,-27 11 0,27-11 15,0 0-15,-39 10 16,-4 0-16,43-10 0,-53 10 16,-2-5-16,2-1 15,53-4-15,-52-4 0,-1 4 16,53 0-16,-61-2 16,61 2-16,-71-3 0,71 3 15,-75-2-15,75 2 16,-83-6-16,83 6 0,-95-5 15,-23 1 1,-11-1-16,129 5 16,-118-6-16,19 1 0,99 5 15,-99-5-15,3 2 0,96 3 16,-106 3-16,106-3 16,-110 2-16,-7 1 0,6 0 15,15-3-15,96 0 0,-89 2 16,-4 1-16,-3 2 15,96-5-15,-103 5 16,5-3-16,98-2 0,-110 0 16,110 0-16,-120 0 0,-5 3 15,15 1-15,7 0 16,16-2 0,3 1-16,0-1 0,2-2 15,15-2-15,3 2 0,-7 0 0,71 0 16,-84 0-16,-23 0 15,107 0-15,-122-3 0,122 3 16,-130 0 0,3 3-16,18-1 15,11-2-15,98 0 0,-96-2 16,2 2-16,0 0 0,10 0 16,84 0-16,-73 0 15,73 0-15,-75 0 0,-13 0 16,-16-3 15,8 6-31,96-3 0,-89 0 0,89 0 0,-89 2 0,89-2 0,-99 0 16,0-2-16,99 2 0,-95 0 15,8 2-15,87-2 16,-86 0-16,86 0 16,-87-5-16,-1-1 0,88 6 15,-83-4-15,7 1 16,20 3-1,56 0-15,-50-2 16,-8 2-16,3-2 16,1 2-16,7-5 0,-1 2 15,48 3-15,0 0 16,-51-8-16,-6 0 0,-2 0 16,59 8-16,0 0 15,-59-4-15,59 4 0,-65-9 16,-3 5-16,6 0 15,62 4-15,0 0 0,-59-13 16,59 13-16,0 0 16,-64-8-16,0-3 0,8 3 15,6 3-15,50 5 16,0 0-16,0 0 0,-41-5 16,41 5-16,0 0 15,0 0-15,-35-7 0,35 7 16,0 0-16,0 0 15,-33-4-15,-3-3 0,5-4 16,10 7-16,0-1 16,8 1-16,0 0 0,5 0 15,8 4-15,0 0 16,0 0-16,-7-7 0,7 7 16,-7-7-16,7 7 15,0 0-15,0 0 0,-6-13 16,-1-3-16,2-2 15,2 0-15,3 18 0,0 0 16,0 0-16,0-21 16,0 21-16,3-21 0,-1-5 15,-2 26 1,5-28-16,0-1 0,-5 29 0,0 0 16,6-32-16,-6 32 15,0 0-15,0 0 0,7-35 16,-2-5-16,-5 40 15,2-38-15,-2 38 16,0 0-16,0 0 0,6-43 16,-6 43-1,0 0-15,2-60 0,-2 60 16,0-57-16,0-5 0,0 62 16,0 0-16,0 0 0</inkml:trace>
  <inkml:trace contextRef="#ctx0" brushRef="#br0" timeOffset="146862.287">23232 12891 0,'0'0'0,"0"0"0,0 0 0,0 0 0,0 0 0,0 0 0,0 3 0,0 9 0,0 6 0,0 3 0,6 7 0,-4-5 0,3 3 0,0-1 16,-5 4-16,3-1 16,-3 0-16,0 1 0,0-1 15,0-28 1,0 0-16,2 36 0,-2-36 0,0 0 16,2 41-16,-2 12 15,0 15-15,0-9 0,0-59 16,0 0-1,0 0-15,-4 54 0,1 1 16,3-55-16,0 0 16,0 0-16</inkml:trace>
  <inkml:trace contextRef="#ctx0" brushRef="#br0" timeOffset="148486.8">22103 12159 0,'0'0'0,"0"0"0,0 0 0,0 0 0,5 0 16,-1 0-16,9 0 0,0 0 0,6 0 0,6 0 0,8 0 15,0 0-15,2 0 16,-2 6-16,5 1 0,3 0 16,-41-7-16,49 8 15,5 1-15,-54-9 0,67 7 16,5-2-16,-72-5 16,82 3-16,2-2 15,21-2-15,1-5 0,-17 4 16,-89 2-16,93 0 15,-93 0-15,103-3 0,-103 3 16,117-3-16,-117 3 16,134-1-16,0 1 0,-16-3 15,-118 3-15,92-3 16,-92 3-16,81-3 0,-81 3 16,73 0-16,-73 0 15,0 0-15,72 0 0,-72 0 16,78 3-1,-78-3-15,73 0 16,-9 3-16,-64-3 0,0 0 0,0 0 16,57 3-16,-10 4 15,-9 1-15,-12-1 16,-26-7-16,14 8 0,0 3 16,-7-1-16,1 2 15,-3-2-15,-2 4 0,-3 0 16,4 1-16,-4 5 0,0-3 15,2 4-15,-2 2 16,0 0-16,0-23 16,0 25-16,0 2 0,0-27 15,-2 30-15,2-30 16,0 0-16,-4 34 16,4-34-16,0 0 0,0 0 0,0 38 15,0-38-15,0 0 16,0 0-16,-1 38 15,1-38-15,-5 36 16,-3-4-16,1-8 16,-4-3-16,4-3 15,0-1-15,7-17 16,-15 16-16,4-5 0,-6-3 16,6-3-16,-9 2 0,2 2 15,18-9-15,0 0 16,-37 7-16,-1 2 0,38-9 15,-43 13-15,-7-1 0,50-12 16,-56 12-16,-1-1 16,57-11-16,-58 10 15,58-10-15,-68 8 0,-1 0 16,69-8-16,-72 4 16,0 2-16,72-6 0,-75 4 31,7-1-31,68-3 0,-74 3 15,1-1-15,2-2 16,71 0-16,-72 3 0,72-3 0,-75 0 0,75 0 31,0 0-31,-84-5 0,-27-5 16,-5-6-16,29 4 16,87 12-16,-71-12 0,71 12 15,-55-8-15,55 8 16,-56-14-16,-3 1 15,6-3-15,3 4 16,11 3-16,39 9 0,-32-15 16,32 15-16,0 0 15,0 0-15,-36-13 16,36 13-16,0 0 0,-44-14 16,44 14-16,0 0 15,0 0-15,-57-26 0,57 26 16,0 0-16,0 0 0,-50-34 15,8 1-15,9 0 16,11 1-16,3 13 16,5 0-16,4-2 0,3-2 15,2 2-15,-4-4 16,7 6-16,-3-6 0,5 0 16,-2-2-16,2 0 15,0 4-15,2-3 0,1 2 16,-1-3-16,4 6 15,-1 4-15,2-1 0,-7 18 16,0 0-16,0 0 16</inkml:trace>
  <inkml:trace contextRef="#ctx0" brushRef="#br0" timeOffset="148987.08">22131 13358 0,'5'39'0,"-5"-3"0,2 5 0,-2 0 0,-2 5 0,2-46 16,-3 53-16,3-53 0,-6 69 16,6-69-16,-2 86 15,0 11-15,4-12 16,-2-85-16,0 80 16,2-15-16,-2-65 0,4 63 15,-4-63-15,0 0 0,5 68 16,0-6-16,-5-62 15,0 0-15,22 38 0,-22-38 16,0 0-16,0 0 0</inkml:trace>
  <inkml:trace contextRef="#ctx0" brushRef="#br0" timeOffset="149944.58">22239 13651 0,'0'0'0,"0"0"32,0-5-32,0-1 0,0-3 15,0 0-15,0 2 0,7 0 0,4-1 16,9 3-16,3 1 0,8 4 15,0 0-15,5 4 16,-4 1-16,6-3 0,0 4 16,-38-6-16,54 2 15,4 3 1,-58-5-16,68 3 0,8 1 0,-76-4 16,83 3-16,5 0 15,-88-3-15,120 3 0,13 2 16,-133-5-16,130 3 15,-11-6 1,-17 0-16,-17 1 16,-17-1-16,-68 3 0,61 0 15,-2 0-15,-59 0 0,66 0 0,-66 0 0,73 0 32,-2 3-32,-7-3 15,-19 0-15,-45 0 0,0 0 16,0 0-16,46 2 15,-6-2-15,-7 3 16,-10-3-16,-4 3 0,-5 1 16,-14-4-16,0 0 15,0 0-15,14 14 16,-14-14-16,0 0 0,12 26 16,-12-26-16,0 0 15,11 39-15,4 11 0,-3 12 16,-12-62-16,11 59 15,-11-59-15,10 64 16,3 0-16,-2-2 0,-1-11 16,-10-51-16,7 49 15,-7-49-15,0 0 0,4 51 16,-4-51-16,0 0 16,0 51-16,-9-7 15,0-7-15,1-12 0,8-25 16,-13 23-16,-10-4 0,23-19 15,-26 11-15,-9 3 16,35-14-16,-40 4 16,40-4-16,-51 4 0,51-4 15,-72-1-15,-5-5 16,77 6-16,-86-4 0,86 4 16,-117-8-16,117 8 15,-154-7-15,-6 1 16,160 6-16,-162-1 0,25 2 15,137-1-15,-131 3 0,13 1 16,5 2-16,113-6 16,-113 5-16,113-5 15,-121 0-15,121 0 0,-130 0 16,4-2-16,126 2 0,-115-3 16,115 3-16,-106-7 15,11-6-15,95 13 0,0 0 16,0 0-16</inkml:trace>
  <inkml:trace contextRef="#ctx0" brushRef="#br0" timeOffset="165860.017">21038 16471 0,'-21'8'0,"-10"5"0,-7-9 0,2 4 0,-5-3 0,-3 3 0,44-8 0,-59 5 0,-3 2 0,62-7 0,-71 8 0,-3 3 0,-6-9 0,-3 4 0,1-4 0,-2-2 0,-15-2 31,-13-6-31,2 0 0,0-1 0,5 5 16,2 1-1,103 3-15,-120-4 0,-11-2 16,-5-4-16,136 10 16,-132-8-16,18-2 0,2 3 15,15 1-15,97 6 16,-90-10-16,8-1 0,82 11 15,-66-12-15,17-6 16,5-5-16,44 23 0,0 0 16,0 0-16</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10:24:56.322"/>
    </inkml:context>
    <inkml:brush xml:id="br0">
      <inkml:brushProperty name="width" value="0.05292" units="cm"/>
      <inkml:brushProperty name="height" value="0.05292" units="cm"/>
      <inkml:brushProperty name="color" value="#FF0000"/>
    </inkml:brush>
  </inkml:definitions>
  <inkml:trace contextRef="#ctx0" brushRef="#br0">4029 5529 0,'0'0'0,"0"0"0,0 0 0,0 0 0,0 0 0,0 0 0,0 0 0,6 7 0,5 6 0,-1 5 0,0-4 0,3-3 0,1 3 0,1-3 0,3-6 0,3-3 15,2-4-15,7-6 16,12-8-16,16-9 16,8-7-16,-4-6 0,-62 38 15,0 0-15,0 0 0</inkml:trace>
  <inkml:trace contextRef="#ctx0" brushRef="#br0" timeOffset="1044.029">3822 6770 0,'5'0'0,"-1"0"0,2 2 0,-2 3 0,-4 0 0,2-3 0,2 8 0,1 5 0,-2-1 0,2-3 0,2-1 0,-3 1 0,5-3 0,0-1 0,1-4 0,1 3 0,5-3 16,0-3-16,6-3 0,4-3 15,5-4-15,8-9 16,9-4-16,19-14 0,6 0 15,-73 37-15,0 0 16,0 0-16</inkml:trace>
  <inkml:trace contextRef="#ctx0" brushRef="#br0" timeOffset="1742.435">3902 8215 0,'6'15'0,"-2"4"0,-2-1 16,-2-3-16,6-4 0,3-4 0,2-3 0,0 2 0,0-6 31,1-3-31,1 0 0,5-1 0,0-2 0,3-3 31,6-4-31,10-8 0,4-2 0,18-10 32,10-6-32,0-6 0,-69 45 15,0 0-15,0 0 16</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19T10:25:34.696"/>
    </inkml:context>
    <inkml:brush xml:id="br0">
      <inkml:brushProperty name="width" value="0.05292" units="cm"/>
      <inkml:brushProperty name="height" value="0.05292" units="cm"/>
      <inkml:brushProperty name="color" value="#FF0000"/>
    </inkml:brush>
  </inkml:definitions>
  <inkml:trace contextRef="#ctx0" brushRef="#br0">8963 14822 0,'0'0'0,"0"0"0,7 0 0,6 0 0,11 0 0,1 0 0,-3 5 0,-2 1 0,-8-4 0,1 3 0,-3 1 0,3-5 0,5 2 0,0 1 16,2-3-16,8 2 0,-6 0 15,6-1-15,-28-2 16,0 0-16,33 2 16,-33-2-16,43 3 0,22 5 15,-4-2-15,-4-2 16,-57-4-16,56 3 16,-56-3-16,65-3 0,1 3 15,-66 0-15,71-3 0,2 6 16,-73-3-16,79 0 15,-3 3-15,-3-1 16,-73-2-16,71 2 0,6 2 16,-2-2-16,-5-2 15,-70 0-15,72 3 0,-72-3 16,71 0-16,5 0 16,-76 0-16,78 6 0,-78-6 15,0 0-15,80 1 16,-80-1-16,85 3 0,15 0 15,-12 0-15,-88-3 16,71 2-16,-25 0 0,-10 1 16,-36-3-16,31 4 15,-31-4-15,26 0 16,0 0-16,-6 0 0,-4-4 16,-4-1-16,-12 5 15,0 0-15,0 0 0</inkml:trace>
  <inkml:trace contextRef="#ctx0" brushRef="#br0" timeOffset="32277.648">8162 11843 0,'0'0'0,"0"0"0,0 0 0,0 0 0,0 0 0,0 0 0,0 0 0,0 0 0,-4 6 0,-11 4 0,1 3 0,-4 2 0,-2-2 0,1-1 0,-3 4 16,1-3-16,-1 3 0,0-4 0,-1 0 31,6-3-31,1 1 0,1-5 16,-1 2-16,5-1 16,4-2-16,2 0 0,1 1 15,-3-3-15,7 2 16,0-2-16,4 0 15,1 1-15,5 2 16,5 3-16,1 0 0,4-1 16,0 0-16,2 4 15,3-1-15,-2 2 0,0-2 16,-2 1-16,-3-3 16,-1 0-16,1-5 15,3-1-15,-4-4 0,-1 2 16,-16 0-16,0 0 0,0 0 15</inkml:trace>
  <inkml:trace contextRef="#ctx0" brushRef="#br0" timeOffset="32829.055">8519 11759 0,'0'0'0,"0"0"0,0 0 0,0 0 0,0 0 0,0 0 0,0 3 0,-6 4 0,1 5 0,0 1 15,0-2-15,-5 2 16,-2 2-16,-3-2 0,-1 0 16,6-3-16,-4 0 15,-1 1-15,-3-1 0,2-2 16,-1 2-16,2-3 15,1 5-15,1-5 16,1 2-16,-1 2 0,4-3 16,0 1-16,4-5 0,0 1 15,0 2 1,2-3-16,3 3 0,5-3 0,1-1 16,-2 3-16,4-1 15,2 2-15,0 1 0,5 3 16,-1-1-1,6 0-15,-2 1 16,6-1-16,-4 0 0,1-1 16,-6 0-16,-15-9 15,0 0-15,0 0 0</inkml:trace>
  <inkml:trace contextRef="#ctx0" brushRef="#br0" timeOffset="35596.482">11427 11679 0,'0'0'0,"0"0"0,0 0 0,0 0 0,0 0 0,0 0 0,10 0 0,8 2 0,3 4 0,-6-4 0,-2 1 0,0-1 0,-1 3 0,4 1 0,-1 1 0,3 3 15,0 1-15,-1-3 16,1 2-16,-1 1 0,1-4 16,-3 2-1,3-6-15,-3 3 0,-2-1 0,-2-1 16,-2 1-16,-1-1 15,0 0-15,-2-1 0,-5 0 16,2-3-16,-3 3 16,-3-3-1,2 0-15,-10 2 16,3 0-16,-3 4 0,4 2 0,-5-1 0,-1 3 31,-5 3-31,0-3 0,-1 1 0,2-1 0,-1 1 31,-3-1-31,0 0 16,2 3-16,4 5 0,-5-5 0,6 0 0,1-4 31,2-2-31,4 0 0,7-7 0,0 0 0,0 0 16</inkml:trace>
  <inkml:trace contextRef="#ctx0" brushRef="#br0" timeOffset="36152.696">11781 11612 0,'0'0'0,"0"0"0,0 0 0,0 0 0,0 0 0,5 0 0,-3 6 0,3-2 16,1-1-16,-6 0 15,4 0-15,1-1 0,2 4 16,-5-2-16,0-1 16,4 0-16,1 1 0,7 1 15,-1 6-15,-2-2 16,3 0-16,-2-2 0,1 4 16,-2-1-16,5 3 15,-1-5-15,-4 2 0,0-5 16,-1 3-16,0-3 15,-2 3-15,0-2 0,-3-3 16,-3 5-16,1-1 16,-3 5-16,-3 0 0,-2-1 15,-2-1-15,-6 0 16,-2 1-16,-6-1 16,-5-1-16,3 4 0,-7 1 15,2-7-15,5 0 16,23-7-16,0 0 0,0 0 15</inkml:trace>
  <inkml:trace contextRef="#ctx0" brushRef="#br0" timeOffset="38240.152">8250 15452 0,'0'0'0,"0"0"0,0 0 0,15 0 0,8 0 0,10 0 0,-7 0 0,-1 0 0,0 2 0,-5 3 0,0-3 0,1-2 0,1 2 0,1-2 0,5 3 0,-28-3 15,0 0-15,35 3 0,-35-3 0,49 5 16,17 1-16,1-4 16,-67-2-16,71 5 15,-71-5-15,77 4 0,-77-4 16,91 6-16,26 5 15,-117-11-15,132 10 0,-12-2 16,-120-8-16,118 7 16,-118-7-16,125 8 15,-1-1-15,-124-7 0,128 4 16,-10-2-16,-118-2 16,126-2-16,-13 2 15,2 2-15,-11 2 0,-16-4 16,3 1-16,-4 2 15,-3 1-15,-1-1 0,-12 2 16,-2-5-16,-69 0 16,86 6-16,20-4 0,14 0 15,-18-2-15,-12 0 16,-1 3-16,-89-3 0,0 0 16,0 0-16</inkml:trace>
  <inkml:trace contextRef="#ctx0" brushRef="#br0" timeOffset="55077.824">8175 11849 0,'0'0'0,"0"0"0,0 0 0,0 0 0,0 0 0,0 0 0,0 0 0,-8 2 0,-5 6 0,-2 2 0,3-3 0,-2 4 0,1-4 0,1 4 0,-4-1 0,1 0 0,0 2 16,0-3-16,-3 2 0,3 1 15,-1 0-15,0-3 16,1-5-16,2 2 31,2-1-31,2-1 0,1 2 16,0-3-16,2 0 0,4-3 16,-1 1-16,2-1 0,1 0 0,0 0 15,1 0-15,2 4 31,2-4-31,2 0 0,-3 0 0,6 0 0,-1 5 32,2-3-32,2 6 15,0-3-15,1 2 0,-5 5 0,7-7 0,-4 2 32,2-1-32,1 1 0,3 0 15,-1 1-15,-1 2 16,-4 1-16,2 0 15,1-1-15,-6 0 0,6-1 16,-6-3-16,5-1 16,-2-7-16,-12 2 15,0 0-15,0 0 0</inkml:trace>
  <inkml:trace contextRef="#ctx0" brushRef="#br0" timeOffset="55719.26">8507 11718 0,'0'0'0,"0"0"0,0 4 0,0 2 0,0-3 0,0-1 0,0 1 0,0-3 0,0 0 0,0 0 0,0 3 15,0 1-15,-6 4 16,1 3-16,2 0 0,2 8 16,-5-3-16,-2-2 15,-5 0-15,0-1 0,3-3 16,3 4-16,-3 0 16,4 4-16,-2-1 0,1 0 15,-3-3-15,0 2 16,1-2-16,1-4 0,3 5 15,-2-2-15,-1-1 16,8-12-16,0 0 0,0 0 16,-7 11-16,7-11 15,0 0-15,0 0 0,-3 9 16,3-9-16,0 0 16,0 0-16,0 12 15,10-2-15,-1-2 0,6-4 16,-2 2-16,3-2 15,1-1-15,-17-3 0,20 8 16,-20-8-16,0 0 16,0 0-16,26 10 15,12 3 1,-38-13-16,0 0 0,0 0 16</inkml:trace>
  <inkml:trace contextRef="#ctx0" brushRef="#br0" timeOffset="56897.53">11303 11684 0,'9'0'0,"-5"0"0,8 0 0,-6 5 0,4 2 0,4 2 0,1-2 0,5-4 0,1 2 0,-3-5 0,0 2 0,0 1 0,0 3 0,3 2 0,-3-1 16,-2 0-16,-7-1 0,6-1 15,-2 0-15,2-2 0,0 4 16,-1-2-16,2-2 15,-16-3-15,0 0 16,0 0-16,12 5 0,-12-5 16,0 0-16,0 0 0,16 4 15,-16-4-15,0 0 16,0 0-16,15 5 0,-15-5 16,15 7-16,-15-7 15,-15-7 1,15 7-16,33 14 0,-33-14 15,0 0-15,0 0 0,9 3 0,-9-3 16,0 0-16,2 10 16,-2-10-1,-9 15-15,-6 6 0,-3-4 16,3-4-16,-3-2 0,1-4 16,-5 3-16,4-1 0,3-3 15,2-4-15,4 0 16,9-2-16,0 0 15,0 0-15</inkml:trace>
  <inkml:trace contextRef="#ctx0" brushRef="#br0" timeOffset="57580.557">11686 11576 0,'6'0'0,"-6"0"16,2 0-16,-2 0 0,0 0 0,0 0 0,5 0 0,-3 0 0,6 0 0,-1 0 0,2 0 16,-2 0-16,0 5 0,-2 1 15,1-4-15,-1 3 16,5 0-16,2 3 0,-1 0 15,2-1-15,-6 2 16,2-4-16,2 2 0,-2-1 16,5 2-16,-2-1 15,4 1-15,-4-1 0,3 3 16,-1-3-16,-5 2 16,5-2-16,-2-1 0,1 1 15,-3-1-15,0-1 16,1 0-16,-1-3 0,-3 4 15,-7-6-15,0 0 16,0 0-16,12 2 0,-12-2 16,0 0-16,0 0 15,10 6-15,-10-6 16,0 0-16,0 0 0,10 7 16,-10-7-16,0 0 0,2 9 15,-2-9 1,0 0-16,0 0 0,-7 14 0,-9 0 15,-10 3 1,1-2-16,1 1 0,1-1 16,1-3-16,-1 2 15,23-14-15,0 0 0,0 0 16</inkml:trace>
  <inkml:trace contextRef="#ctx0" brushRef="#br0" timeOffset="77482.128">11968 2176 0,'51'-6'0,"2"2"0,-2 4 0,-51 0 0,63-3 0,-63 3 0,77 0 0,10-3 0,-87 3 0,117-8 0,-11 4 16,-106 4-16,114-3 0,-7 0 0,-107 3 0,121-8 0,-3 1 0,3 1 0,-13 4 15,-108 2-15,110-3 0,11 3 16,-1 3-16,-8-1 16,-4 1-16,1 0 0,-5-3 15,5 0-15,4 0 16,7 5-16,3-3 0,-5 4 15,1-4-15,-1 1 16,2 0-16,2 1 0,0 4 16,7-5-16,7 4 0,12-4 15,6 1-15,-7-4 16,-4 3-16,-7 0 0,-136-3 16,0 0-16,0 0 15</inkml:trace>
  <inkml:trace contextRef="#ctx0" brushRef="#br0" timeOffset="96327.892">13765 5606 0,'56'0'0,"11"0"0,-67 0 0,74 0 0,10-4 0,17-1 0,-14 0 0,3 10 0,0-4 0,2 3 0,3-2 0,5 0 0,8 9 0,8 1 0,1 0 16,10-5-16,4-5 0,6 4 15,17-6-15,14-4 16,19-6-1,13-3-15,8 1 16,10 6-16,8 4 0,0 4 16,2 1-16,-228-3 15,0 0-15,0 0 0</inkml:trace>
  <inkml:trace contextRef="#ctx0" brushRef="#br0" timeOffset="123569.417">16934 12753 0,'-13'0'0,"6"0"0,4 0 0,-2 0 0,5 0 0,-5 0 0,0-6 0,-6 3 0,3-2 0,6 0 0,-1 5 0,1-2 0,2-2 0,0 4 0,0-1 15,0 1-15,0 1 0,0 3 16,2 1-16,-2-1 0,3-1 16,-1 0-16,1-3 15,2 0-15,4 0 0,3 0 32,3 0-32,-2 3 15,0 0-15,0 0 0,-3-3 16,2 0-16,7-3 0,1 3 0,-2 3 31,0-1-31,3-2 0,-3 2 16,8-2-16,-3 4 15,3-4-15,-4 0 16,4 0-16,2 0 0,-28 0 16,0 0-16,0 0 15,33 1-15,-33-1 0,41 3 16,-41-3-16,0 0 15,54 4-15,10 5 16,-7-1-16,-8-3 0,-6 1 16,-43-6-16,0 0 15,44 0-15,-44 0 16,0 0-16,51 2 0,6-2 16,-57 0-16,0 0 15,61-2-15,-61 2 0,62-4 16,3 4-16,-7-2 15,-58 2-15,54 0 0,-54 0 16,51-3-16,3 3 16,-2-2-16,-52 2 15,0 0-15,48-6 0,-48 6 16,0 0-16,62-5 16,-1-1-16,-61 6 0,0 0 15,70-8-15,-9 0 16,-1-1-16,-60 9 15,0 0-15,56-6 0,-3-1 16,-53 7-16,60-7 16,-8 1-16,-4 4 0,-48 2 15,0 0-15,44-3 16,0 1-16,-44 2 0,0 0 16,0 0-1,49-5-15,-4 2 0,-3-3 16,-16 6-16,-26 0 15,0 0-15,0 0 0,26-2 16,4-3-16,-30 5 0,0 0 16,0 0-1</inkml:trace>
  <inkml:trace contextRef="#ctx0" brushRef="#br0" timeOffset="128348.555">19190 13419 0,'-28'0'0,"-3"0"0,-1 0 0,-1 0 0,-2 0 0,-3 0 0,38 0 0,-44 3 0,44-3 0,-54 3 0,54-3 0,-67 2 0,67-2 0,-84 3 16,84-3-16,-119 3 15,119-3-15,-141 1 0,6-1 16,6-1-16,129 1 16,-113 0-16,113 0 0,-118-6 15,-3 4-15,121 2 16,-118 0-16,118 0 16,-115-3-16,115 3 0,-123-3 15,123 3-15,-116-1 16,116 1-16,-111-6 0,111 6 31,-102-4-31,102 4 0,0 0 16,-92-8-16,92 8 0,-85-9 0,4 0 15,81 9-15,0 0 16,0 0-16,0 0 0</inkml:trace>
  <inkml:trace contextRef="#ctx0" brushRef="#br0" timeOffset="141606.96">20314 12193 0,'5'-10'0,"-1"-1"0,-1 5 0,-3-1 0,0 2 0,-5-2 0,-10 4 0,-3 0 0,-5 1 0,2 2 0,9 2 0,0-2 16,-2 3-1,2 0 1,-2 2-16,2 2 0,-1 0 0,3 2 0,2-1 0,6 2 16,4 2-16,1 1 0,-2 2 15,5-1-15,-1 1 16,4 1-16,-4-1 15,2 3-15,-4-3 0,1 3 16,-1-3 0,-1 4-16,2-1 0,-4 2 15,-6-2-15,-4 3 16,0-4-16,-3 2 0,3-4 16,10-15-16,0 0 15,0 0-15,-10 15 0,10-15 0,0 0 16,0 0-16,-14 15 0,14-15 31,0 0-31,0 0 0,-10 14 0,10-14 16,-3 10-1,3-2-15,0-8 16,0 0-16,0 0 0,3 4 16,-3-4-16,0 0 15,0 0-15,2 14 0,-2-14 16,0 0-16,0 0 15,0 25-15,0-25 0,0 0 16,0 36-16,0 8 16,5 2-16,5-5 0,4-13 15,7 0-15,4-6 16,1 0-16,-1-2 0,-25-20 16,0 0-16,0 0 15</inkml:trace>
  <inkml:trace contextRef="#ctx0" brushRef="#br0" timeOffset="142892.943">22670 12644 0,'0'0'0,"0"0"0,0-5 0,0 2 0,0-1 0,0-4 0,0 2 0,0-4 0,0 2 0,0 1 0,0 3 0,0 1 0,0 3 0,4-3 16,-1 3-16,6 0 0,0-5 15,0-1-15,6 2 16,-5-2-16,-1 4 15,7 0-15,0 2 0,0 2 16,-4-2-16,-1 2 16,-1 4-16,0-4 0,-2 6 15,0-3-15,-3 3 16,-3 4-16,-2 0 0,0 5 16,-7-5-16,2 2 15,-4-1-15,2 1 0,2 4 16,-3 0-16,-2 0 15,2-1-15,-2-2 16,3-1-16,-1 4 0,2 0 16,3-2-16,6 3 15,3-7-15,2 4 0,-1-6 16,5-2-16,0-1 16,2 0-16,-14-7 0,20 8 15,-20-8-15,31 3 0,-31-3 16,-31-3-1,31 3-15,67 8 0,-67-8 0,0 0 16,0 0-16,18 2 16,-18-2-16,0 0 0,0 0 15,16 5-15,-16-5 16,0 0-16,0 0 16,9 2-16,-9-2 0,0 0 15,3 6-15,-3-6 16,0 0-16,0 0 0,-6 19 15,6-19-15,0 0 0,-11 28 16,11-28-16,0 0 16,-9 43-16,4 15 15,-1-6-15,0-2 0,-4-7 16,10-43-16,-21 44 16,21-44-16,-33 38 15,33-38-15,-59 39 0,59-39 16,0 0-16,0 0 0</inkml:trace>
  <inkml:trace contextRef="#ctx0" brushRef="#br0" timeOffset="181757.147">12675 8006 0,'45'0'0,"-2"0"0,4 0 0,-1 0 0,-46 0 0,0 0 0,56 0 0,-56 0 0,73 0 0,9 5 0,0 1 0,-82-6 0,82 5 16,8 1-16,-90-6 0,107 7 15,-2-4 1,1 0-16,-11-3 0,-1 0 16,2-3-16,-7 0 0,7-2 0,-4 5 15,5-2-15,4-4 16,6 3-16,1 1 0,2 0 15,6 2-15,5 0 0,0 0 16,4-6-16,-2 3 0,-2-2 16,2 5-1,1-2-15,-2 2 0,2 0 16,-4 0-16,6 5 0,8 10 31,-134-15-31,0 0 0,0 0 16</inkml:trace>
  <inkml:trace contextRef="#ctx0" brushRef="#br0" timeOffset="205001.099">17642 15598 0,'0'0'0,"0"0"0,0 0 0,0 0 0,0 0 0,0 0 0,-10 0 0,-10 7 0,-6-2 0,3 1 0,3-1 0,-8-3 0,-4 1 0,-7 0 15,39-3-15,-43 0 0,43 0 16,-71 0-16,-15-3 0,86 3 15,-120-5-15,-18-8 16,-6-4-16,14 3 0,130 14 16,-127-18-16,-4 2 15,3 4-15,18 4 16,12 1-16,98 7 0,-98-8 16,-6-5-16,104 13 0,0 0 15,0 0-15</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20T03:46:01.526"/>
    </inkml:context>
    <inkml:brush xml:id="br0">
      <inkml:brushProperty name="width" value="0.05292" units="cm"/>
      <inkml:brushProperty name="height" value="0.05292" units="cm"/>
      <inkml:brushProperty name="color" value="#FF0000"/>
    </inkml:brush>
  </inkml:definitions>
  <inkml:trace contextRef="#ctx0" brushRef="#br0">5555 9584 0,'0'0'0,"16"3"0,5 4 0,3 6 0,0-8 0,-1 1 0,2-5 0,2-2 0,-8-10 0,8-2 0,-2-5 0,-25 18 0,37-29 0,18-11 0,10-7 0,1 3 0,-66 44 0,72-41 0,-72 41 0,73-41 15,-5 3-15,-7 5 0,-6 4 0,-55 29 0,0 0 0,0 0 0</inkml:trace>
  <inkml:trace contextRef="#ctx0" brushRef="#br0" timeOffset="1587.651">5384 11001 0,'0'0'0,"0"0"0,4 2 15,-1 17-15,4 7 0,5-1 16,3-9-16,3-4 0,-3-4 15,1-5-15,-4-1 16,6-2-16,1-8 0,6-2 16,6-8-16,6-3 15,18-12-15,0-2 16,9-3-16,-1-4 16,-4 1-16,-59 41 0,0 0 15,60-46-15,-60 46 0,61-51 16,-61 51-16,0 0 15,0 0-15</inkml:trace>
  <inkml:trace contextRef="#ctx0" brushRef="#br0" timeOffset="2669.478">4952 13219 0,'4'0'0,"0"8"0,3 5 0,6 2 0,-4 2 0,0 2 0,2-6 0,1-2 0,1-7 0,-3 2 0,5-4 0,6-4 0,2-4 0,8-5 16,4-8-16,4-6 0,-39 25 16,68-45-16,14-16 15,35-24-15,7 3 0,7-6 16,-14 17 0,-117 71-16,0 0 0,0 0 0</inkml:trace>
  <inkml:trace contextRef="#ctx0" brushRef="#br0" timeOffset="3601.58">5072 14534 0,'0'0'0,"4"-4"0,-2 1 15,0-2-15,0-3 0,-2 3 0,0-2 0,0 3 0,0 2 16,0-1-16,0 3 0,0 0 16,0 0-16,0 0 15,0 0-15,0 0 0,3 0 16,3 0-1,-4 3-15,0 4 0,1 1 16,0 5-16,-3 3 0,0 5 16,0 1-16,-3-1 15,6 2-15,-1-3 0,8 1 16,-2-6-16,9-5 16,2-4-16,15-12 15,7-7-15,12-13 0,26-19 16,31-20-16,23-14 0,1 0 15,-134 79-15,0 0 16,0 0-16</inkml:trace>
  <inkml:trace contextRef="#ctx0" brushRef="#br0" timeOffset="4245.496">5267 15684 0,'0'0'0,"0"0"0,0 0 0,0 0 0,0 6 15,0-1-15,0-2 0,0 0 0,0-2 0,0-1 0,0 0 16,0 0-16,0 0 0,0 0 16,0-1-16,0-2 15,0-4-15,-2 6 16,-2 1-16,4 0 0,-3 0 15,3 0-15,-3 0 16,3 0-16,0 0 0,3 0 16,1 5-16,-1 5 15,-1 1-15,-2 4 0,6 1 16,-2-1-16,2 0 16,2-1-16,1 3 15,7-7-15,7-1 0,10-13 16,9-3-16,12-11 15,20-18-15,11-8 0,29-26 16,29-24-16,-143 94 16,0 0-16,0 0 15</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5-01-20T08:49:34.754"/>
    </inkml:context>
    <inkml:brush xml:id="br0">
      <inkml:brushProperty name="width" value="0.05292" units="cm"/>
      <inkml:brushProperty name="height" value="0.05292" units="cm"/>
      <inkml:brushProperty name="color" value="#FF0000"/>
    </inkml:brush>
  </inkml:definitions>
  <inkml:trace contextRef="#ctx0" brushRef="#br0">11346 2759 0,'59'-6'0,"10"5"0,7-5 0,14-2 0,20 1 16,5 1-16,1 1 16,5 5-16,5-3 15,6 3-15,10-4 0,2-2 16,4 1-16,1 2 15,3-7-15,-5-8 0</inkml:trace>
  <inkml:trace contextRef="#ctx0" brushRef="#br0" timeOffset="504.494">16415 2687 0,'0'0'0,"26"-8"0,21 0 0,25-5 0,11 3 16,26-7-16,9-4 0,23-6 15,24 2-15,24 5 16,11 9-16,6 9 0,9 6 15,1 11-15,-19-4 16</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20T03:54:35.674"/>
    </inkml:context>
    <inkml:brush xml:id="br0">
      <inkml:brushProperty name="width" value="0.05292" units="cm"/>
      <inkml:brushProperty name="height" value="0.05292" units="cm"/>
      <inkml:brushProperty name="color" value="#FF0000"/>
    </inkml:brush>
  </inkml:definitions>
  <inkml:trace contextRef="#ctx0" brushRef="#br0">18471 8799 0,'26'-6'0,"0"-7"16,8-5-16,-34 18 16,33-24-16,-33 24 0,43-30 15,13-10-15,-56 40 0,0 0 16,0 0-16</inkml:trace>
  <inkml:trace contextRef="#ctx0" brushRef="#br0" timeOffset="4172.613">9736 6966 0,'9'9'0,"9"2"0,3 0 0,-3 2 0,1-7 0,-2 0 0,9-6 0,4-3 0,7-6 0,-4-6 0,6-2 0,4-12 15,18-11-15,-61 40 16,0 0-16,0 0 0</inkml:trace>
  <inkml:trace contextRef="#ctx0" brushRef="#br0" timeOffset="7719.809">9620 11639 0,'9'10'0,"-2"7"0,3 6 0,4-3 0,-3-7 0,5-2 0,-4-5 0,-2 1 0,4-4 0,-1 1 0,4-4 15,6 0-15,3-4 0,5-9 16,10-5-16,19-13 15,7-7-15,11-10 0,37-16 16,27-11-16,-142 75 0,0 0 16,0 0-16</inkml:trace>
  <inkml:trace contextRef="#ctx0" brushRef="#br0" timeOffset="9541.549">22376 7209 0,'14'15'0,"2"-5"0,-3 0 0,1-4 0,2-6 0,5-3 0,0-4 0,8-4 0,4-7 0,5-7 0,-38 25 0,43-26 0,16-15 0,-59 41 0,0 0 0,50-52 0,-50 52 0,0 0 16,0 0-16</inkml:trace>
  <inkml:trace contextRef="#ctx0" brushRef="#br0" timeOffset="10374.58">22452 10590 0,'0'0'0,"0"0"0,0 0 0,0 0 0,0 0 0,5 0 0,-1 9 0,8 3 0,-3 5 0,4 9 0,-1 0 0,1-3 16,1-5-16,-2 4 15,5-8 16,-2 0-31,-2-3 0,0-3 0,1-2 0,2-6 0,5-10 16,4-4-16,3-7 0,7-9 16,10-11-16,4-11 15,7-2-15,2-7 0,-58 61 16,0 0-16,0 0 16</inkml:trace>
  <inkml:trace contextRef="#ctx0" brushRef="#br0" timeOffset="-143191.051">8604 9080 0,'13'0'0,"4"0"0,11 0 0,-1 0 0,-5 0 0,4 0 0,3-2 0,0-1 0,-5 0 0,-1 2 0,1-2 0,1 3 0,-25 0 0,33 3 0,-33-3 0,46 1 0,-46-1 0,68 0 0,3 0 16,-71 0-16,74 0 0,-74 0 16,82-1-16,-82 1 15,86-3 1,31 0-16,-117 3 0,132-5 16,-11 0-16,-121 5 15,114-6-15,-114 6 16,118-5-16,-118 5 0,124-7 0,-124 7 15,127-3-15,-127 3 16,132-6-16,7 4 0,-12 0 16,-22-1-16,-23 1 15,2 4-15,-18-2 0,-66 0 16,75-2-16,-75 2 0,95-3 16,-95 3-16,133-2 15,30 0-15,-8 2 16,-44 0-16,-19 2 15,-7-4-15,-6-2 16,-7 4-16,-72 0 0,77 4 0,13-2 0,28-2 16,7 5-16,-125-5 15,121 2 1,0 1-16,-5 1 16,-11 2-16,-13-2 0,-4-4 0,-88 0 0,92 6 15,8-1-15,-100-5 16,110 8-16,3 0 15,-8-2-15,-17-2 16,-88-4-16,89-3 0,-89 3 16,101 0-16,3 0 15,-104 0-15,104-1 0,-9-5 16,-95 6 0,94-2-16,-94 2 0,100-3 0,-100 3 15,97-3 1,-4 1-16,-13-2 15,-80 4-15,0 0 0,0 0 16</inkml:trace>
  <inkml:trace contextRef="#ctx0" brushRef="#br0" timeOffset="-137622.178">10216 5361 0,'6'35'0,"-6"1"0,1 2 0,-2 3 0,-5 5 16,6-46-16,-12 60 0,12-60 0,-20 71 0,-3 4 0,6-3 0,17-72 0,-18 82 0,5 8 0,-3 28 15,11 11-15,5-15 16,10-11-16,-2-7 0,-3 0 15,-5 5-15,-2-1 0,-4 2 16,-4-1 0,-2-5-16,-3-4 0,-4-3 15,8-1-15,7-9 0,4-79 16,0 0-16,0 0 0</inkml:trace>
  <inkml:trace contextRef="#ctx0" brushRef="#br0" timeOffset="-135739.626">10010 5290 0,'0'0'0,"0"0"0,16-8 0,12-2 0,6-8 16,-7 2-16,-4 4 0,3 8 0,0-1 0,4-1 0,2 4 0,-32 2 0,38-6 0,-38 6 0,49-2 15,25 2-15,1-5 0,1 1 16,-76 4-16,82-7 16,-82 7-1,92-5-15,30-5 0,18 4 16,-9-1-16,-131 7 0,122-5 0,-122 5 15,130-4 1,4 4-16,1 4 0,-18-2 16,-16-4-16,-101 2 0,106 2 15,1-4-15,9-2 16,-5 3-16,-12-2 0,-6 3 16,-1 3-1,3-2-15,-95-1 0,113 4 0,11 1 16,-1-1-16,-18-1 0,-10 0 31,-6 3-31,3-4 0,-1 5 16,-2 1-16,-1 0 15,-3 3-15,-1-6 0,-84-5 16,97 4-16,-97-4 16,110 6-16,2-1 0,-112-5 15,115 5-15,-12-1 16,-103-4-16,93 9 0,-93-9 15,96 6-15,0-2 16,-12-2-16,-84-2 0,0 0 16,77 2-16,-77-2 15,0 0-15,69 3 0,-69-3 16,0 0-16,70 0 16,-70 0-16,0 0 0,0 0 15,61 0-15,-61 0 16,0 0-16,52 0 15,-13 0-15,-39 0 0,0 0 16,0 0-16,30 6 16,-10 2-16,-2-1 15,-18-7-15,13 13 0,-13-13 16,0 0-16,0 0 0,13 19 16,-13-19-16,10 27 15,-3 7-15,-4-3 0,-3-31 16,0 0-16,6 38 15,-6-38-15,6 41 0,-6-41 16,2 56-16,-2-56 16,3 73-16,-3 4 0,0-4 15,0-73-15,0 75 16,2-2-16,-2-73 0,5 79 16,-5-79-16,5 84 15,-5-84-15,11 116 0,-1 9 16,-10-125-1,7 120-15,-7-120 0,5 110 0,-5-8 16,0-102 0,6 92-16,-3-8 15,-1-21-15,-2-63 0,2 59 16,1 2-16,-3-61 0,2 65 16,1 2-16,-3 0 15,0-67-15,2 60 0,-2-60 16,5 63-16,-5-63 0,0 0 15,3 68-15,-3-68 16,0 0-16,-3 76 0,-2-10 16,0-9-16,0-10 15,-2-11-15,7-36 0,-6 27 16,6-27-16,-12 23 0,12-23 16,-19 21-16,19-21 15,-25 21-15,-1-4 16,26-17-1,-33 18-15,33-18 0,0 0 0,-44 19 0,-9 2 32,-4-7-32,3-1 0,54-13 0,-54 10 15,54-10 1,-59 13-16,59-13 0,-72 10 16,-3 0-16,-2 3 0,6-4 15,4-1-15,67-8 16,-72 7-16,-4-2 0,76-5 15,-87 2-15,87-2 0,-126 6 16,-26-3-16,1-1 16,25-2-16,126 0 15,-114 0-15,8 0 0,4 0 0,16 0 16,1 0 0,0 2-16,3-2 0,10 0 0,1 0 31,-4 0-31,-4 0 0,-6-2 15,-18 0-15,0-3 16,5 5-16,4 0 0,94 0 16,-105 5-16,-5-1 15,-9-1-15,17-6 0,12 6 16,4 0-16,-3 4 16,89-7-16,-100 0 0,100 0 15,-121 4-15,-14 0 16,1 3-16,134-7 0,-126 7 15,14-1-15,112-6 16,-122 2-16,122-2 0,-130 0 16,-8 0-16,7-4 15,28 0-15,21-1 0,82 5 16,0 0-16,0 0 16</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5-01-20T08:55:58.625"/>
    </inkml:context>
    <inkml:brush xml:id="br0">
      <inkml:brushProperty name="width" value="0.05292" units="cm"/>
      <inkml:brushProperty name="height" value="0.05292" units="cm"/>
      <inkml:brushProperty name="color" value="#FF0000"/>
    </inkml:brush>
  </inkml:definitions>
  <inkml:trace contextRef="#ctx0" brushRef="#br0">7770 7676 0,'55'-2'0,"6"-4"0,-61 6 0,81-5 16,-81 5-16,101 0 15,33-2-15,-12 2 16,-11-6-16,-5 1 16,8 1-16,-1 1 0,3-2 15,-6-1-15,9-2 16,2 3-16,1 3 16,6-4-16,3 4 15,-4-1 1,4 0-16,-3-1 0,-3 1 0,-2 1 15,2 2 1,-5 2-16,-12-2 0,-3-2 16,-12-1-16,-93 3 15,98 3-15,-1-1 16,-97-2-16,103 6 0,-10-5 16,-11 2-16,-82-3 15,61 5-15,-9 1 16,-52-6-16,59 5 0,-6 1 15,1-2-15</inkml:trace>
  <inkml:trace contextRef="#ctx0" brushRef="#br0" timeOffset="713.763">13469 7706 0,'0'0'0,"0"0"0,14 0 0,14 0 0,17 0 15,7 0-15,0 0 0,6 0 16,-58 0-16,75 0 15,-75 0-15,100 0 16,30 0-16,0 5 16,-12 1-16,-11-1 0,-4-2 31,2-9-31,0 0 0,-5-4 0,1 6 16,6 1-16,2 0 15,2 1-15,3 2 0,-7-6 16,-8 3-1,-3-5-15,0 6 0,-96 2 16,99 0-16,-99 0 0,105 0 31,1 0-31,-106 0 16,100 0-16,-13 0 0,-87 0 0,83 0 16,-19-4-16,0-9 0</inkml:trace>
  <inkml:trace contextRef="#ctx0" brushRef="#br0" timeOffset="1225.697">19670 7711 0,'0'0'0,"31"0"16,17 0-16,30-5 0,0 2 0,5-1 16,2-4-16,22 0 15,4 4-15,2-1 16,-3 5-16,1-2 16,4 4-16,3 6 0,3 3 15,-1 5-15,-6 3 16</inkml:trace>
  <inkml:trace contextRef="#ctx0" brushRef="#br0" timeOffset="24517.692">11677 10251 0,'65'0'0,"5"0"0,-70 0 0,89 0 0,24 0 16,6 0-16,-8 0 15,-7 0-15,4 0 16,4 0-16,9 0 16,0 0-16,2 0 0,3 0 15,9-2-15,5-1 16,4 0-16,3 1 16,5 0-16,-5 2 15,0 0-15,-4 0 16,5 0-16,6-4 0,-4 4 15,-2 0-15,7 0 16,6 0-16,12 4 16,-7-8-16,-2 4 15,0 0-15,0 4 16,-1-2-16,-2-2 0,3 2 16,0 1-16,-2 0 15,0-1-15,2 1 16,3-3-16,-6 0 15,-7-3-15,-12 1 0,3 2 16,2 0-16,-3 0 16,-6-3-16,1 0 15,-3 1-15,-4-4 16,-4 0-16,-8-2 0,-3 0 16,4-2-16,0 0 15,-3-4-15,-2 4 16,-6-1-16,-5 2 15,-7-5-15,-3 3 0,4-2 16,-99 13-16,117-11 16,15 1-16,7 2 15,-139 8-15,141-6 16,-10 6-16,-10 0 16,-15 0-16,-12 0 0,-7 0 15,-1 3-15,-8-3 16,-15 3-16,-63-3 15,65 0-15,-65 0 16,85 0-16,41-3 0</inkml:trace>
  <inkml:trace contextRef="#ctx0" brushRef="#br0" timeOffset="24650.307">22279 10121 0,'0'0'0,"0"0"16,0 0-16</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6-01-20T04:11:20.706"/>
    </inkml:context>
    <inkml:brush xml:id="br0">
      <inkml:brushProperty name="width" value="0.05292" units="cm"/>
      <inkml:brushProperty name="height" value="0.05292" units="cm"/>
      <inkml:brushProperty name="color" value="#FF0000"/>
    </inkml:brush>
  </inkml:definitions>
  <inkml:trace contextRef="#ctx0" brushRef="#br0">28067 11019 0,'-42'0'0,"-7"5"0,2 1 0,47-6 0,-59 2 0,59-2 0,-76 2 0,-12 4 0,-15-1 0,103-5 0,-98 3 0,-5-6 0,2 3 0,4-2 0,97 2 0,-112 0 16,-22 0-16,-7 0 15,7 0-15,7-3 0,7 0 16,-3 6-16,-5-3 16,-4 3-16,-16-6 15,0 6-15,-7-1 0,0 3 16,-14-5-16,1 3 0,-1-2 15,-4 5-15,-2-4 16,-5 4-16,-12-3 0,-6 1 16,-2 2-16,-6 3 15,-14 2-15,-15 2 0,-11-2 16,-5 4-16,-26 2 16,4 4-16,273-21 0,0 0 15,0 0-15</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5-01-20T09:11:00.679"/>
    </inkml:context>
    <inkml:brush xml:id="br0">
      <inkml:brushProperty name="width" value="0.05292" units="cm"/>
      <inkml:brushProperty name="height" value="0.05292" units="cm"/>
      <inkml:brushProperty name="color" value="#FF0000"/>
    </inkml:brush>
  </inkml:definitions>
  <inkml:trace contextRef="#ctx0" brushRef="#br0">11578 6872 0,'39'0'0,"21"0"0,1 0 0,-61 0 16,77 0-16,14 0 15,17 0-15,-2 0 16,-7 0-16,2 0 16,5 0-16,6 0 0,4 0 15,0 0-15,5 0 16,-5 5-16,10 0 16,-3-3-16,3 0 15,1-2-15,5 4 16,13-4-16,0 0 0,-5 0 15,-8 0-15,-1 0 16,-7 0-16,-4 0 16,1 2-16,-6 6 0,-4 1 15,-2-5-15,3 1 16,-6-2 0,-8 4-16,-13-4 15,-85-3-15,88 7 0,-88-7 16,92 6-16,-4-3 15,-22-6-15,-30 1 0,-16 2 16,-7 0-16,-3-4 16,-2 4-1,-3 0-15,-5 0 16,7 4-16</inkml:trace>
  <inkml:trace contextRef="#ctx0" brushRef="#br0" timeOffset="7555.596">16780 7070 0,'48'5'0,"6"-1"0,6-1 0,-60-3 0,75 3 15,-75-3-15,92 1 16,36-1-16,-4 4 0,-13 3 15,-4 5 1,-1-2-16,1-5 0,-1-2 0,6-1 16,0 3-1,6-1-15,5 0 0,-2-2 16,5 7-16,2-3 16,-2 1-16,5-6 0,-5 2 15,2 1-15,-2 0 16,1-3-16,5 2 15,-1-3-15,-1 4 0,-1 2 16,-1 1-16,-3 3 16,2-3-16,-7-1 15,3-1-15,-2 2 16,-3-1 0,-7 1-16,-4 4 15,-6-2-15,-1 5 0,-3-5 16,-97-9-16,0 0 0,104 2 15</inkml:trace>
  <inkml:trace contextRef="#ctx0" brushRef="#br0" timeOffset="42596.284">13395 9396 0,'40'0'0,"18"0"0,-2 0 0,0 0 15,-56 0-15,70 0 16,4 5-16,13 1 0,11-3 16,-6-1-16,-7 0 15,5-2-15,-90 0 16,102 0-16,6-2 15,11 2-15,-4-5 16,0 5-16,-1-3 0,-2 0 16,-1 1-16,6-1 15,2 3-15,-1 0 16,3-4-16,0 4 16,-2 0-16,4 2 0,-2 0 15,0-2-15,0-2 16,-1-4-16,3 4 15,-5-3-15,1-1 0,-3 5 16,1 1-16,1 0 16,-3 1-16,4-1 15,1 3-15,1-6 16,-3 2-16,0-5 16,0 1-16,-3 2 0,-1 3 15,-2 0-15,1 5 16,1-2-16,-2 3 15,1-2-15,-3 2 0,1-4 16,2-4-16,10-7 16</inkml:trace>
  <inkml:trace contextRef="#ctx0" brushRef="#br0" timeOffset="69490.394">25108 11681 0,'0'0'0,"0"0"0,-3 0 0,-15 6 0,-9-1 16,-4-3-16,3 0 16,-1 1-16,-2-1 15,-2 4-15,7-4 16,-4 1-16,30-3 16,-34 0-16,34 0 15,-45 0-15,45 0 0,-71 3 16,-5-3-16,76 0 15,-86 5-15,-24 3 16,-11 3-16,10-4 0,111-7 16,-114 5-16,-6-3 15,1-2-15,10 0 16,11-2 0,-3-3-16,-1 0 0,-8 0 15,4 2-15,-2-2 0,-2 5 16,-11-3-16,0 0 0,-1 3 15,-8-4-15,-1-2 16,-11 1-16,-7-3 16,-1 1-16,5-6 0,-2 0 15,-5 0-15,4 3 16,-1 0-16,0 2 16,3 5-16,5 1 15,8 2-15,3 5 0,21 3 16,-2 2-16,9 4 15,9-7-15,11-2 16,11-2-16,1-6 0,2 3 16,68 0-16,-76-3 15,76 3 1,-87-13-16</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36.20001" units="1/cm"/>
          <inkml:channelProperty channel="Y" name="resolution" value="1638.34998" units="1/cm"/>
          <inkml:channelProperty channel="T" name="resolution" value="1" units="1/dev"/>
        </inkml:channelProperties>
      </inkml:inkSource>
      <inkml:timestamp xml:id="ts0" timeString="2025-01-20T09:15:19.320"/>
    </inkml:context>
    <inkml:brush xml:id="br0">
      <inkml:brushProperty name="width" value="0.05292" units="cm"/>
      <inkml:brushProperty name="height" value="0.05292" units="cm"/>
      <inkml:brushProperty name="color" value="#FF0000"/>
    </inkml:brush>
  </inkml:definitions>
  <inkml:trace contextRef="#ctx0" brushRef="#br0">1427 10569 0,'27'5'0,"9"1"16,-6-4-16,1 0 0,2 1 0,2-3 16,-2-3-16,-2-1 15,-31 4-15,38-15 16,15-7-1,-2-4-15,4-7 0,5 0 16,8-7-16,9-9 0,32-18 16,28-13-16,25-3 15,18-10-15,2 15 16,3 4-16,10 2 0</inkml:trace>
  <inkml:trace contextRef="#ctx0" brushRef="#br0" timeOffset="15608.142">1905 13579 0,'13'0'0,"13"0"0,13 0 15,-3 0-15,3 0 0,1 0 16,7 0-16,-47 0 15,55-7-15,6-10 16,11-7-16,-7-10 16,11-5-16,42-17 15,22-13-15,20-3 16,-6 0-16,-8 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60475-CE62-4412-BD04-67C05D4CA8C7}" type="datetimeFigureOut">
              <a:rPr lang="en-IN" smtClean="0"/>
              <a:t>22-01-2026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2BBE9-B86E-464A-9C8A-33FECAA93539}" type="slidenum">
              <a:rPr lang="en-IN" smtClean="0"/>
              <a:t>‹#›</a:t>
            </a:fld>
            <a:endParaRPr lang="en-IN"/>
          </a:p>
        </p:txBody>
      </p:sp>
    </p:spTree>
    <p:extLst>
      <p:ext uri="{BB962C8B-B14F-4D97-AF65-F5344CB8AC3E}">
        <p14:creationId xmlns:p14="http://schemas.microsoft.com/office/powerpoint/2010/main" val="4579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 name="Google Shape;369;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b="1" dirty="0"/>
          </a:p>
        </p:txBody>
      </p:sp>
      <p:sp>
        <p:nvSpPr>
          <p:cNvPr id="384" name="Google Shape;384;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4" name="Google Shape;394;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2" name="Google Shape;402;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1" name="Google Shape;431;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6" name="Google Shape;446;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54" name="Google Shape;454;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4" name="Google Shape;464;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73" name="Google Shape;473;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2" name="Google Shape;482;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92" name="Google Shape;492;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01" name="Google Shape;501;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0" name="Google Shape;510;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17" name="Google Shape;517;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25" name="Google Shape;525;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35" name="Google Shape;535;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24</a:t>
            </a:fld>
            <a:endParaRPr lang="en-US" altLang="en-US"/>
          </a:p>
        </p:txBody>
      </p:sp>
    </p:spTree>
    <p:extLst>
      <p:ext uri="{BB962C8B-B14F-4D97-AF65-F5344CB8AC3E}">
        <p14:creationId xmlns:p14="http://schemas.microsoft.com/office/powerpoint/2010/main" val="38933264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29</a:t>
            </a:fld>
            <a:endParaRPr lang="en-US" altLang="en-US"/>
          </a:p>
        </p:txBody>
      </p:sp>
    </p:spTree>
    <p:extLst>
      <p:ext uri="{BB962C8B-B14F-4D97-AF65-F5344CB8AC3E}">
        <p14:creationId xmlns:p14="http://schemas.microsoft.com/office/powerpoint/2010/main" val="26535348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i="1"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30</a:t>
            </a:fld>
            <a:endParaRPr lang="en-US" altLang="en-US"/>
          </a:p>
        </p:txBody>
      </p:sp>
    </p:spTree>
    <p:extLst>
      <p:ext uri="{BB962C8B-B14F-4D97-AF65-F5344CB8AC3E}">
        <p14:creationId xmlns:p14="http://schemas.microsoft.com/office/powerpoint/2010/main" val="29201740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31</a:t>
            </a:fld>
            <a:endParaRPr lang="en-US" altLang="en-US"/>
          </a:p>
        </p:txBody>
      </p:sp>
    </p:spTree>
    <p:extLst>
      <p:ext uri="{BB962C8B-B14F-4D97-AF65-F5344CB8AC3E}">
        <p14:creationId xmlns:p14="http://schemas.microsoft.com/office/powerpoint/2010/main" val="15596643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B2BBE9-B86E-464A-9C8A-33FECAA93539}" type="slidenum">
              <a:rPr lang="en-IN" smtClean="0"/>
              <a:t>32</a:t>
            </a:fld>
            <a:endParaRPr lang="en-IN"/>
          </a:p>
        </p:txBody>
      </p:sp>
    </p:spTree>
    <p:extLst>
      <p:ext uri="{BB962C8B-B14F-4D97-AF65-F5344CB8AC3E}">
        <p14:creationId xmlns:p14="http://schemas.microsoft.com/office/powerpoint/2010/main" val="2848460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34</a:t>
            </a:fld>
            <a:endParaRPr lang="en-US" altLang="en-US"/>
          </a:p>
        </p:txBody>
      </p:sp>
    </p:spTree>
    <p:extLst>
      <p:ext uri="{BB962C8B-B14F-4D97-AF65-F5344CB8AC3E}">
        <p14:creationId xmlns:p14="http://schemas.microsoft.com/office/powerpoint/2010/main" val="29285298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37</a:t>
            </a:fld>
            <a:endParaRPr lang="en-US" altLang="en-US"/>
          </a:p>
        </p:txBody>
      </p:sp>
    </p:spTree>
    <p:extLst>
      <p:ext uri="{BB962C8B-B14F-4D97-AF65-F5344CB8AC3E}">
        <p14:creationId xmlns:p14="http://schemas.microsoft.com/office/powerpoint/2010/main" val="3018681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B2BBE9-B86E-464A-9C8A-33FECAA93539}" type="slidenum">
              <a:rPr lang="en-IN" smtClean="0"/>
              <a:t>38</a:t>
            </a:fld>
            <a:endParaRPr lang="en-IN"/>
          </a:p>
        </p:txBody>
      </p:sp>
    </p:spTree>
    <p:extLst>
      <p:ext uri="{BB962C8B-B14F-4D97-AF65-F5344CB8AC3E}">
        <p14:creationId xmlns:p14="http://schemas.microsoft.com/office/powerpoint/2010/main" val="25681694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39</a:t>
            </a:fld>
            <a:endParaRPr lang="en-US" altLang="en-US"/>
          </a:p>
        </p:txBody>
      </p:sp>
    </p:spTree>
    <p:extLst>
      <p:ext uri="{BB962C8B-B14F-4D97-AF65-F5344CB8AC3E}">
        <p14:creationId xmlns:p14="http://schemas.microsoft.com/office/powerpoint/2010/main" val="20863337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40</a:t>
            </a:fld>
            <a:endParaRPr lang="en-US" altLang="en-US"/>
          </a:p>
        </p:txBody>
      </p:sp>
    </p:spTree>
    <p:extLst>
      <p:ext uri="{BB962C8B-B14F-4D97-AF65-F5344CB8AC3E}">
        <p14:creationId xmlns:p14="http://schemas.microsoft.com/office/powerpoint/2010/main" val="18955589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41</a:t>
            </a:fld>
            <a:endParaRPr lang="en-US" altLang="en-US"/>
          </a:p>
        </p:txBody>
      </p:sp>
    </p:spTree>
    <p:extLst>
      <p:ext uri="{BB962C8B-B14F-4D97-AF65-F5344CB8AC3E}">
        <p14:creationId xmlns:p14="http://schemas.microsoft.com/office/powerpoint/2010/main" val="18901346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42</a:t>
            </a:fld>
            <a:endParaRPr lang="en-US" altLang="en-US"/>
          </a:p>
        </p:txBody>
      </p:sp>
    </p:spTree>
    <p:extLst>
      <p:ext uri="{BB962C8B-B14F-4D97-AF65-F5344CB8AC3E}">
        <p14:creationId xmlns:p14="http://schemas.microsoft.com/office/powerpoint/2010/main" val="2541549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43</a:t>
            </a:fld>
            <a:endParaRPr lang="en-US" altLang="en-US"/>
          </a:p>
        </p:txBody>
      </p:sp>
    </p:spTree>
    <p:extLst>
      <p:ext uri="{BB962C8B-B14F-4D97-AF65-F5344CB8AC3E}">
        <p14:creationId xmlns:p14="http://schemas.microsoft.com/office/powerpoint/2010/main" val="3570115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44</a:t>
            </a:fld>
            <a:endParaRPr lang="en-US" altLang="en-US"/>
          </a:p>
        </p:txBody>
      </p:sp>
    </p:spTree>
    <p:extLst>
      <p:ext uri="{BB962C8B-B14F-4D97-AF65-F5344CB8AC3E}">
        <p14:creationId xmlns:p14="http://schemas.microsoft.com/office/powerpoint/2010/main" val="657607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B2BBE9-B86E-464A-9C8A-33FECAA93539}" type="slidenum">
              <a:rPr lang="en-IN" smtClean="0"/>
              <a:t>46</a:t>
            </a:fld>
            <a:endParaRPr lang="en-IN"/>
          </a:p>
        </p:txBody>
      </p:sp>
    </p:spTree>
    <p:extLst>
      <p:ext uri="{BB962C8B-B14F-4D97-AF65-F5344CB8AC3E}">
        <p14:creationId xmlns:p14="http://schemas.microsoft.com/office/powerpoint/2010/main" val="32051478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4" name="Google Shape;574;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64202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mn-lt"/>
                <a:ea typeface="Calibri"/>
                <a:cs typeface="Calibri"/>
                <a:sym typeface="Calibri"/>
              </a:rPr>
              <a:t>Collaboration diagram is communication diagram</a:t>
            </a:r>
            <a:endParaRPr lang="en-US" dirty="0"/>
          </a:p>
          <a:p>
            <a:pPr marL="0" lvl="0" indent="0" algn="l" rtl="0">
              <a:spcBef>
                <a:spcPts val="0"/>
              </a:spcBef>
              <a:spcAft>
                <a:spcPts val="0"/>
              </a:spcAft>
              <a:buNone/>
            </a:pPr>
            <a:endParaRPr dirty="0"/>
          </a:p>
        </p:txBody>
      </p:sp>
      <p:sp>
        <p:nvSpPr>
          <p:cNvPr id="582" name="Google Shape;582;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72132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rgbClr val="000000"/>
                </a:solidFill>
                <a:latin typeface="+mn-lt"/>
                <a:ea typeface="Calibri"/>
                <a:cs typeface="Calibri"/>
                <a:sym typeface="Calibri"/>
              </a:rPr>
              <a:t>Collaboration diagram is communication diagram</a:t>
            </a:r>
            <a:br>
              <a:rPr lang="en-US" sz="1200" b="1" dirty="0">
                <a:solidFill>
                  <a:srgbClr val="000000"/>
                </a:solidFill>
                <a:latin typeface="+mn-lt"/>
                <a:ea typeface="Calibri"/>
                <a:cs typeface="Calibri"/>
                <a:sym typeface="Calibri"/>
              </a:rPr>
            </a:br>
            <a:endParaRPr dirty="0"/>
          </a:p>
        </p:txBody>
      </p:sp>
      <p:sp>
        <p:nvSpPr>
          <p:cNvPr id="634" name="Google Shape;634;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00139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34" name="Google Shape;634;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62177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rgbClr val="000000"/>
                </a:solidFill>
                <a:latin typeface="+mn-lt"/>
                <a:ea typeface="Calibri"/>
                <a:cs typeface="Calibri"/>
                <a:sym typeface="Calibri"/>
              </a:rPr>
              <a:t>Collaboration diagram is communication diagram</a:t>
            </a:r>
            <a:br>
              <a:rPr lang="en-US" sz="1200" b="1" dirty="0">
                <a:solidFill>
                  <a:srgbClr val="000000"/>
                </a:solidFill>
                <a:latin typeface="+mn-lt"/>
                <a:ea typeface="Calibri"/>
                <a:cs typeface="Calibri"/>
                <a:sym typeface="Calibri"/>
              </a:rPr>
            </a:br>
            <a:endParaRPr dirty="0"/>
          </a:p>
        </p:txBody>
      </p:sp>
      <p:sp>
        <p:nvSpPr>
          <p:cNvPr id="634" name="Google Shape;634;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2997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rgbClr val="000000"/>
                </a:solidFill>
                <a:latin typeface="+mn-lt"/>
                <a:ea typeface="Calibri"/>
                <a:cs typeface="Calibri"/>
                <a:sym typeface="Calibri"/>
              </a:rPr>
              <a:t>Collaboration diagram is communication diagram</a:t>
            </a:r>
            <a:br>
              <a:rPr lang="en-US" sz="1200" b="1" dirty="0">
                <a:solidFill>
                  <a:srgbClr val="000000"/>
                </a:solidFill>
                <a:latin typeface="+mn-lt"/>
                <a:ea typeface="Calibri"/>
                <a:cs typeface="Calibri"/>
                <a:sym typeface="Calibri"/>
              </a:rPr>
            </a:br>
            <a:endParaRPr dirty="0"/>
          </a:p>
        </p:txBody>
      </p:sp>
      <p:sp>
        <p:nvSpPr>
          <p:cNvPr id="634" name="Google Shape;634;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87862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rgbClr val="000000"/>
                </a:solidFill>
                <a:latin typeface="+mn-lt"/>
                <a:ea typeface="Calibri"/>
                <a:cs typeface="Calibri"/>
                <a:sym typeface="Calibri"/>
              </a:rPr>
              <a:t>Collaboration diagram is communication diagram</a:t>
            </a:r>
            <a:br>
              <a:rPr lang="en-US" sz="1200" b="1" dirty="0">
                <a:solidFill>
                  <a:srgbClr val="000000"/>
                </a:solidFill>
                <a:latin typeface="+mn-lt"/>
                <a:ea typeface="Calibri"/>
                <a:cs typeface="Calibri"/>
                <a:sym typeface="Calibri"/>
              </a:rPr>
            </a:br>
            <a:endParaRPr dirty="0"/>
          </a:p>
        </p:txBody>
      </p:sp>
      <p:sp>
        <p:nvSpPr>
          <p:cNvPr id="634" name="Google Shape;634;p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36197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B2BBE9-B86E-464A-9C8A-33FECAA93539}" type="slidenum">
              <a:rPr lang="en-IN" smtClean="0"/>
              <a:t>54</a:t>
            </a:fld>
            <a:endParaRPr lang="en-IN"/>
          </a:p>
        </p:txBody>
      </p:sp>
    </p:spTree>
    <p:extLst>
      <p:ext uri="{BB962C8B-B14F-4D97-AF65-F5344CB8AC3E}">
        <p14:creationId xmlns:p14="http://schemas.microsoft.com/office/powerpoint/2010/main" val="41326751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B2BBE9-B86E-464A-9C8A-33FECAA93539}" type="slidenum">
              <a:rPr lang="en-IN" smtClean="0"/>
              <a:t>56</a:t>
            </a:fld>
            <a:endParaRPr lang="en-IN"/>
          </a:p>
        </p:txBody>
      </p:sp>
    </p:spTree>
    <p:extLst>
      <p:ext uri="{BB962C8B-B14F-4D97-AF65-F5344CB8AC3E}">
        <p14:creationId xmlns:p14="http://schemas.microsoft.com/office/powerpoint/2010/main" val="32801762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00000"/>
                </a:solidFill>
                <a:latin typeface="Calibri "/>
              </a:rPr>
              <a:t>TemperatureSensor</a:t>
            </a:r>
            <a:r>
              <a:rPr lang="en-US" sz="1200" dirty="0">
                <a:solidFill>
                  <a:srgbClr val="000000"/>
                </a:solidFill>
                <a:latin typeface="Calibri "/>
              </a:rPr>
              <a:t> class is responsible for measuring temperature and raising an alarm if the temperature reaches a certain point. </a:t>
            </a:r>
            <a:endParaRPr lang="en-IN" sz="1200" dirty="0">
              <a:solidFill>
                <a:srgbClr val="000000"/>
              </a:solidFill>
              <a:latin typeface="Calibri "/>
            </a:endParaRPr>
          </a:p>
          <a:p>
            <a:endParaRPr lang="en-IN" dirty="0"/>
          </a:p>
        </p:txBody>
      </p:sp>
      <p:sp>
        <p:nvSpPr>
          <p:cNvPr id="4" name="Slide Number Placeholder 3"/>
          <p:cNvSpPr>
            <a:spLocks noGrp="1"/>
          </p:cNvSpPr>
          <p:nvPr>
            <p:ph type="sldNum" sz="quarter" idx="5"/>
          </p:nvPr>
        </p:nvSpPr>
        <p:spPr/>
        <p:txBody>
          <a:bodyPr/>
          <a:lstStyle/>
          <a:p>
            <a:fld id="{9BB2BBE9-B86E-464A-9C8A-33FECAA93539}" type="slidenum">
              <a:rPr lang="en-IN" smtClean="0"/>
              <a:t>57</a:t>
            </a:fld>
            <a:endParaRPr lang="en-IN"/>
          </a:p>
        </p:txBody>
      </p:sp>
    </p:spTree>
    <p:extLst>
      <p:ext uri="{BB962C8B-B14F-4D97-AF65-F5344CB8AC3E}">
        <p14:creationId xmlns:p14="http://schemas.microsoft.com/office/powerpoint/2010/main" val="9656865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39" name="Google Shape;639;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9" name="Google Shape;639;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00448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61</a:t>
            </a:fld>
            <a:endParaRPr lang="en-US" altLang="en-US"/>
          </a:p>
        </p:txBody>
      </p:sp>
    </p:spTree>
    <p:extLst>
      <p:ext uri="{BB962C8B-B14F-4D97-AF65-F5344CB8AC3E}">
        <p14:creationId xmlns:p14="http://schemas.microsoft.com/office/powerpoint/2010/main" val="20350820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B2BBE9-B86E-464A-9C8A-33FECAA93539}" type="slidenum">
              <a:rPr lang="en-IN" smtClean="0"/>
              <a:t>62</a:t>
            </a:fld>
            <a:endParaRPr lang="en-IN"/>
          </a:p>
        </p:txBody>
      </p:sp>
    </p:spTree>
    <p:extLst>
      <p:ext uri="{BB962C8B-B14F-4D97-AF65-F5344CB8AC3E}">
        <p14:creationId xmlns:p14="http://schemas.microsoft.com/office/powerpoint/2010/main" val="17824647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7CF09C8-2E1A-4C48-B9B5-93298D99DB54}" type="slidenum">
              <a:rPr lang="en-US" altLang="en-US" smtClean="0"/>
              <a:pPr/>
              <a:t>64</a:t>
            </a:fld>
            <a:endParaRPr lang="en-US" altLang="en-US"/>
          </a:p>
        </p:txBody>
      </p:sp>
    </p:spTree>
    <p:extLst>
      <p:ext uri="{BB962C8B-B14F-4D97-AF65-F5344CB8AC3E}">
        <p14:creationId xmlns:p14="http://schemas.microsoft.com/office/powerpoint/2010/main" val="8026003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9" name="Google Shape;649;p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54" name="Google Shape;654;p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IN" dirty="0"/>
          </a:p>
        </p:txBody>
      </p:sp>
      <p:sp>
        <p:nvSpPr>
          <p:cNvPr id="662" name="Google Shape;662;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8" name="Google Shape;668;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8" name="Google Shape;698;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703" name="Google Shape;703;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B2BBE9-B86E-464A-9C8A-33FECAA93539}" type="slidenum">
              <a:rPr lang="en-IN" smtClean="0"/>
              <a:t>71</a:t>
            </a:fld>
            <a:endParaRPr lang="en-IN"/>
          </a:p>
        </p:txBody>
      </p:sp>
    </p:spTree>
    <p:extLst>
      <p:ext uri="{BB962C8B-B14F-4D97-AF65-F5344CB8AC3E}">
        <p14:creationId xmlns:p14="http://schemas.microsoft.com/office/powerpoint/2010/main" val="18685201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709" name="Google Shape;709;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20" name="Google Shape;720;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28" name="Google Shape;728;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4" name="Google Shape;714;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4092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B5FCA-7D95-49BA-AC3D-D95A6F5246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20EDF2-8A22-40C5-87F4-B7BC01940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2570F1-A96B-47FA-94D0-5FE1C38BD5ED}"/>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5" name="Footer Placeholder 4">
            <a:extLst>
              <a:ext uri="{FF2B5EF4-FFF2-40B4-BE49-F238E27FC236}">
                <a16:creationId xmlns:a16="http://schemas.microsoft.com/office/drawing/2014/main" id="{27EC3DE2-6BB7-4E28-9843-514D4CDE37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AEEF58-FDA5-495C-80A6-0B75D38DD9B1}"/>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160223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35444-30C5-4431-AAA7-794ED0C28F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16AB88-8058-43AD-A397-FC378AD6293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9EFE41-0B35-4977-8408-76831BE5B710}"/>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5" name="Footer Placeholder 4">
            <a:extLst>
              <a:ext uri="{FF2B5EF4-FFF2-40B4-BE49-F238E27FC236}">
                <a16:creationId xmlns:a16="http://schemas.microsoft.com/office/drawing/2014/main" id="{AEF91E78-2D27-4FD5-8754-DA595ED2DF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752234-81E6-41CB-934A-B6637B0E7411}"/>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1950482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427DD-A96E-4DB0-82D7-35D0A08A22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DEACA4-CF48-4AF5-A75E-FDAEE137CD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6EBFBA3-FF29-47DF-87EE-570CE9A5B928}"/>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5" name="Footer Placeholder 4">
            <a:extLst>
              <a:ext uri="{FF2B5EF4-FFF2-40B4-BE49-F238E27FC236}">
                <a16:creationId xmlns:a16="http://schemas.microsoft.com/office/drawing/2014/main" id="{11568CF8-5F17-4DB5-BD4D-2096E88308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65298A-090D-42A2-B966-4A8529FF932E}"/>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3317614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A80E2-CDB5-4174-AC02-50A2FE5A6E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6652F6-E8EC-47DA-907E-65BFE97A6E9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9DCD3D2-8CB4-4CB4-BEE7-91012644060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9CF4A98-05FF-4EBC-A1BD-B0EEDA15F6E7}"/>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6" name="Footer Placeholder 5">
            <a:extLst>
              <a:ext uri="{FF2B5EF4-FFF2-40B4-BE49-F238E27FC236}">
                <a16:creationId xmlns:a16="http://schemas.microsoft.com/office/drawing/2014/main" id="{29062B83-57D5-4D57-9C24-7656E89674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16D8D1-86BF-4C0E-8B61-E5F3EFC68AB4}"/>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1187441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A8E0-7CDD-483A-A1D4-9CAEBFBA7E5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A4CFF6-6B45-48F3-8388-ABD7013E1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3EC77E-2CE3-4B09-8C0C-371807DCA7D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616A0C2-F3A8-4419-B224-85A6F13221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8214FD7-69C6-4BBD-B22D-CAF3826A97E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D24992D-39D7-4AE3-A050-533557E894AB}"/>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8" name="Footer Placeholder 7">
            <a:extLst>
              <a:ext uri="{FF2B5EF4-FFF2-40B4-BE49-F238E27FC236}">
                <a16:creationId xmlns:a16="http://schemas.microsoft.com/office/drawing/2014/main" id="{6CCEFA97-AC17-4381-9142-15CC59C8B2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2968C0D-C4F2-4065-B24B-7F7D56683A33}"/>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1844779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087F8-8742-4C52-8B9C-349285B82D0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2B4FE7-3E79-486B-8650-97F42D299BFE}"/>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4" name="Footer Placeholder 3">
            <a:extLst>
              <a:ext uri="{FF2B5EF4-FFF2-40B4-BE49-F238E27FC236}">
                <a16:creationId xmlns:a16="http://schemas.microsoft.com/office/drawing/2014/main" id="{770953F1-40EF-41FC-9D56-7563C204F7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3A1D41-74FA-4467-8A11-74F472E523AB}"/>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1390774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4C597B-5C77-4C4D-9F39-17D07B690566}"/>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3" name="Footer Placeholder 2">
            <a:extLst>
              <a:ext uri="{FF2B5EF4-FFF2-40B4-BE49-F238E27FC236}">
                <a16:creationId xmlns:a16="http://schemas.microsoft.com/office/drawing/2014/main" id="{0C9A6583-6726-4ECF-B9FC-F778424710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D3E5CA6-D86F-40F0-8C41-51277AF320A5}"/>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3883151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E6863-DA67-4774-B9A7-22C50BB5EE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12DB6C-8321-4BF9-9E0E-06917B87E4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05714E4-3CA1-4205-86E0-F7C31B212B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D8CC926-2C90-4BB7-9EF8-6F744C3F03B6}"/>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6" name="Footer Placeholder 5">
            <a:extLst>
              <a:ext uri="{FF2B5EF4-FFF2-40B4-BE49-F238E27FC236}">
                <a16:creationId xmlns:a16="http://schemas.microsoft.com/office/drawing/2014/main" id="{5E113C70-4021-4650-9F56-175D82345B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39758E-CC77-4FDF-BE93-68C0088AC4D7}"/>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2834398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528EB-3C79-4C99-B944-B7E99467AB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B77DF5-B644-41B4-B2DB-F52A06B4B6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FCA83A-4D9A-486F-B6A6-CB89A1D904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994771E-4580-45AD-966B-591D01539FFF}"/>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6" name="Footer Placeholder 5">
            <a:extLst>
              <a:ext uri="{FF2B5EF4-FFF2-40B4-BE49-F238E27FC236}">
                <a16:creationId xmlns:a16="http://schemas.microsoft.com/office/drawing/2014/main" id="{FBEFB20C-9EAB-4BEA-B0C3-890A86B4F1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539672-FA9A-4D61-829E-2AE07A671512}"/>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1017055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14435-4F64-427C-B2BE-9633D8B7F9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0E13E2-C92F-4291-8A23-944AE1F579F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210E9F-795D-44A2-8D52-25AF142A3CC1}"/>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5" name="Footer Placeholder 4">
            <a:extLst>
              <a:ext uri="{FF2B5EF4-FFF2-40B4-BE49-F238E27FC236}">
                <a16:creationId xmlns:a16="http://schemas.microsoft.com/office/drawing/2014/main" id="{E3B10BC7-9594-420E-ADFA-9EDB81FBB8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CCD9AD-EE62-4951-AE8E-4F8501315740}"/>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8072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E70BC-D105-4678-BFC8-804786E969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6157E6-9AA8-46CD-829B-6FEDFEBADD6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DFDAD-F73C-404F-BA9A-5344743558B4}"/>
              </a:ext>
            </a:extLst>
          </p:cNvPr>
          <p:cNvSpPr>
            <a:spLocks noGrp="1"/>
          </p:cNvSpPr>
          <p:nvPr>
            <p:ph type="dt" sz="half" idx="10"/>
          </p:nvPr>
        </p:nvSpPr>
        <p:spPr/>
        <p:txBody>
          <a:bodyPr/>
          <a:lstStyle/>
          <a:p>
            <a:fld id="{BE30E3EA-8FDA-4EFA-94EC-CDD0F1A60315}" type="datetimeFigureOut">
              <a:rPr lang="en-IN" smtClean="0"/>
              <a:t>22-01-2026</a:t>
            </a:fld>
            <a:endParaRPr lang="en-IN"/>
          </a:p>
        </p:txBody>
      </p:sp>
      <p:sp>
        <p:nvSpPr>
          <p:cNvPr id="5" name="Footer Placeholder 4">
            <a:extLst>
              <a:ext uri="{FF2B5EF4-FFF2-40B4-BE49-F238E27FC236}">
                <a16:creationId xmlns:a16="http://schemas.microsoft.com/office/drawing/2014/main" id="{0FDC9FEC-81D8-48A9-9009-FD159AE068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E6198F-E9FD-4ADF-A423-21128BA737B5}"/>
              </a:ext>
            </a:extLst>
          </p:cNvPr>
          <p:cNvSpPr>
            <a:spLocks noGrp="1"/>
          </p:cNvSpPr>
          <p:nvPr>
            <p:ph type="sldNum" sz="quarter" idx="12"/>
          </p:nvPr>
        </p:nvSpPr>
        <p:spPr/>
        <p:txBody>
          <a:bodyPr/>
          <a:lstStyle/>
          <a:p>
            <a:fld id="{C098E55A-5366-452E-B125-E663C48BEF8C}" type="slidenum">
              <a:rPr lang="en-IN" smtClean="0"/>
              <a:t>‹#›</a:t>
            </a:fld>
            <a:endParaRPr lang="en-IN"/>
          </a:p>
        </p:txBody>
      </p:sp>
    </p:spTree>
    <p:extLst>
      <p:ext uri="{BB962C8B-B14F-4D97-AF65-F5344CB8AC3E}">
        <p14:creationId xmlns:p14="http://schemas.microsoft.com/office/powerpoint/2010/main" val="3787099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obj">
  <p:cSld name="1_Blank">
    <p:spTree>
      <p:nvGrpSpPr>
        <p:cNvPr id="1" name="Shape 86"/>
        <p:cNvGrpSpPr/>
        <p:nvPr/>
      </p:nvGrpSpPr>
      <p:grpSpPr>
        <a:xfrm>
          <a:off x="0" y="0"/>
          <a:ext cx="0" cy="0"/>
          <a:chOff x="0" y="0"/>
          <a:chExt cx="0" cy="0"/>
        </a:xfrm>
      </p:grpSpPr>
      <p:sp>
        <p:nvSpPr>
          <p:cNvPr id="87" name="Google Shape;87;p12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2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sz="1800" b="0" i="0" u="none" strike="noStrike" cap="none">
                <a:solidFill>
                  <a:srgbClr val="888888"/>
                </a:solidFill>
                <a:latin typeface="Calibri"/>
                <a:ea typeface="Calibri"/>
                <a:cs typeface="Calibri"/>
                <a:sym typeface="Calibri"/>
              </a:defRPr>
            </a:lvl1pPr>
            <a:lvl2pPr marL="0" lvl="1" indent="0" algn="r">
              <a:spcBef>
                <a:spcPts val="0"/>
              </a:spcBef>
              <a:buNone/>
              <a:defRPr sz="1800" b="0" i="0" u="none" strike="noStrike" cap="none">
                <a:solidFill>
                  <a:srgbClr val="888888"/>
                </a:solidFill>
                <a:latin typeface="Calibri"/>
                <a:ea typeface="Calibri"/>
                <a:cs typeface="Calibri"/>
                <a:sym typeface="Calibri"/>
              </a:defRPr>
            </a:lvl2pPr>
            <a:lvl3pPr marL="0" lvl="2" indent="0" algn="r">
              <a:spcBef>
                <a:spcPts val="0"/>
              </a:spcBef>
              <a:buNone/>
              <a:defRPr sz="1800" b="0" i="0" u="none" strike="noStrike" cap="none">
                <a:solidFill>
                  <a:srgbClr val="888888"/>
                </a:solidFill>
                <a:latin typeface="Calibri"/>
                <a:ea typeface="Calibri"/>
                <a:cs typeface="Calibri"/>
                <a:sym typeface="Calibri"/>
              </a:defRPr>
            </a:lvl3pPr>
            <a:lvl4pPr marL="0" lvl="3" indent="0" algn="r">
              <a:spcBef>
                <a:spcPts val="0"/>
              </a:spcBef>
              <a:buNone/>
              <a:defRPr sz="1800" b="0" i="0" u="none" strike="noStrike" cap="none">
                <a:solidFill>
                  <a:srgbClr val="888888"/>
                </a:solidFill>
                <a:latin typeface="Calibri"/>
                <a:ea typeface="Calibri"/>
                <a:cs typeface="Calibri"/>
                <a:sym typeface="Calibri"/>
              </a:defRPr>
            </a:lvl4pPr>
            <a:lvl5pPr marL="0" lvl="4" indent="0" algn="r">
              <a:spcBef>
                <a:spcPts val="0"/>
              </a:spcBef>
              <a:buNone/>
              <a:defRPr sz="1800" b="0" i="0" u="none" strike="noStrike" cap="none">
                <a:solidFill>
                  <a:srgbClr val="888888"/>
                </a:solidFill>
                <a:latin typeface="Calibri"/>
                <a:ea typeface="Calibri"/>
                <a:cs typeface="Calibri"/>
                <a:sym typeface="Calibri"/>
              </a:defRPr>
            </a:lvl5pPr>
            <a:lvl6pPr marL="0" lvl="5" indent="0" algn="r">
              <a:spcBef>
                <a:spcPts val="0"/>
              </a:spcBef>
              <a:buNone/>
              <a:defRPr sz="1800" b="0" i="0" u="none" strike="noStrike" cap="none">
                <a:solidFill>
                  <a:srgbClr val="888888"/>
                </a:solidFill>
                <a:latin typeface="Calibri"/>
                <a:ea typeface="Calibri"/>
                <a:cs typeface="Calibri"/>
                <a:sym typeface="Calibri"/>
              </a:defRPr>
            </a:lvl6pPr>
            <a:lvl7pPr marL="0" lvl="6" indent="0" algn="r">
              <a:spcBef>
                <a:spcPts val="0"/>
              </a:spcBef>
              <a:buNone/>
              <a:defRPr sz="1800" b="0" i="0" u="none" strike="noStrike" cap="none">
                <a:solidFill>
                  <a:srgbClr val="888888"/>
                </a:solidFill>
                <a:latin typeface="Calibri"/>
                <a:ea typeface="Calibri"/>
                <a:cs typeface="Calibri"/>
                <a:sym typeface="Calibri"/>
              </a:defRPr>
            </a:lvl7pPr>
            <a:lvl8pPr marL="0" lvl="7" indent="0" algn="r">
              <a:spcBef>
                <a:spcPts val="0"/>
              </a:spcBef>
              <a:buNone/>
              <a:defRPr sz="1800" b="0" i="0" u="none" strike="noStrike" cap="none">
                <a:solidFill>
                  <a:srgbClr val="888888"/>
                </a:solidFill>
                <a:latin typeface="Calibri"/>
                <a:ea typeface="Calibri"/>
                <a:cs typeface="Calibri"/>
                <a:sym typeface="Calibri"/>
              </a:defRPr>
            </a:lvl8pPr>
            <a:lvl9pPr marL="0" lvl="8" indent="0" algn="r">
              <a:spcBef>
                <a:spcPts val="0"/>
              </a:spcBef>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882130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90"/>
        <p:cNvGrpSpPr/>
        <p:nvPr/>
      </p:nvGrpSpPr>
      <p:grpSpPr>
        <a:xfrm>
          <a:off x="0" y="0"/>
          <a:ext cx="0" cy="0"/>
          <a:chOff x="0" y="0"/>
          <a:chExt cx="0" cy="0"/>
        </a:xfrm>
      </p:grpSpPr>
      <p:sp>
        <p:nvSpPr>
          <p:cNvPr id="91" name="Google Shape;91;p127"/>
          <p:cNvSpPr txBox="1">
            <a:spLocks noGrp="1"/>
          </p:cNvSpPr>
          <p:nvPr>
            <p:ph type="title"/>
          </p:nvPr>
        </p:nvSpPr>
        <p:spPr>
          <a:xfrm>
            <a:off x="916939" y="177164"/>
            <a:ext cx="3327400" cy="51371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1" i="0" u="sng">
                <a:solidFill>
                  <a:srgbClr val="35427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27"/>
          <p:cNvSpPr txBox="1">
            <a:spLocks noGrp="1"/>
          </p:cNvSpPr>
          <p:nvPr>
            <p:ph type="body" idx="1"/>
          </p:nvPr>
        </p:nvSpPr>
        <p:spPr>
          <a:xfrm>
            <a:off x="916939" y="1061085"/>
            <a:ext cx="10358120" cy="41783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93" name="Google Shape;93;p12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2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2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lvl="0" indent="0" algn="r">
              <a:spcBef>
                <a:spcPts val="0"/>
              </a:spcBef>
              <a:buNone/>
              <a:defRPr sz="1800">
                <a:solidFill>
                  <a:srgbClr val="888888"/>
                </a:solidFill>
                <a:latin typeface="Calibri"/>
                <a:ea typeface="Calibri"/>
                <a:cs typeface="Calibri"/>
                <a:sym typeface="Calibri"/>
              </a:defRPr>
            </a:lvl1pPr>
            <a:lvl2pPr marL="0" lvl="1" indent="0" algn="r">
              <a:spcBef>
                <a:spcPts val="0"/>
              </a:spcBef>
              <a:buNone/>
              <a:defRPr sz="1800">
                <a:solidFill>
                  <a:srgbClr val="888888"/>
                </a:solidFill>
                <a:latin typeface="Calibri"/>
                <a:ea typeface="Calibri"/>
                <a:cs typeface="Calibri"/>
                <a:sym typeface="Calibri"/>
              </a:defRPr>
            </a:lvl2pPr>
            <a:lvl3pPr marL="0" lvl="2" indent="0" algn="r">
              <a:spcBef>
                <a:spcPts val="0"/>
              </a:spcBef>
              <a:buNone/>
              <a:defRPr sz="1800">
                <a:solidFill>
                  <a:srgbClr val="888888"/>
                </a:solidFill>
                <a:latin typeface="Calibri"/>
                <a:ea typeface="Calibri"/>
                <a:cs typeface="Calibri"/>
                <a:sym typeface="Calibri"/>
              </a:defRPr>
            </a:lvl3pPr>
            <a:lvl4pPr marL="0" lvl="3" indent="0" algn="r">
              <a:spcBef>
                <a:spcPts val="0"/>
              </a:spcBef>
              <a:buNone/>
              <a:defRPr sz="1800">
                <a:solidFill>
                  <a:srgbClr val="888888"/>
                </a:solidFill>
                <a:latin typeface="Calibri"/>
                <a:ea typeface="Calibri"/>
                <a:cs typeface="Calibri"/>
                <a:sym typeface="Calibri"/>
              </a:defRPr>
            </a:lvl4pPr>
            <a:lvl5pPr marL="0" lvl="4" indent="0" algn="r">
              <a:spcBef>
                <a:spcPts val="0"/>
              </a:spcBef>
              <a:buNone/>
              <a:defRPr sz="1800">
                <a:solidFill>
                  <a:srgbClr val="888888"/>
                </a:solidFill>
                <a:latin typeface="Calibri"/>
                <a:ea typeface="Calibri"/>
                <a:cs typeface="Calibri"/>
                <a:sym typeface="Calibri"/>
              </a:defRPr>
            </a:lvl5pPr>
            <a:lvl6pPr marL="0" lvl="5" indent="0" algn="r">
              <a:spcBef>
                <a:spcPts val="0"/>
              </a:spcBef>
              <a:buNone/>
              <a:defRPr sz="1800">
                <a:solidFill>
                  <a:srgbClr val="888888"/>
                </a:solidFill>
                <a:latin typeface="Calibri"/>
                <a:ea typeface="Calibri"/>
                <a:cs typeface="Calibri"/>
                <a:sym typeface="Calibri"/>
              </a:defRPr>
            </a:lvl6pPr>
            <a:lvl7pPr marL="0" lvl="6" indent="0" algn="r">
              <a:spcBef>
                <a:spcPts val="0"/>
              </a:spcBef>
              <a:buNone/>
              <a:defRPr sz="1800">
                <a:solidFill>
                  <a:srgbClr val="888888"/>
                </a:solidFill>
                <a:latin typeface="Calibri"/>
                <a:ea typeface="Calibri"/>
                <a:cs typeface="Calibri"/>
                <a:sym typeface="Calibri"/>
              </a:defRPr>
            </a:lvl7pPr>
            <a:lvl8pPr marL="0" lvl="7" indent="0" algn="r">
              <a:spcBef>
                <a:spcPts val="0"/>
              </a:spcBef>
              <a:buNone/>
              <a:defRPr sz="1800">
                <a:solidFill>
                  <a:srgbClr val="888888"/>
                </a:solidFill>
                <a:latin typeface="Calibri"/>
                <a:ea typeface="Calibri"/>
                <a:cs typeface="Calibri"/>
                <a:sym typeface="Calibri"/>
              </a:defRPr>
            </a:lvl8pPr>
            <a:lvl9pPr marL="0" lvl="8" indent="0" algn="r">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60738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11F568-79B9-46E9-97A2-83F4DB80E1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F77589-632A-4A4D-9453-E7F7AF7216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0D1C5F-79AC-4136-B92E-DAC6517AEC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30E3EA-8FDA-4EFA-94EC-CDD0F1A60315}" type="datetimeFigureOut">
              <a:rPr lang="en-IN" smtClean="0"/>
              <a:t>22-01-2026</a:t>
            </a:fld>
            <a:endParaRPr lang="en-IN"/>
          </a:p>
        </p:txBody>
      </p:sp>
      <p:sp>
        <p:nvSpPr>
          <p:cNvPr id="5" name="Footer Placeholder 4">
            <a:extLst>
              <a:ext uri="{FF2B5EF4-FFF2-40B4-BE49-F238E27FC236}">
                <a16:creationId xmlns:a16="http://schemas.microsoft.com/office/drawing/2014/main" id="{E08541B5-BD15-4849-BC6E-E22AE94DBF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5F3F8CA-E502-4B84-B4DA-F08CACFDDF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8E55A-5366-452E-B125-E663C48BEF8C}" type="slidenum">
              <a:rPr lang="en-IN" smtClean="0"/>
              <a:t>‹#›</a:t>
            </a:fld>
            <a:endParaRPr lang="en-IN"/>
          </a:p>
        </p:txBody>
      </p:sp>
    </p:spTree>
    <p:extLst>
      <p:ext uri="{BB962C8B-B14F-4D97-AF65-F5344CB8AC3E}">
        <p14:creationId xmlns:p14="http://schemas.microsoft.com/office/powerpoint/2010/main" val="294493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www.uml.org/"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customXml" Target="../ink/ink2.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customXml" Target="../ink/ink9.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customXml" Target="../ink/ink10.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customXml" Target="../ink/ink1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customXml" Target="../ink/ink1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customXml" Target="../ink/ink1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customXml" Target="../ink/ink14.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customXml" Target="../ink/ink15.xml"/></Relationships>
</file>

<file path=ppt/slides/_rels/slide19.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customXml" Target="../ink/ink17.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customXml" Target="../ink/ink18.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5.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customXml" Target="../ink/ink20.xml"/><Relationship Id="rId4" Type="http://schemas.openxmlformats.org/officeDocument/2006/relationships/image" Target="../media/image18.emf"/></Relationships>
</file>

<file path=ppt/slides/_rels/slide3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customXml" Target="../ink/ink21.xml"/></Relationships>
</file>

<file path=ppt/slides/_rels/slide3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customXml" Target="../ink/ink2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customXml" Target="../ink/ink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customXml" Target="../ink/ink24.xml"/></Relationships>
</file>

<file path=ppt/slides/_rels/slide35.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24.emf"/><Relationship Id="rId7" Type="http://schemas.openxmlformats.org/officeDocument/2006/relationships/image" Target="../media/image28.emf"/><Relationship Id="rId2" Type="http://schemas.openxmlformats.org/officeDocument/2006/relationships/image" Target="../media/image23.emf"/><Relationship Id="rId1" Type="http://schemas.openxmlformats.org/officeDocument/2006/relationships/slideLayout" Target="../slideLayouts/slideLayout2.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s>
</file>

<file path=ppt/slides/_rels/slide36.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4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41.emf"/><Relationship Id="rId3" Type="http://schemas.openxmlformats.org/officeDocument/2006/relationships/image" Target="../media/image37.emf"/><Relationship Id="rId7" Type="http://schemas.openxmlformats.org/officeDocument/2006/relationships/image" Target="../media/image13.emf"/><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 Id="rId9" Type="http://schemas.openxmlformats.org/officeDocument/2006/relationships/image" Target="../media/image42.emf"/></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customXml" Target="../ink/ink26.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38.xml"/><Relationship Id="rId1" Type="http://schemas.openxmlformats.org/officeDocument/2006/relationships/slideLayout" Target="../slideLayouts/slideLayout12.xml"/><Relationship Id="rId5" Type="http://schemas.openxmlformats.org/officeDocument/2006/relationships/image" Target="../media/image53.png"/><Relationship Id="rId4" Type="http://schemas.openxmlformats.org/officeDocument/2006/relationships/customXml" Target="../ink/ink28.xml"/></Relationships>
</file>

<file path=ppt/slides/_rels/slide4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39.xml"/><Relationship Id="rId1" Type="http://schemas.openxmlformats.org/officeDocument/2006/relationships/slideLayout" Target="../slideLayouts/slideLayout12.xml"/><Relationship Id="rId5" Type="http://schemas.openxmlformats.org/officeDocument/2006/relationships/image" Target="../media/image54.png"/><Relationship Id="rId4" Type="http://schemas.openxmlformats.org/officeDocument/2006/relationships/customXml" Target="../ink/ink29.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12.xml"/><Relationship Id="rId5" Type="http://schemas.openxmlformats.org/officeDocument/2006/relationships/image" Target="../media/image56.png"/><Relationship Id="rId4" Type="http://schemas.openxmlformats.org/officeDocument/2006/relationships/customXml" Target="../ink/ink30.xml"/></Relationships>
</file>

<file path=ppt/slides/_rels/slide5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41.xml"/><Relationship Id="rId1" Type="http://schemas.openxmlformats.org/officeDocument/2006/relationships/slideLayout" Target="../slideLayouts/slideLayout12.xml"/><Relationship Id="rId5" Type="http://schemas.openxmlformats.org/officeDocument/2006/relationships/image" Target="../media/image57.png"/><Relationship Id="rId4" Type="http://schemas.openxmlformats.org/officeDocument/2006/relationships/customXml" Target="../ink/ink31.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customXml" Target="../ink/ink32.xml"/></Relationships>
</file>

<file path=ppt/slides/_rels/slide55.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image" Target="../media/image57.emf"/><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customXml" Target="../ink/ink34.xml"/><Relationship Id="rId4" Type="http://schemas.openxmlformats.org/officeDocument/2006/relationships/image" Target="../media/image59.emf"/></Relationships>
</file>

<file path=ppt/slides/_rels/slide57.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customXml" Target="../ink/ink35.xml"/></Relationships>
</file>

<file path=ppt/slides/_rels/slide58.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7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customXml" Target="../ink/ink37.xml"/></Relationships>
</file>

<file path=ppt/slides/_rels/slide62.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customXml" Target="../ink/ink38.xml"/><Relationship Id="rId4" Type="http://schemas.openxmlformats.org/officeDocument/2006/relationships/image" Target="../media/image63.jpg"/></Relationships>
</file>

<file path=ppt/slides/_rels/slide6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customXml" Target="../ink/ink3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customXml" Target="../ink/ink4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customXml" Target="../ink/ink41.xml"/><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81.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notesSlide" Target="../notesSlides/notesSlide55.xml"/><Relationship Id="rId1" Type="http://schemas.openxmlformats.org/officeDocument/2006/relationships/slideLayout" Target="../slideLayouts/slideLayout12.xml"/><Relationship Id="rId6" Type="http://schemas.openxmlformats.org/officeDocument/2006/relationships/image" Target="../media/image82.png"/><Relationship Id="rId5" Type="http://schemas.openxmlformats.org/officeDocument/2006/relationships/customXml" Target="../ink/ink43.xml"/><Relationship Id="rId4" Type="http://schemas.openxmlformats.org/officeDocument/2006/relationships/image" Target="../media/image95.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customXml" Target="../ink/ink44.xml"/><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97.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customXml" Target="../ink/ink45.xml"/><Relationship Id="rId2" Type="http://schemas.openxmlformats.org/officeDocument/2006/relationships/notesSlide" Target="../notesSlides/notesSlide59.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7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customXml" Target="../ink/ink46.xml"/><Relationship Id="rId2" Type="http://schemas.openxmlformats.org/officeDocument/2006/relationships/notesSlide" Target="../notesSlides/notesSlide62.xml"/><Relationship Id="rId1" Type="http://schemas.openxmlformats.org/officeDocument/2006/relationships/slideLayout" Target="../slideLayouts/slideLayout13.xml"/><Relationship Id="rId4" Type="http://schemas.openxmlformats.org/officeDocument/2006/relationships/image" Target="../media/image102.png"/></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customXml" Target="../ink/ink4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23A9-A636-460B-9BA7-9B704F3B892D}"/>
              </a:ext>
            </a:extLst>
          </p:cNvPr>
          <p:cNvSpPr>
            <a:spLocks noGrp="1"/>
          </p:cNvSpPr>
          <p:nvPr>
            <p:ph type="ctrTitle"/>
          </p:nvPr>
        </p:nvSpPr>
        <p:spPr/>
        <p:txBody>
          <a:bodyPr/>
          <a:lstStyle/>
          <a:p>
            <a:r>
              <a:rPr lang="en-IN" dirty="0"/>
              <a:t>OOAD</a:t>
            </a:r>
          </a:p>
        </p:txBody>
      </p:sp>
      <p:sp>
        <p:nvSpPr>
          <p:cNvPr id="3" name="Subtitle 2">
            <a:extLst>
              <a:ext uri="{FF2B5EF4-FFF2-40B4-BE49-F238E27FC236}">
                <a16:creationId xmlns:a16="http://schemas.microsoft.com/office/drawing/2014/main" id="{00670138-8113-4B2A-9BEB-4B2B78699C27}"/>
              </a:ext>
            </a:extLst>
          </p:cNvPr>
          <p:cNvSpPr>
            <a:spLocks noGrp="1"/>
          </p:cNvSpPr>
          <p:nvPr>
            <p:ph type="subTitle" idx="1"/>
          </p:nvPr>
        </p:nvSpPr>
        <p:spPr/>
        <p:txBody>
          <a:bodyPr>
            <a:normAutofit/>
          </a:bodyPr>
          <a:lstStyle/>
          <a:p>
            <a:r>
              <a:rPr lang="en-IN" sz="3600" dirty="0">
                <a:solidFill>
                  <a:srgbClr val="FF0000"/>
                </a:solidFill>
              </a:rPr>
              <a:t>(Module 1 – Part 3)</a:t>
            </a:r>
          </a:p>
        </p:txBody>
      </p:sp>
    </p:spTree>
    <p:extLst>
      <p:ext uri="{BB962C8B-B14F-4D97-AF65-F5344CB8AC3E}">
        <p14:creationId xmlns:p14="http://schemas.microsoft.com/office/powerpoint/2010/main" val="507804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5"/>
          <p:cNvSpPr/>
          <p:nvPr/>
        </p:nvSpPr>
        <p:spPr>
          <a:xfrm>
            <a:off x="3338188" y="2602890"/>
            <a:ext cx="6034411"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dirty="0">
                <a:solidFill>
                  <a:srgbClr val="000000"/>
                </a:solidFill>
                <a:latin typeface="Times New Roman"/>
                <a:ea typeface="Times New Roman"/>
                <a:cs typeface="Times New Roman"/>
                <a:sym typeface="Times New Roman"/>
              </a:rPr>
              <a:t>Introduction to UML</a:t>
            </a:r>
            <a:endParaRPr sz="44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6"/>
          <p:cNvSpPr txBox="1">
            <a:spLocks noGrp="1"/>
          </p:cNvSpPr>
          <p:nvPr>
            <p:ph type="title"/>
          </p:nvPr>
        </p:nvSpPr>
        <p:spPr>
          <a:xfrm>
            <a:off x="3371850" y="418542"/>
            <a:ext cx="5212592" cy="689291"/>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b="0">
                <a:latin typeface="Times New Roman"/>
                <a:ea typeface="Times New Roman"/>
                <a:cs typeface="Times New Roman"/>
                <a:sym typeface="Times New Roman"/>
              </a:rPr>
              <a:t>What is the UML?</a:t>
            </a:r>
            <a:endParaRPr sz="4400">
              <a:latin typeface="Times New Roman"/>
              <a:ea typeface="Times New Roman"/>
              <a:cs typeface="Times New Roman"/>
              <a:sym typeface="Times New Roman"/>
            </a:endParaRPr>
          </a:p>
        </p:txBody>
      </p:sp>
      <p:sp>
        <p:nvSpPr>
          <p:cNvPr id="373" name="Google Shape;373;p46"/>
          <p:cNvSpPr txBox="1"/>
          <p:nvPr/>
        </p:nvSpPr>
        <p:spPr>
          <a:xfrm>
            <a:off x="10033507" y="6448280"/>
            <a:ext cx="101600" cy="179536"/>
          </a:xfrm>
          <a:prstGeom prst="rect">
            <a:avLst/>
          </a:prstGeom>
          <a:noFill/>
          <a:ln>
            <a:noFill/>
          </a:ln>
        </p:spPr>
        <p:txBody>
          <a:bodyPr spcFirstLastPara="1" wrap="square" lIns="0" tIns="0" rIns="0" bIns="0" anchor="t" anchorCtr="0">
            <a:spAutoFit/>
          </a:bodyPr>
          <a:lstStyle/>
          <a:p>
            <a:pPr marL="12700" marR="0" lvl="0" indent="0" algn="l" rtl="0">
              <a:lnSpc>
                <a:spcPct val="117499"/>
              </a:lnSpc>
              <a:spcBef>
                <a:spcPts val="0"/>
              </a:spcBef>
              <a:spcAft>
                <a:spcPts val="0"/>
              </a:spcAft>
              <a:buNone/>
            </a:pPr>
            <a:r>
              <a:rPr lang="en-US" sz="1200">
                <a:solidFill>
                  <a:srgbClr val="888888"/>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374" name="Google Shape;374;p46"/>
          <p:cNvSpPr txBox="1"/>
          <p:nvPr/>
        </p:nvSpPr>
        <p:spPr>
          <a:xfrm>
            <a:off x="618712" y="1107833"/>
            <a:ext cx="11135484" cy="4197929"/>
          </a:xfrm>
          <a:prstGeom prst="rect">
            <a:avLst/>
          </a:prstGeom>
          <a:noFill/>
          <a:ln>
            <a:noFill/>
          </a:ln>
        </p:spPr>
        <p:txBody>
          <a:bodyPr spcFirstLastPara="1" wrap="square" lIns="0" tIns="12050" rIns="0" bIns="0" anchor="t" anchorCtr="0">
            <a:spAutoFit/>
          </a:bodyPr>
          <a:lstStyle/>
          <a:p>
            <a:pPr marL="356870" marR="45720" lvl="0" indent="-344805" algn="just" rtl="0">
              <a:spcBef>
                <a:spcPts val="0"/>
              </a:spcBef>
              <a:spcAft>
                <a:spcPts val="0"/>
              </a:spcAft>
              <a:buClr>
                <a:schemeClr val="dk1"/>
              </a:buClr>
              <a:buSzPts val="3200"/>
              <a:buFont typeface="Arial"/>
              <a:buChar char="•"/>
            </a:pPr>
            <a:r>
              <a:rPr lang="en-US" sz="2800" dirty="0">
                <a:solidFill>
                  <a:schemeClr val="dk1"/>
                </a:solidFill>
                <a:latin typeface="Times New Roman"/>
                <a:ea typeface="Times New Roman"/>
                <a:cs typeface="Times New Roman"/>
                <a:sym typeface="Times New Roman"/>
              </a:rPr>
              <a:t>“The Unified Modeling Language is a family of  graphical notations, backed by a single meta-  model, that help in describing and designing  software systems, particularly software systems  built using the object-oriented style.”</a:t>
            </a:r>
            <a:endParaRPr sz="2800" dirty="0">
              <a:solidFill>
                <a:schemeClr val="dk1"/>
              </a:solidFill>
              <a:latin typeface="Times New Roman"/>
              <a:ea typeface="Times New Roman"/>
              <a:cs typeface="Times New Roman"/>
              <a:sym typeface="Times New Roman"/>
            </a:endParaRPr>
          </a:p>
          <a:p>
            <a:pPr marL="356870" indent="-344805" algn="just">
              <a:spcBef>
                <a:spcPts val="775"/>
              </a:spcBef>
              <a:buClr>
                <a:schemeClr val="dk1"/>
              </a:buClr>
              <a:buSzPts val="3200"/>
              <a:buFont typeface="Arial"/>
              <a:buChar char="•"/>
            </a:pPr>
            <a:r>
              <a:rPr lang="en-US" sz="2800" dirty="0">
                <a:solidFill>
                  <a:schemeClr val="dk1"/>
                </a:solidFill>
                <a:latin typeface="Times New Roman"/>
                <a:ea typeface="Times New Roman"/>
                <a:cs typeface="Times New Roman"/>
                <a:sym typeface="Times New Roman"/>
              </a:rPr>
              <a:t>UML first appeared in 1997</a:t>
            </a:r>
          </a:p>
          <a:p>
            <a:pPr marL="356870" indent="-344805" algn="just">
              <a:spcBef>
                <a:spcPts val="775"/>
              </a:spcBef>
              <a:buClr>
                <a:schemeClr val="dk1"/>
              </a:buClr>
              <a:buSzPts val="3200"/>
              <a:buFont typeface="Arial"/>
              <a:buChar char="•"/>
            </a:pPr>
            <a:r>
              <a:rPr lang="en-US" sz="2800" dirty="0">
                <a:solidFill>
                  <a:schemeClr val="dk1"/>
                </a:solidFill>
                <a:latin typeface="Times New Roman"/>
                <a:ea typeface="Times New Roman"/>
                <a:cs typeface="Times New Roman"/>
                <a:sym typeface="Times New Roman"/>
              </a:rPr>
              <a:t>Grady </a:t>
            </a:r>
            <a:r>
              <a:rPr lang="en-US" sz="2800" dirty="0" err="1">
                <a:solidFill>
                  <a:schemeClr val="dk1"/>
                </a:solidFill>
                <a:latin typeface="Times New Roman"/>
                <a:ea typeface="Times New Roman"/>
                <a:cs typeface="Times New Roman"/>
                <a:sym typeface="Times New Roman"/>
              </a:rPr>
              <a:t>Booch</a:t>
            </a:r>
            <a:r>
              <a:rPr lang="en-US" sz="2800" dirty="0">
                <a:solidFill>
                  <a:schemeClr val="dk1"/>
                </a:solidFill>
                <a:latin typeface="Times New Roman"/>
                <a:ea typeface="Times New Roman"/>
                <a:cs typeface="Times New Roman"/>
                <a:sym typeface="Times New Roman"/>
              </a:rPr>
              <a:t>, James Rumbaugh, and Ivor  Jacobson are the primary contributors to UML.</a:t>
            </a:r>
            <a:endParaRPr lang="en-US" sz="2800" dirty="0"/>
          </a:p>
          <a:p>
            <a:pPr marL="356870" marR="5080" lvl="0" indent="-344805" algn="just" rtl="0">
              <a:spcBef>
                <a:spcPts val="770"/>
              </a:spcBef>
              <a:spcAft>
                <a:spcPts val="0"/>
              </a:spcAft>
              <a:buClr>
                <a:schemeClr val="dk1"/>
              </a:buClr>
              <a:buSzPts val="3200"/>
              <a:buFont typeface="Arial"/>
              <a:buChar char="•"/>
            </a:pPr>
            <a:r>
              <a:rPr lang="en-US" sz="2800" dirty="0">
                <a:solidFill>
                  <a:schemeClr val="dk1"/>
                </a:solidFill>
                <a:latin typeface="Times New Roman"/>
                <a:ea typeface="Times New Roman"/>
                <a:cs typeface="Times New Roman"/>
                <a:sym typeface="Times New Roman"/>
              </a:rPr>
              <a:t>UML is standardized. Its content is controlled by  the Object Management Group (OMG), a  consortium of companies.</a:t>
            </a:r>
            <a:endParaRPr sz="2800" dirty="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5D8F80B-38E1-45BB-873A-EB0D67F09F67}"/>
                  </a:ext>
                </a:extLst>
              </p14:cNvPr>
              <p14:cNvContentPartPr/>
              <p14:nvPr/>
            </p14:nvContentPartPr>
            <p14:xfrm>
              <a:off x="1822680" y="4799880"/>
              <a:ext cx="2093400" cy="568800"/>
            </p14:xfrm>
          </p:contentPart>
        </mc:Choice>
        <mc:Fallback xmlns="">
          <p:pic>
            <p:nvPicPr>
              <p:cNvPr id="2" name="Ink 1">
                <a:extLst>
                  <a:ext uri="{FF2B5EF4-FFF2-40B4-BE49-F238E27FC236}">
                    <a16:creationId xmlns:a16="http://schemas.microsoft.com/office/drawing/2014/main" id="{A5D8F80B-38E1-45BB-873A-EB0D67F09F67}"/>
                  </a:ext>
                </a:extLst>
              </p:cNvPr>
              <p:cNvPicPr/>
              <p:nvPr/>
            </p:nvPicPr>
            <p:blipFill>
              <a:blip r:embed="rId4"/>
              <a:stretch>
                <a:fillRect/>
              </a:stretch>
            </p:blipFill>
            <p:spPr>
              <a:xfrm>
                <a:off x="1813320" y="4790520"/>
                <a:ext cx="2112120" cy="58752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7"/>
          <p:cNvSpPr txBox="1"/>
          <p:nvPr/>
        </p:nvSpPr>
        <p:spPr>
          <a:xfrm>
            <a:off x="9660891" y="6407303"/>
            <a:ext cx="499745" cy="226985"/>
          </a:xfrm>
          <a:prstGeom prst="rect">
            <a:avLst/>
          </a:prstGeom>
          <a:noFill/>
          <a:ln>
            <a:noFill/>
          </a:ln>
        </p:spPr>
        <p:txBody>
          <a:bodyPr spcFirstLastPara="1" wrap="square" lIns="0" tIns="11425" rIns="0" bIns="0" anchor="t" anchorCtr="0">
            <a:spAutoFit/>
          </a:bodyPr>
          <a:lstStyle/>
          <a:p>
            <a:pPr marL="38100" marR="0" lvl="0" indent="0" algn="l" rtl="0">
              <a:spcBef>
                <a:spcPts val="0"/>
              </a:spcBef>
              <a:spcAft>
                <a:spcPts val="0"/>
              </a:spcAft>
              <a:buNone/>
            </a:pPr>
            <a:r>
              <a:rPr lang="en-US" sz="2100" baseline="-25000">
                <a:solidFill>
                  <a:schemeClr val="dk1"/>
                </a:solidFill>
                <a:latin typeface="Arial"/>
                <a:ea typeface="Arial"/>
                <a:cs typeface="Arial"/>
                <a:sym typeface="Arial"/>
              </a:rPr>
              <a:t>23 </a:t>
            </a:r>
            <a:r>
              <a:rPr lang="en-US" sz="1200">
                <a:solidFill>
                  <a:srgbClr val="888888"/>
                </a:solidFill>
                <a:latin typeface="Times New Roman"/>
                <a:ea typeface="Times New Roman"/>
                <a:cs typeface="Times New Roman"/>
                <a:sym typeface="Times New Roman"/>
              </a:rPr>
              <a:t>23</a:t>
            </a:r>
            <a:endParaRPr sz="1200">
              <a:solidFill>
                <a:schemeClr val="dk1"/>
              </a:solidFill>
              <a:latin typeface="Times New Roman"/>
              <a:ea typeface="Times New Roman"/>
              <a:cs typeface="Times New Roman"/>
              <a:sym typeface="Times New Roman"/>
            </a:endParaRPr>
          </a:p>
        </p:txBody>
      </p:sp>
      <p:sp>
        <p:nvSpPr>
          <p:cNvPr id="380" name="Google Shape;380;p47"/>
          <p:cNvSpPr txBox="1">
            <a:spLocks noGrp="1"/>
          </p:cNvSpPr>
          <p:nvPr>
            <p:ph type="title"/>
          </p:nvPr>
        </p:nvSpPr>
        <p:spPr>
          <a:xfrm>
            <a:off x="3371851" y="380746"/>
            <a:ext cx="5863455" cy="688650"/>
          </a:xfrm>
          <a:prstGeom prst="rect">
            <a:avLst/>
          </a:prstGeom>
          <a:noFill/>
          <a:ln>
            <a:noFill/>
          </a:ln>
        </p:spPr>
        <p:txBody>
          <a:bodyPr spcFirstLastPara="1" wrap="square" lIns="0" tIns="11425" rIns="0" bIns="0" anchor="t" anchorCtr="0">
            <a:spAutoFit/>
          </a:bodyPr>
          <a:lstStyle/>
          <a:p>
            <a:pPr marL="12700" lvl="0" indent="0" algn="l" rtl="0">
              <a:spcBef>
                <a:spcPts val="0"/>
              </a:spcBef>
              <a:spcAft>
                <a:spcPts val="0"/>
              </a:spcAft>
              <a:buNone/>
            </a:pPr>
            <a:r>
              <a:rPr lang="en-US" sz="4400" b="0">
                <a:latin typeface="Times New Roman"/>
                <a:ea typeface="Times New Roman"/>
                <a:cs typeface="Times New Roman"/>
                <a:sym typeface="Times New Roman"/>
              </a:rPr>
              <a:t>What is the UML?</a:t>
            </a:r>
            <a:endParaRPr sz="4400">
              <a:latin typeface="Times New Roman"/>
              <a:ea typeface="Times New Roman"/>
              <a:cs typeface="Times New Roman"/>
              <a:sym typeface="Times New Roman"/>
            </a:endParaRPr>
          </a:p>
        </p:txBody>
      </p:sp>
      <p:sp>
        <p:nvSpPr>
          <p:cNvPr id="381" name="Google Shape;381;p47"/>
          <p:cNvSpPr txBox="1"/>
          <p:nvPr/>
        </p:nvSpPr>
        <p:spPr>
          <a:xfrm>
            <a:off x="1143000" y="1428187"/>
            <a:ext cx="8092306" cy="3116874"/>
          </a:xfrm>
          <a:prstGeom prst="rect">
            <a:avLst/>
          </a:prstGeom>
          <a:noFill/>
          <a:ln>
            <a:noFill/>
          </a:ln>
        </p:spPr>
        <p:txBody>
          <a:bodyPr spcFirstLastPara="1" wrap="square" lIns="0" tIns="109850" rIns="0" bIns="0" anchor="t" anchorCtr="0">
            <a:spAutoFit/>
          </a:bodyPr>
          <a:lstStyle/>
          <a:p>
            <a:pPr marL="356870" marR="0" lvl="0" indent="-344805" algn="l" rtl="0">
              <a:spcBef>
                <a:spcPts val="0"/>
              </a:spcBef>
              <a:spcAft>
                <a:spcPts val="0"/>
              </a:spcAft>
              <a:buClr>
                <a:schemeClr val="dk1"/>
              </a:buClr>
              <a:buSzPts val="3200"/>
              <a:buFont typeface="Arial"/>
              <a:buChar char="•"/>
            </a:pPr>
            <a:r>
              <a:rPr lang="en-US" sz="3200" u="sng" dirty="0">
                <a:solidFill>
                  <a:schemeClr val="dk1"/>
                </a:solidFill>
                <a:latin typeface="Times New Roman"/>
                <a:ea typeface="Times New Roman"/>
                <a:cs typeface="Times New Roman"/>
                <a:sym typeface="Times New Roman"/>
              </a:rPr>
              <a:t>Language</a:t>
            </a:r>
            <a:endParaRPr sz="3200" dirty="0">
              <a:solidFill>
                <a:schemeClr val="dk1"/>
              </a:solidFill>
              <a:latin typeface="Times New Roman"/>
              <a:ea typeface="Times New Roman"/>
              <a:cs typeface="Times New Roman"/>
              <a:sym typeface="Times New Roman"/>
            </a:endParaRPr>
          </a:p>
          <a:p>
            <a:pPr marL="756285" marR="433069" lvl="1" indent="-287019" algn="l" rtl="0">
              <a:spcBef>
                <a:spcPts val="690"/>
              </a:spcBef>
              <a:spcAft>
                <a:spcPts val="0"/>
              </a:spcAft>
              <a:buClr>
                <a:schemeClr val="dk1"/>
              </a:buClr>
              <a:buSzPts val="2800"/>
              <a:buFont typeface="Arial"/>
              <a:buChar char="–"/>
            </a:pPr>
            <a:r>
              <a:rPr lang="en-US" sz="2800" b="0" i="0" u="none" strike="noStrike" cap="none" dirty="0">
                <a:solidFill>
                  <a:schemeClr val="dk1"/>
                </a:solidFill>
                <a:latin typeface="Times New Roman"/>
                <a:ea typeface="Times New Roman"/>
                <a:cs typeface="Times New Roman"/>
                <a:sym typeface="Times New Roman"/>
              </a:rPr>
              <a:t>UML is primarily a graphical language that  follows a precise syntax.</a:t>
            </a:r>
            <a:endParaRPr sz="2800" b="0" i="0" u="none" strike="noStrike" cap="none" dirty="0">
              <a:solidFill>
                <a:schemeClr val="dk1"/>
              </a:solidFill>
              <a:latin typeface="Times New Roman"/>
              <a:ea typeface="Times New Roman"/>
              <a:cs typeface="Times New Roman"/>
              <a:sym typeface="Times New Roman"/>
            </a:endParaRPr>
          </a:p>
          <a:p>
            <a:pPr marL="756285" marR="0" lvl="1" indent="-287019" algn="l" rtl="0">
              <a:spcBef>
                <a:spcPts val="675"/>
              </a:spcBef>
              <a:spcAft>
                <a:spcPts val="0"/>
              </a:spcAft>
              <a:buClr>
                <a:schemeClr val="dk1"/>
              </a:buClr>
              <a:buSzPts val="2800"/>
              <a:buFont typeface="Arial"/>
              <a:buChar char="–"/>
            </a:pPr>
            <a:r>
              <a:rPr lang="en-US" sz="2800" b="0" i="0" u="none" strike="noStrike" cap="none" dirty="0">
                <a:solidFill>
                  <a:schemeClr val="dk1"/>
                </a:solidFill>
                <a:latin typeface="Times New Roman"/>
                <a:ea typeface="Times New Roman"/>
                <a:cs typeface="Times New Roman"/>
                <a:sym typeface="Times New Roman"/>
              </a:rPr>
              <a:t>UML 2.5.1 is the most recent version</a:t>
            </a:r>
          </a:p>
          <a:p>
            <a:pPr marL="756285" marR="0" lvl="1" indent="-287019" algn="l" rtl="0">
              <a:spcBef>
                <a:spcPts val="675"/>
              </a:spcBef>
              <a:spcAft>
                <a:spcPts val="0"/>
              </a:spcAft>
              <a:buClr>
                <a:schemeClr val="dk1"/>
              </a:buClr>
              <a:buSzPts val="2800"/>
              <a:buFont typeface="Arial"/>
              <a:buChar char="–"/>
            </a:pPr>
            <a:r>
              <a:rPr lang="en-IN" sz="2800" b="0" i="0" u="none" strike="noStrike" cap="none" dirty="0">
                <a:solidFill>
                  <a:schemeClr val="dk1"/>
                </a:solidFill>
                <a:latin typeface="Times New Roman"/>
                <a:ea typeface="Times New Roman"/>
                <a:cs typeface="Times New Roman"/>
                <a:sym typeface="Times New Roman"/>
              </a:rPr>
              <a:t>Visit the link </a:t>
            </a:r>
            <a:r>
              <a:rPr lang="en-IN" sz="2800" b="0" i="0" u="none" strike="noStrike" cap="none" dirty="0">
                <a:solidFill>
                  <a:schemeClr val="dk1"/>
                </a:solidFill>
                <a:latin typeface="Times New Roman"/>
                <a:ea typeface="Times New Roman"/>
                <a:cs typeface="Times New Roman"/>
                <a:sym typeface="Times New Roman"/>
                <a:hlinkClick r:id="rId3"/>
              </a:rPr>
              <a:t>https://www.uml.org/</a:t>
            </a:r>
            <a:endParaRPr lang="en-IN" sz="2800" b="0" i="0" u="none" strike="noStrike" cap="none" dirty="0">
              <a:solidFill>
                <a:schemeClr val="dk1"/>
              </a:solidFill>
              <a:latin typeface="Times New Roman"/>
              <a:ea typeface="Times New Roman"/>
              <a:cs typeface="Times New Roman"/>
              <a:sym typeface="Times New Roman"/>
            </a:endParaRPr>
          </a:p>
          <a:p>
            <a:pPr marL="756285" marR="0" lvl="1" indent="-287019" algn="l" rtl="0">
              <a:spcBef>
                <a:spcPts val="675"/>
              </a:spcBef>
              <a:spcAft>
                <a:spcPts val="0"/>
              </a:spcAft>
              <a:buClr>
                <a:schemeClr val="dk1"/>
              </a:buClr>
              <a:buSzPts val="2800"/>
              <a:buFont typeface="Arial"/>
              <a:buChar char="–"/>
            </a:pPr>
            <a:r>
              <a:rPr lang="en-IN" sz="2800" dirty="0">
                <a:solidFill>
                  <a:schemeClr val="dk1"/>
                </a:solidFill>
                <a:latin typeface="Times New Roman"/>
                <a:ea typeface="Times New Roman"/>
                <a:cs typeface="Times New Roman"/>
                <a:sym typeface="Times New Roman"/>
              </a:rPr>
              <a:t>Tools  – </a:t>
            </a:r>
            <a:r>
              <a:rPr lang="en-IN" sz="2800" dirty="0" err="1">
                <a:solidFill>
                  <a:schemeClr val="dk1"/>
                </a:solidFill>
                <a:latin typeface="Times New Roman"/>
                <a:ea typeface="Times New Roman"/>
                <a:cs typeface="Times New Roman"/>
                <a:sym typeface="Times New Roman"/>
              </a:rPr>
              <a:t>StarUML</a:t>
            </a:r>
            <a:r>
              <a:rPr lang="en-IN" sz="2800" dirty="0">
                <a:solidFill>
                  <a:schemeClr val="dk1"/>
                </a:solidFill>
                <a:latin typeface="Times New Roman"/>
                <a:ea typeface="Times New Roman"/>
                <a:cs typeface="Times New Roman"/>
                <a:sym typeface="Times New Roman"/>
              </a:rPr>
              <a:t>, </a:t>
            </a:r>
            <a:r>
              <a:rPr lang="en-IN" sz="2800" dirty="0" err="1">
                <a:solidFill>
                  <a:schemeClr val="dk1"/>
                </a:solidFill>
                <a:latin typeface="Times New Roman"/>
                <a:ea typeface="Times New Roman"/>
                <a:cs typeface="Times New Roman"/>
                <a:sym typeface="Times New Roman"/>
              </a:rPr>
              <a:t>Lucidchart</a:t>
            </a:r>
            <a:r>
              <a:rPr lang="en-IN" sz="2800" dirty="0">
                <a:solidFill>
                  <a:schemeClr val="dk1"/>
                </a:solidFill>
                <a:latin typeface="Times New Roman"/>
                <a:ea typeface="Times New Roman"/>
                <a:cs typeface="Times New Roman"/>
                <a:sym typeface="Times New Roman"/>
              </a:rPr>
              <a:t>, Microsoft Visio </a:t>
            </a:r>
            <a:endParaRPr sz="2800" b="0" i="0" u="none" strike="noStrike" cap="none" dirty="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36B4E34-AA31-4303-917A-8F6E6D0A9B31}"/>
                  </a:ext>
                </a:extLst>
              </p14:cNvPr>
              <p14:cNvContentPartPr/>
              <p14:nvPr/>
            </p14:nvContentPartPr>
            <p14:xfrm>
              <a:off x="1642680" y="3482640"/>
              <a:ext cx="2728080" cy="1065960"/>
            </p14:xfrm>
          </p:contentPart>
        </mc:Choice>
        <mc:Fallback xmlns="">
          <p:pic>
            <p:nvPicPr>
              <p:cNvPr id="2" name="Ink 1">
                <a:extLst>
                  <a:ext uri="{FF2B5EF4-FFF2-40B4-BE49-F238E27FC236}">
                    <a16:creationId xmlns:a16="http://schemas.microsoft.com/office/drawing/2014/main" id="{A36B4E34-AA31-4303-917A-8F6E6D0A9B31}"/>
                  </a:ext>
                </a:extLst>
              </p:cNvPr>
              <p:cNvPicPr/>
              <p:nvPr/>
            </p:nvPicPr>
            <p:blipFill>
              <a:blip r:embed="rId5"/>
              <a:stretch>
                <a:fillRect/>
              </a:stretch>
            </p:blipFill>
            <p:spPr>
              <a:xfrm>
                <a:off x="1633320" y="3473280"/>
                <a:ext cx="2746800" cy="108468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48"/>
          <p:cNvSpPr txBox="1"/>
          <p:nvPr/>
        </p:nvSpPr>
        <p:spPr>
          <a:xfrm>
            <a:off x="990600" y="304800"/>
            <a:ext cx="9671050" cy="5902370"/>
          </a:xfrm>
          <a:prstGeom prst="rect">
            <a:avLst/>
          </a:prstGeom>
          <a:noFill/>
          <a:ln>
            <a:noFill/>
          </a:ln>
        </p:spPr>
        <p:txBody>
          <a:bodyPr spcFirstLastPara="1" wrap="square" lIns="0" tIns="97775" rIns="0" bIns="0" anchor="t" anchorCtr="0">
            <a:spAutoFit/>
          </a:bodyPr>
          <a:lstStyle/>
          <a:p>
            <a:pPr marL="241300" marR="0" lvl="0" indent="-229234" algn="l" rtl="0">
              <a:spcBef>
                <a:spcPts val="0"/>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UML – Unified Modeling Language – Graphical language.</a:t>
            </a:r>
            <a:endParaRPr sz="2800" dirty="0">
              <a:solidFill>
                <a:srgbClr val="000000"/>
              </a:solidFill>
              <a:latin typeface="Times New Roman"/>
              <a:ea typeface="Times New Roman"/>
              <a:cs typeface="Times New Roman"/>
              <a:sym typeface="Times New Roman"/>
            </a:endParaRPr>
          </a:p>
          <a:p>
            <a:pPr marL="241300" marR="0" lvl="0" indent="-229234" algn="l" rtl="0">
              <a:spcBef>
                <a:spcPts val="675"/>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Standard language – Software development.</a:t>
            </a:r>
            <a:endParaRPr sz="2800" dirty="0">
              <a:solidFill>
                <a:srgbClr val="000000"/>
              </a:solidFill>
              <a:latin typeface="Times New Roman"/>
              <a:ea typeface="Times New Roman"/>
              <a:cs typeface="Times New Roman"/>
              <a:sym typeface="Times New Roman"/>
            </a:endParaRPr>
          </a:p>
          <a:p>
            <a:pPr marL="241300" marR="0" lvl="0" indent="-229234" algn="l" rtl="0">
              <a:spcBef>
                <a:spcPts val="660"/>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Used to </a:t>
            </a:r>
            <a:r>
              <a:rPr lang="en-US" sz="2800" dirty="0">
                <a:solidFill>
                  <a:srgbClr val="00B0F0"/>
                </a:solidFill>
                <a:latin typeface="Times New Roman"/>
                <a:ea typeface="Times New Roman"/>
                <a:cs typeface="Times New Roman"/>
                <a:sym typeface="Times New Roman"/>
              </a:rPr>
              <a:t>visualize, specify, construct and document.</a:t>
            </a:r>
            <a:endParaRPr sz="2800" dirty="0">
              <a:solidFill>
                <a:srgbClr val="00B0F0"/>
              </a:solidFill>
              <a:latin typeface="Times New Roman"/>
              <a:ea typeface="Times New Roman"/>
              <a:cs typeface="Times New Roman"/>
              <a:sym typeface="Times New Roman"/>
            </a:endParaRPr>
          </a:p>
          <a:p>
            <a:pPr marL="241300" marR="18415" lvl="0" indent="-229234" algn="l" rtl="0">
              <a:lnSpc>
                <a:spcPct val="107857"/>
              </a:lnSpc>
              <a:spcBef>
                <a:spcPts val="1045"/>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Ranging from enterprise information systems to distributed Web-  based applications and hard real time embedded systems</a:t>
            </a:r>
            <a:endParaRPr sz="2800" dirty="0">
              <a:solidFill>
                <a:srgbClr val="000000"/>
              </a:solidFill>
              <a:latin typeface="Times New Roman"/>
              <a:ea typeface="Times New Roman"/>
              <a:cs typeface="Times New Roman"/>
              <a:sym typeface="Times New Roman"/>
            </a:endParaRPr>
          </a:p>
          <a:p>
            <a:pPr marL="241300" marR="5080" lvl="0" indent="-229234" algn="l" rtl="0">
              <a:lnSpc>
                <a:spcPct val="108214"/>
              </a:lnSpc>
              <a:spcBef>
                <a:spcPts val="1010"/>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Addressing all the views needed to develop and then deploy such  systems.</a:t>
            </a:r>
            <a:endParaRPr sz="2800" dirty="0">
              <a:solidFill>
                <a:srgbClr val="000000"/>
              </a:solidFill>
              <a:latin typeface="Times New Roman"/>
              <a:ea typeface="Times New Roman"/>
              <a:cs typeface="Times New Roman"/>
              <a:sym typeface="Times New Roman"/>
            </a:endParaRPr>
          </a:p>
          <a:p>
            <a:pPr marL="241300" marR="0" lvl="0" indent="-229234" algn="l" rtl="0">
              <a:spcBef>
                <a:spcPts val="610"/>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Not difficult to understand and to use.</a:t>
            </a:r>
            <a:endParaRPr sz="2800" dirty="0">
              <a:solidFill>
                <a:srgbClr val="000000"/>
              </a:solidFill>
              <a:latin typeface="Times New Roman"/>
              <a:ea typeface="Times New Roman"/>
              <a:cs typeface="Times New Roman"/>
              <a:sym typeface="Times New Roman"/>
            </a:endParaRPr>
          </a:p>
          <a:p>
            <a:pPr marL="241300" marR="0" lvl="0" indent="-229234" algn="l" rtl="0">
              <a:spcBef>
                <a:spcPts val="660"/>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Three major elements:</a:t>
            </a:r>
            <a:endParaRPr sz="2800" dirty="0">
              <a:solidFill>
                <a:srgbClr val="000000"/>
              </a:solidFill>
              <a:latin typeface="Times New Roman"/>
              <a:ea typeface="Times New Roman"/>
              <a:cs typeface="Times New Roman"/>
              <a:sym typeface="Times New Roman"/>
            </a:endParaRPr>
          </a:p>
          <a:p>
            <a:pPr marL="698500" marR="0" lvl="1" indent="-229234" algn="l" rtl="0">
              <a:spcBef>
                <a:spcPts val="240"/>
              </a:spcBef>
              <a:spcAft>
                <a:spcPts val="0"/>
              </a:spcAft>
              <a:buClr>
                <a:srgbClr val="000000"/>
              </a:buClr>
              <a:buSzPts val="2400"/>
              <a:buFont typeface="Arial"/>
              <a:buChar char="•"/>
            </a:pPr>
            <a:r>
              <a:rPr lang="en-US" sz="2400" b="0" i="0" u="none" strike="noStrike" cap="none" dirty="0">
                <a:solidFill>
                  <a:srgbClr val="000000"/>
                </a:solidFill>
                <a:latin typeface="Times New Roman"/>
                <a:ea typeface="Times New Roman"/>
                <a:cs typeface="Times New Roman"/>
                <a:sym typeface="Times New Roman"/>
              </a:rPr>
              <a:t>Basic building blocks</a:t>
            </a:r>
            <a:endParaRPr sz="2400" b="0" i="0" u="none" strike="noStrike" cap="none" dirty="0">
              <a:solidFill>
                <a:srgbClr val="000000"/>
              </a:solidFill>
              <a:latin typeface="Times New Roman"/>
              <a:ea typeface="Times New Roman"/>
              <a:cs typeface="Times New Roman"/>
              <a:sym typeface="Times New Roman"/>
            </a:endParaRPr>
          </a:p>
          <a:p>
            <a:pPr marL="698500" marR="0" lvl="1" indent="-229234" algn="l" rtl="0">
              <a:spcBef>
                <a:spcPts val="220"/>
              </a:spcBef>
              <a:spcAft>
                <a:spcPts val="0"/>
              </a:spcAft>
              <a:buClr>
                <a:srgbClr val="000000"/>
              </a:buClr>
              <a:buSzPts val="2400"/>
              <a:buFont typeface="Arial"/>
              <a:buChar char="•"/>
            </a:pPr>
            <a:r>
              <a:rPr lang="en-US" sz="2400" b="0" i="0" u="none" strike="noStrike" cap="none" dirty="0">
                <a:solidFill>
                  <a:srgbClr val="000000"/>
                </a:solidFill>
                <a:latin typeface="Times New Roman"/>
                <a:ea typeface="Times New Roman"/>
                <a:cs typeface="Times New Roman"/>
                <a:sym typeface="Times New Roman"/>
              </a:rPr>
              <a:t>Rules that dictate how these building blocks may be put together</a:t>
            </a:r>
            <a:endParaRPr sz="2400" b="0" i="0" u="none" strike="noStrike" cap="none" dirty="0">
              <a:solidFill>
                <a:srgbClr val="000000"/>
              </a:solidFill>
              <a:latin typeface="Times New Roman"/>
              <a:ea typeface="Times New Roman"/>
              <a:cs typeface="Times New Roman"/>
              <a:sym typeface="Times New Roman"/>
            </a:endParaRPr>
          </a:p>
          <a:p>
            <a:pPr marL="698500" marR="0" lvl="1" indent="-229234" algn="l" rtl="0">
              <a:spcBef>
                <a:spcPts val="204"/>
              </a:spcBef>
              <a:spcAft>
                <a:spcPts val="0"/>
              </a:spcAft>
              <a:buClr>
                <a:srgbClr val="000000"/>
              </a:buClr>
              <a:buSzPts val="2400"/>
              <a:buFont typeface="Arial"/>
              <a:buChar char="•"/>
            </a:pPr>
            <a:r>
              <a:rPr lang="en-US" sz="2400" b="0" i="0" u="none" strike="noStrike" cap="none" dirty="0">
                <a:solidFill>
                  <a:srgbClr val="000000"/>
                </a:solidFill>
                <a:latin typeface="Times New Roman"/>
                <a:ea typeface="Times New Roman"/>
                <a:cs typeface="Times New Roman"/>
                <a:sym typeface="Times New Roman"/>
              </a:rPr>
              <a:t>some common mechanisms that apply throughout the language.</a:t>
            </a:r>
            <a:endParaRPr sz="2400" b="0" i="0" u="none" strike="noStrike" cap="none" dirty="0">
              <a:solidFill>
                <a:srgbClr val="000000"/>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FEE630C-E03C-4B9B-80FC-33B19FAC8DF1}"/>
                  </a:ext>
                </a:extLst>
              </p14:cNvPr>
              <p14:cNvContentPartPr/>
              <p14:nvPr/>
            </p14:nvContentPartPr>
            <p14:xfrm>
              <a:off x="1142280" y="1872360"/>
              <a:ext cx="6455520" cy="4366440"/>
            </p14:xfrm>
          </p:contentPart>
        </mc:Choice>
        <mc:Fallback xmlns="">
          <p:pic>
            <p:nvPicPr>
              <p:cNvPr id="2" name="Ink 1">
                <a:extLst>
                  <a:ext uri="{FF2B5EF4-FFF2-40B4-BE49-F238E27FC236}">
                    <a16:creationId xmlns:a16="http://schemas.microsoft.com/office/drawing/2014/main" id="{3FEE630C-E03C-4B9B-80FC-33B19FAC8DF1}"/>
                  </a:ext>
                </a:extLst>
              </p:cNvPr>
              <p:cNvPicPr/>
              <p:nvPr/>
            </p:nvPicPr>
            <p:blipFill>
              <a:blip r:embed="rId4"/>
              <a:stretch>
                <a:fillRect/>
              </a:stretch>
            </p:blipFill>
            <p:spPr>
              <a:xfrm>
                <a:off x="1132920" y="1863000"/>
                <a:ext cx="6474240" cy="438516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9"/>
          <p:cNvSpPr txBox="1"/>
          <p:nvPr/>
        </p:nvSpPr>
        <p:spPr>
          <a:xfrm>
            <a:off x="979487" y="990600"/>
            <a:ext cx="10233025" cy="5014595"/>
          </a:xfrm>
          <a:prstGeom prst="rect">
            <a:avLst/>
          </a:prstGeom>
          <a:noFill/>
          <a:ln>
            <a:noFill/>
          </a:ln>
        </p:spPr>
        <p:txBody>
          <a:bodyPr spcFirstLastPara="1" wrap="square" lIns="0" tIns="98425" rIns="0" bIns="0" anchor="t" anchorCtr="0">
            <a:spAutoFit/>
          </a:bodyPr>
          <a:lstStyle/>
          <a:p>
            <a:pPr marL="241300" marR="0" lvl="0" indent="-229234" algn="l" rtl="0">
              <a:spcBef>
                <a:spcPts val="0"/>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Conceptual and physical representation of a system</a:t>
            </a:r>
            <a:endParaRPr sz="2800" dirty="0">
              <a:solidFill>
                <a:srgbClr val="000000"/>
              </a:solidFill>
              <a:latin typeface="Times New Roman"/>
              <a:ea typeface="Times New Roman"/>
              <a:cs typeface="Times New Roman"/>
              <a:sym typeface="Times New Roman"/>
            </a:endParaRPr>
          </a:p>
          <a:p>
            <a:pPr marL="241300" marR="0" lvl="0" indent="-229234" algn="l" rtl="0">
              <a:spcBef>
                <a:spcPts val="670"/>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Modeling yields an understanding of a system.</a:t>
            </a:r>
            <a:endParaRPr sz="2800" dirty="0">
              <a:solidFill>
                <a:srgbClr val="000000"/>
              </a:solidFill>
              <a:latin typeface="Times New Roman"/>
              <a:ea typeface="Times New Roman"/>
              <a:cs typeface="Times New Roman"/>
              <a:sym typeface="Times New Roman"/>
            </a:endParaRPr>
          </a:p>
          <a:p>
            <a:pPr marL="241300" marR="0" lvl="0" indent="-229234" algn="l" rtl="0">
              <a:spcBef>
                <a:spcPts val="660"/>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No one model is ever sufficient.</a:t>
            </a:r>
            <a:endParaRPr sz="2800" dirty="0">
              <a:solidFill>
                <a:srgbClr val="000000"/>
              </a:solidFill>
              <a:latin typeface="Times New Roman"/>
              <a:ea typeface="Times New Roman"/>
              <a:cs typeface="Times New Roman"/>
              <a:sym typeface="Times New Roman"/>
            </a:endParaRPr>
          </a:p>
          <a:p>
            <a:pPr marL="241300" marR="130810" lvl="0" indent="-229234" algn="l" rtl="0">
              <a:lnSpc>
                <a:spcPct val="107857"/>
              </a:lnSpc>
              <a:spcBef>
                <a:spcPts val="1045"/>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Need multiple models that are connected to one another in order to  understand</a:t>
            </a:r>
            <a:r>
              <a:rPr lang="en-US" sz="1800" dirty="0">
                <a:solidFill>
                  <a:srgbClr val="000000"/>
                </a:solidFill>
                <a:latin typeface="Times New Roman"/>
                <a:ea typeface="Times New Roman"/>
                <a:cs typeface="Times New Roman"/>
                <a:sym typeface="Times New Roman"/>
              </a:rPr>
              <a:t>.</a:t>
            </a:r>
            <a:endParaRPr sz="1800" dirty="0">
              <a:solidFill>
                <a:srgbClr val="000000"/>
              </a:solidFill>
              <a:latin typeface="Times New Roman"/>
              <a:ea typeface="Times New Roman"/>
              <a:cs typeface="Times New Roman"/>
              <a:sym typeface="Times New Roman"/>
            </a:endParaRPr>
          </a:p>
          <a:p>
            <a:pPr marL="241300" marR="266065" lvl="0" indent="-229234" algn="l" rtl="0">
              <a:lnSpc>
                <a:spcPct val="107857"/>
              </a:lnSpc>
              <a:spcBef>
                <a:spcPts val="1019"/>
              </a:spcBef>
              <a:spcAft>
                <a:spcPts val="0"/>
              </a:spcAft>
              <a:buClr>
                <a:srgbClr val="000000"/>
              </a:buClr>
              <a:buSzPts val="2800"/>
              <a:buFont typeface="Arial"/>
              <a:buChar char="•"/>
            </a:pPr>
            <a:r>
              <a:rPr lang="en-US" sz="2800" dirty="0">
                <a:solidFill>
                  <a:srgbClr val="00B0F0"/>
                </a:solidFill>
                <a:latin typeface="Times New Roman"/>
                <a:ea typeface="Times New Roman"/>
                <a:cs typeface="Times New Roman"/>
                <a:sym typeface="Times New Roman"/>
              </a:rPr>
              <a:t>UML tells you how to create and read well defined models.</a:t>
            </a:r>
            <a:endParaRPr sz="2800" dirty="0">
              <a:solidFill>
                <a:srgbClr val="00B0F0"/>
              </a:solidFill>
              <a:latin typeface="Times New Roman"/>
              <a:ea typeface="Times New Roman"/>
              <a:cs typeface="Times New Roman"/>
              <a:sym typeface="Times New Roman"/>
            </a:endParaRPr>
          </a:p>
          <a:p>
            <a:pPr marL="241300" marR="5080" lvl="0" indent="-229234" algn="l" rtl="0">
              <a:lnSpc>
                <a:spcPct val="90000"/>
              </a:lnSpc>
              <a:spcBef>
                <a:spcPts val="955"/>
              </a:spcBef>
              <a:spcAft>
                <a:spcPts val="0"/>
              </a:spcAft>
              <a:buClr>
                <a:srgbClr val="000000"/>
              </a:buClr>
              <a:buSzPts val="2800"/>
              <a:buFont typeface="Arial"/>
              <a:buChar char="•"/>
            </a:pPr>
            <a:r>
              <a:rPr lang="en-US" sz="2800" dirty="0">
                <a:solidFill>
                  <a:srgbClr val="000000"/>
                </a:solidFill>
                <a:latin typeface="Times New Roman"/>
                <a:ea typeface="Times New Roman"/>
                <a:cs typeface="Times New Roman"/>
                <a:sym typeface="Times New Roman"/>
              </a:rPr>
              <a:t>A well-defined process guide you in deciding what artifacts to  produce, what activities and what workers to use to create them and  manage them, and how to use those artifacts to measure and control  the project</a:t>
            </a:r>
            <a:endParaRPr sz="2800" dirty="0">
              <a:solidFill>
                <a:srgbClr val="000000"/>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A752D25-6CBE-4F2C-B5F9-9DD7FD021F33}"/>
                  </a:ext>
                </a:extLst>
              </p14:cNvPr>
              <p14:cNvContentPartPr/>
              <p14:nvPr/>
            </p14:nvContentPartPr>
            <p14:xfrm>
              <a:off x="1361520" y="4141800"/>
              <a:ext cx="834480" cy="12960"/>
            </p14:xfrm>
          </p:contentPart>
        </mc:Choice>
        <mc:Fallback xmlns="">
          <p:pic>
            <p:nvPicPr>
              <p:cNvPr id="2" name="Ink 1">
                <a:extLst>
                  <a:ext uri="{FF2B5EF4-FFF2-40B4-BE49-F238E27FC236}">
                    <a16:creationId xmlns:a16="http://schemas.microsoft.com/office/drawing/2014/main" id="{BA752D25-6CBE-4F2C-B5F9-9DD7FD021F33}"/>
                  </a:ext>
                </a:extLst>
              </p:cNvPr>
              <p:cNvPicPr/>
              <p:nvPr/>
            </p:nvPicPr>
            <p:blipFill>
              <a:blip r:embed="rId4"/>
              <a:stretch>
                <a:fillRect/>
              </a:stretch>
            </p:blipFill>
            <p:spPr>
              <a:xfrm>
                <a:off x="1352160" y="4132440"/>
                <a:ext cx="853200" cy="3168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8" name="Google Shape;398;p50"/>
          <p:cNvSpPr txBox="1">
            <a:spLocks noGrp="1"/>
          </p:cNvSpPr>
          <p:nvPr>
            <p:ph type="title"/>
          </p:nvPr>
        </p:nvSpPr>
        <p:spPr>
          <a:xfrm>
            <a:off x="3371850" y="418542"/>
            <a:ext cx="6004162" cy="689291"/>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b="0">
                <a:latin typeface="Times New Roman"/>
                <a:ea typeface="Times New Roman"/>
                <a:cs typeface="Times New Roman"/>
                <a:sym typeface="Times New Roman"/>
              </a:rPr>
              <a:t>What is the UML?</a:t>
            </a:r>
            <a:endParaRPr sz="4400">
              <a:latin typeface="Times New Roman"/>
              <a:ea typeface="Times New Roman"/>
              <a:cs typeface="Times New Roman"/>
              <a:sym typeface="Times New Roman"/>
            </a:endParaRPr>
          </a:p>
        </p:txBody>
      </p:sp>
      <p:sp>
        <p:nvSpPr>
          <p:cNvPr id="399" name="Google Shape;399;p50"/>
          <p:cNvSpPr txBox="1"/>
          <p:nvPr/>
        </p:nvSpPr>
        <p:spPr>
          <a:xfrm>
            <a:off x="1602740" y="1587520"/>
            <a:ext cx="8760460" cy="2937338"/>
          </a:xfrm>
          <a:prstGeom prst="rect">
            <a:avLst/>
          </a:prstGeom>
          <a:noFill/>
          <a:ln>
            <a:noFill/>
          </a:ln>
        </p:spPr>
        <p:txBody>
          <a:bodyPr spcFirstLastPara="1" wrap="square" lIns="0" tIns="109850" rIns="0" bIns="0" anchor="t" anchorCtr="0">
            <a:spAutoFit/>
          </a:bodyPr>
          <a:lstStyle/>
          <a:p>
            <a:pPr marL="356870" marR="0" lvl="0" indent="-344805" algn="just" rtl="0">
              <a:spcBef>
                <a:spcPts val="0"/>
              </a:spcBef>
              <a:spcAft>
                <a:spcPts val="0"/>
              </a:spcAft>
              <a:buClr>
                <a:schemeClr val="dk1"/>
              </a:buClr>
              <a:buSzPts val="3200"/>
              <a:buFont typeface="Arial"/>
              <a:buChar char="•"/>
            </a:pPr>
            <a:r>
              <a:rPr lang="en-US" sz="3200" u="sng" dirty="0">
                <a:solidFill>
                  <a:schemeClr val="dk1"/>
                </a:solidFill>
                <a:latin typeface="Times New Roman"/>
                <a:ea typeface="Times New Roman"/>
                <a:cs typeface="Times New Roman"/>
                <a:sym typeface="Times New Roman"/>
              </a:rPr>
              <a:t>Unified</a:t>
            </a:r>
            <a:endParaRPr sz="3200" dirty="0">
              <a:solidFill>
                <a:schemeClr val="dk1"/>
              </a:solidFill>
              <a:latin typeface="Times New Roman"/>
              <a:ea typeface="Times New Roman"/>
              <a:cs typeface="Times New Roman"/>
              <a:sym typeface="Times New Roman"/>
            </a:endParaRPr>
          </a:p>
          <a:p>
            <a:pPr marL="756285" marR="5080" lvl="1" indent="-287019" algn="just" rtl="0">
              <a:spcBef>
                <a:spcPts val="690"/>
              </a:spcBef>
              <a:spcAft>
                <a:spcPts val="0"/>
              </a:spcAft>
              <a:buClr>
                <a:schemeClr val="dk1"/>
              </a:buClr>
              <a:buSzPts val="2800"/>
              <a:buFont typeface="Arial"/>
              <a:buChar char="–"/>
            </a:pPr>
            <a:r>
              <a:rPr lang="en-US" sz="2800" b="0" i="0" u="none" strike="noStrike" cap="none" dirty="0">
                <a:solidFill>
                  <a:schemeClr val="dk1"/>
                </a:solidFill>
                <a:latin typeface="Times New Roman"/>
                <a:ea typeface="Times New Roman"/>
                <a:cs typeface="Times New Roman"/>
                <a:sym typeface="Times New Roman"/>
              </a:rPr>
              <a:t>UML combined the best from object-oriented  software modeling methodologies that were in  existence during the early 1990’s.</a:t>
            </a:r>
            <a:endParaRPr sz="2800" b="0" i="0" u="none" strike="noStrike" cap="none" dirty="0">
              <a:solidFill>
                <a:schemeClr val="dk1"/>
              </a:solidFill>
              <a:latin typeface="Times New Roman"/>
              <a:ea typeface="Times New Roman"/>
              <a:cs typeface="Times New Roman"/>
              <a:sym typeface="Times New Roman"/>
            </a:endParaRPr>
          </a:p>
          <a:p>
            <a:pPr marL="756285" marR="34925" lvl="1" indent="-287019" algn="just" rtl="0">
              <a:spcBef>
                <a:spcPts val="675"/>
              </a:spcBef>
              <a:spcAft>
                <a:spcPts val="0"/>
              </a:spcAft>
              <a:buClr>
                <a:schemeClr val="dk1"/>
              </a:buClr>
              <a:buSzPts val="2800"/>
              <a:buFont typeface="Arial"/>
              <a:buChar char="–"/>
            </a:pPr>
            <a:r>
              <a:rPr lang="en-US" sz="2800" b="0" i="0" u="none" strike="noStrike" cap="none" dirty="0">
                <a:solidFill>
                  <a:schemeClr val="dk1"/>
                </a:solidFill>
                <a:latin typeface="Times New Roman"/>
                <a:ea typeface="Times New Roman"/>
                <a:cs typeface="Times New Roman"/>
                <a:sym typeface="Times New Roman"/>
              </a:rPr>
              <a:t>Grady Booch, James Rumbaugh, and Ivor  Jacobson are the primary contributors to UML.</a:t>
            </a: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B34FB22-698F-4DD0-9B2D-413C7B9A363C}"/>
                  </a:ext>
                </a:extLst>
              </p14:cNvPr>
              <p14:cNvContentPartPr/>
              <p14:nvPr/>
            </p14:nvContentPartPr>
            <p14:xfrm>
              <a:off x="5286960" y="2723760"/>
              <a:ext cx="471240" cy="6120"/>
            </p14:xfrm>
          </p:contentPart>
        </mc:Choice>
        <mc:Fallback xmlns="">
          <p:pic>
            <p:nvPicPr>
              <p:cNvPr id="2" name="Ink 1">
                <a:extLst>
                  <a:ext uri="{FF2B5EF4-FFF2-40B4-BE49-F238E27FC236}">
                    <a16:creationId xmlns:a16="http://schemas.microsoft.com/office/drawing/2014/main" id="{9B34FB22-698F-4DD0-9B2D-413C7B9A363C}"/>
                  </a:ext>
                </a:extLst>
              </p:cNvPr>
              <p:cNvPicPr/>
              <p:nvPr/>
            </p:nvPicPr>
            <p:blipFill>
              <a:blip r:embed="rId4"/>
              <a:stretch>
                <a:fillRect/>
              </a:stretch>
            </p:blipFill>
            <p:spPr>
              <a:xfrm>
                <a:off x="5277600" y="2714400"/>
                <a:ext cx="489960" cy="2484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6" name="Google Shape;406;p51"/>
          <p:cNvSpPr txBox="1">
            <a:spLocks noGrp="1"/>
          </p:cNvSpPr>
          <p:nvPr>
            <p:ph type="title"/>
          </p:nvPr>
        </p:nvSpPr>
        <p:spPr>
          <a:xfrm>
            <a:off x="3371851" y="380746"/>
            <a:ext cx="4393725" cy="688650"/>
          </a:xfrm>
          <a:prstGeom prst="rect">
            <a:avLst/>
          </a:prstGeom>
          <a:noFill/>
          <a:ln>
            <a:noFill/>
          </a:ln>
        </p:spPr>
        <p:txBody>
          <a:bodyPr spcFirstLastPara="1" wrap="square" lIns="0" tIns="11425" rIns="0" bIns="0" anchor="t" anchorCtr="0">
            <a:spAutoFit/>
          </a:bodyPr>
          <a:lstStyle/>
          <a:p>
            <a:pPr marL="12700" lvl="0" indent="0" algn="l" rtl="0">
              <a:spcBef>
                <a:spcPts val="0"/>
              </a:spcBef>
              <a:spcAft>
                <a:spcPts val="0"/>
              </a:spcAft>
              <a:buNone/>
            </a:pPr>
            <a:r>
              <a:rPr lang="en-US" sz="4400" b="0">
                <a:latin typeface="Times New Roman"/>
                <a:ea typeface="Times New Roman"/>
                <a:cs typeface="Times New Roman"/>
                <a:sym typeface="Times New Roman"/>
              </a:rPr>
              <a:t>What is the UML?</a:t>
            </a:r>
            <a:endParaRPr sz="4400">
              <a:latin typeface="Times New Roman"/>
              <a:ea typeface="Times New Roman"/>
              <a:cs typeface="Times New Roman"/>
              <a:sym typeface="Times New Roman"/>
            </a:endParaRPr>
          </a:p>
        </p:txBody>
      </p:sp>
      <p:sp>
        <p:nvSpPr>
          <p:cNvPr id="407" name="Google Shape;407;p51"/>
          <p:cNvSpPr txBox="1"/>
          <p:nvPr/>
        </p:nvSpPr>
        <p:spPr>
          <a:xfrm>
            <a:off x="914400" y="1143000"/>
            <a:ext cx="10720327" cy="5342596"/>
          </a:xfrm>
          <a:prstGeom prst="rect">
            <a:avLst/>
          </a:prstGeom>
          <a:noFill/>
          <a:ln>
            <a:noFill/>
          </a:ln>
        </p:spPr>
        <p:txBody>
          <a:bodyPr spcFirstLastPara="1" wrap="square" lIns="0" tIns="61575" rIns="0" bIns="0" anchor="t" anchorCtr="0">
            <a:spAutoFit/>
          </a:bodyPr>
          <a:lstStyle/>
          <a:p>
            <a:pPr marL="356870" marR="0" lvl="0" indent="-344805" algn="just" rtl="0">
              <a:spcBef>
                <a:spcPts val="0"/>
              </a:spcBef>
              <a:spcAft>
                <a:spcPts val="0"/>
              </a:spcAft>
              <a:buClr>
                <a:schemeClr val="dk1"/>
              </a:buClr>
              <a:buSzPts val="2800"/>
              <a:buFont typeface="Arial"/>
              <a:buChar char="•"/>
            </a:pPr>
            <a:r>
              <a:rPr lang="en-US" sz="3200" u="sng" dirty="0">
                <a:solidFill>
                  <a:schemeClr val="dk1"/>
                </a:solidFill>
                <a:latin typeface="Times New Roman"/>
                <a:ea typeface="Times New Roman"/>
                <a:cs typeface="Times New Roman"/>
                <a:sym typeface="Times New Roman"/>
              </a:rPr>
              <a:t>Modeling</a:t>
            </a:r>
            <a:endParaRPr sz="3200" dirty="0">
              <a:solidFill>
                <a:schemeClr val="dk1"/>
              </a:solidFill>
              <a:latin typeface="Times New Roman"/>
              <a:ea typeface="Times New Roman"/>
              <a:cs typeface="Times New Roman"/>
              <a:sym typeface="Times New Roman"/>
            </a:endParaRPr>
          </a:p>
          <a:p>
            <a:pPr marL="756285" marR="5080" lvl="1" indent="-287019" algn="just" rtl="0">
              <a:lnSpc>
                <a:spcPct val="90000"/>
              </a:lnSpc>
              <a:spcBef>
                <a:spcPts val="690"/>
              </a:spcBef>
              <a:spcAft>
                <a:spcPts val="0"/>
              </a:spcAft>
              <a:buClr>
                <a:schemeClr val="dk1"/>
              </a:buClr>
              <a:buSzPts val="2800"/>
              <a:buFont typeface="Arial"/>
              <a:buChar char="–"/>
            </a:pPr>
            <a:r>
              <a:rPr lang="en-US" sz="3200" b="0" i="0" u="none" strike="noStrike" cap="none" dirty="0">
                <a:solidFill>
                  <a:schemeClr val="dk1"/>
                </a:solidFill>
                <a:latin typeface="Times New Roman"/>
                <a:ea typeface="Times New Roman"/>
                <a:cs typeface="Times New Roman"/>
                <a:sym typeface="Times New Roman"/>
              </a:rPr>
              <a:t>Used to present a simplified view of reality in  order to facilitate the design and  implementation of object-oriented software  systems.</a:t>
            </a:r>
            <a:endParaRPr sz="3200" b="0" i="0" u="none" strike="noStrike" cap="none" dirty="0">
              <a:solidFill>
                <a:schemeClr val="dk1"/>
              </a:solidFill>
              <a:latin typeface="Times New Roman"/>
              <a:ea typeface="Times New Roman"/>
              <a:cs typeface="Times New Roman"/>
              <a:sym typeface="Times New Roman"/>
            </a:endParaRPr>
          </a:p>
          <a:p>
            <a:pPr marL="756285" marR="650875" lvl="1" indent="-287019" algn="just" rtl="0">
              <a:lnSpc>
                <a:spcPct val="108214"/>
              </a:lnSpc>
              <a:spcBef>
                <a:spcPts val="710"/>
              </a:spcBef>
              <a:spcAft>
                <a:spcPts val="0"/>
              </a:spcAft>
              <a:buClr>
                <a:schemeClr val="dk1"/>
              </a:buClr>
              <a:buSzPts val="2800"/>
              <a:buFont typeface="Arial"/>
              <a:buChar char="–"/>
            </a:pPr>
            <a:r>
              <a:rPr lang="en-US" sz="3200" b="0" i="0" u="none" strike="noStrike" cap="none" dirty="0">
                <a:solidFill>
                  <a:schemeClr val="dk1"/>
                </a:solidFill>
                <a:latin typeface="Times New Roman"/>
                <a:ea typeface="Times New Roman"/>
                <a:cs typeface="Times New Roman"/>
                <a:sym typeface="Times New Roman"/>
              </a:rPr>
              <a:t>All creative disciplines use some form of  modeling as part of the creative process. </a:t>
            </a:r>
            <a:r>
              <a:rPr lang="en-US" sz="3200" b="0" i="0" u="none" strike="noStrike" cap="none" dirty="0" err="1">
                <a:solidFill>
                  <a:schemeClr val="dk1"/>
                </a:solidFill>
                <a:latin typeface="Times New Roman"/>
                <a:ea typeface="Times New Roman"/>
                <a:cs typeface="Times New Roman"/>
                <a:sym typeface="Times New Roman"/>
              </a:rPr>
              <a:t>Eg.</a:t>
            </a:r>
            <a:r>
              <a:rPr lang="en-US" sz="3200" b="0" i="0" u="none" strike="noStrike" cap="none" dirty="0">
                <a:solidFill>
                  <a:schemeClr val="dk1"/>
                </a:solidFill>
                <a:latin typeface="Times New Roman"/>
                <a:ea typeface="Times New Roman"/>
                <a:cs typeface="Times New Roman"/>
                <a:sym typeface="Times New Roman"/>
              </a:rPr>
              <a:t> Film and animation (Maya or Blender)</a:t>
            </a:r>
            <a:endParaRPr sz="3200" b="0" i="0" u="none" strike="noStrike" cap="none" dirty="0">
              <a:solidFill>
                <a:schemeClr val="dk1"/>
              </a:solidFill>
              <a:latin typeface="Times New Roman"/>
              <a:ea typeface="Times New Roman"/>
              <a:cs typeface="Times New Roman"/>
              <a:sym typeface="Times New Roman"/>
            </a:endParaRPr>
          </a:p>
          <a:p>
            <a:pPr marL="756285" marR="0" lvl="1" indent="-287019" algn="just" rtl="0">
              <a:spcBef>
                <a:spcPts val="290"/>
              </a:spcBef>
              <a:spcAft>
                <a:spcPts val="0"/>
              </a:spcAft>
              <a:buClr>
                <a:schemeClr val="dk1"/>
              </a:buClr>
              <a:buSzPts val="2800"/>
              <a:buFont typeface="Arial"/>
              <a:buChar char="–"/>
            </a:pPr>
            <a:r>
              <a:rPr lang="en-US" sz="3200" b="0" i="0" u="none" strike="noStrike" cap="none" dirty="0">
                <a:solidFill>
                  <a:schemeClr val="dk1"/>
                </a:solidFill>
                <a:latin typeface="Times New Roman"/>
                <a:ea typeface="Times New Roman"/>
                <a:cs typeface="Times New Roman"/>
                <a:sym typeface="Times New Roman"/>
              </a:rPr>
              <a:t>UML is a language for documenting design</a:t>
            </a:r>
            <a:endParaRPr sz="2000" dirty="0"/>
          </a:p>
          <a:p>
            <a:pPr marL="756285" marR="0" lvl="1" indent="-287019" algn="just" rtl="0">
              <a:spcBef>
                <a:spcPts val="335"/>
              </a:spcBef>
              <a:spcAft>
                <a:spcPts val="0"/>
              </a:spcAft>
              <a:buClr>
                <a:schemeClr val="dk1"/>
              </a:buClr>
              <a:buSzPts val="2800"/>
              <a:buFont typeface="Arial"/>
              <a:buChar char="–"/>
            </a:pPr>
            <a:r>
              <a:rPr lang="en-US" sz="3200" b="0" i="0" u="none" strike="noStrike" cap="none" dirty="0">
                <a:solidFill>
                  <a:schemeClr val="dk1"/>
                </a:solidFill>
                <a:latin typeface="Times New Roman"/>
                <a:ea typeface="Times New Roman"/>
                <a:cs typeface="Times New Roman"/>
                <a:sym typeface="Times New Roman"/>
              </a:rPr>
              <a:t>Provides a record of what has been built.</a:t>
            </a:r>
            <a:endParaRPr sz="3200" b="0" i="0" u="none" strike="noStrike" cap="none" dirty="0">
              <a:solidFill>
                <a:schemeClr val="dk1"/>
              </a:solidFill>
              <a:latin typeface="Times New Roman"/>
              <a:ea typeface="Times New Roman"/>
              <a:cs typeface="Times New Roman"/>
              <a:sym typeface="Times New Roman"/>
            </a:endParaRPr>
          </a:p>
          <a:p>
            <a:pPr marL="756285" marR="272415" lvl="1" indent="-287019" algn="just" rtl="0">
              <a:lnSpc>
                <a:spcPct val="108214"/>
              </a:lnSpc>
              <a:spcBef>
                <a:spcPts val="715"/>
              </a:spcBef>
              <a:spcAft>
                <a:spcPts val="0"/>
              </a:spcAft>
              <a:buClr>
                <a:schemeClr val="dk1"/>
              </a:buClr>
              <a:buSzPts val="2800"/>
              <a:buFont typeface="Arial"/>
              <a:buChar char="–"/>
            </a:pPr>
            <a:r>
              <a:rPr lang="en-US" sz="3200" b="0" i="0" u="none" strike="noStrike" cap="none" dirty="0">
                <a:solidFill>
                  <a:schemeClr val="dk1"/>
                </a:solidFill>
                <a:latin typeface="Times New Roman"/>
                <a:ea typeface="Times New Roman"/>
                <a:cs typeface="Times New Roman"/>
                <a:sym typeface="Times New Roman"/>
              </a:rPr>
              <a:t>Useful for bringing new programmers up to  speed.</a:t>
            </a:r>
            <a:endParaRPr sz="32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4"/>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9</a:t>
            </a:fld>
            <a:endParaRPr sz="1200">
              <a:solidFill>
                <a:schemeClr val="dk1"/>
              </a:solidFill>
              <a:latin typeface="Times New Roman"/>
              <a:ea typeface="Times New Roman"/>
              <a:cs typeface="Times New Roman"/>
              <a:sym typeface="Times New Roman"/>
            </a:endParaRPr>
          </a:p>
        </p:txBody>
      </p:sp>
      <p:sp>
        <p:nvSpPr>
          <p:cNvPr id="427" name="Google Shape;427;p54"/>
          <p:cNvSpPr txBox="1">
            <a:spLocks noGrp="1"/>
          </p:cNvSpPr>
          <p:nvPr>
            <p:ph type="title"/>
          </p:nvPr>
        </p:nvSpPr>
        <p:spPr>
          <a:xfrm>
            <a:off x="2603398" y="464897"/>
            <a:ext cx="6985000" cy="627736"/>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000">
                <a:latin typeface="Times New Roman"/>
                <a:ea typeface="Times New Roman"/>
                <a:cs typeface="Times New Roman"/>
                <a:sym typeface="Times New Roman"/>
              </a:rPr>
              <a:t>Conceptual Model of the UML</a:t>
            </a:r>
            <a:endParaRPr sz="4000">
              <a:latin typeface="Times New Roman"/>
              <a:ea typeface="Times New Roman"/>
              <a:cs typeface="Times New Roman"/>
              <a:sym typeface="Times New Roman"/>
            </a:endParaRPr>
          </a:p>
        </p:txBody>
      </p:sp>
      <p:sp>
        <p:nvSpPr>
          <p:cNvPr id="428" name="Google Shape;428;p54"/>
          <p:cNvSpPr txBox="1"/>
          <p:nvPr/>
        </p:nvSpPr>
        <p:spPr>
          <a:xfrm>
            <a:off x="1219200" y="1524000"/>
            <a:ext cx="10363200" cy="4680769"/>
          </a:xfrm>
          <a:prstGeom prst="rect">
            <a:avLst/>
          </a:prstGeom>
          <a:noFill/>
          <a:ln>
            <a:noFill/>
          </a:ln>
        </p:spPr>
        <p:txBody>
          <a:bodyPr spcFirstLastPara="1" wrap="square" lIns="0" tIns="12700" rIns="0" bIns="0" anchor="t" anchorCtr="0">
            <a:spAutoFit/>
          </a:bodyPr>
          <a:lstStyle/>
          <a:p>
            <a:pPr marL="356870" marR="0" lvl="0" indent="-344805" algn="l" rtl="0">
              <a:spcBef>
                <a:spcPts val="0"/>
              </a:spcBef>
              <a:spcAft>
                <a:spcPts val="0"/>
              </a:spcAft>
              <a:buClr>
                <a:schemeClr val="dk1"/>
              </a:buClr>
              <a:buSzPts val="2400"/>
              <a:buFont typeface="Noto Sans Symbols"/>
              <a:buChar char="❖"/>
            </a:pPr>
            <a:r>
              <a:rPr lang="en-US" sz="2800" b="1" dirty="0">
                <a:solidFill>
                  <a:schemeClr val="dk1"/>
                </a:solidFill>
                <a:latin typeface="Times New Roman"/>
                <a:ea typeface="Times New Roman"/>
                <a:cs typeface="Times New Roman"/>
                <a:sym typeface="Times New Roman"/>
              </a:rPr>
              <a:t>Building Blocks of the UML:</a:t>
            </a:r>
            <a:endParaRPr sz="2800" dirty="0">
              <a:solidFill>
                <a:schemeClr val="dk1"/>
              </a:solidFill>
              <a:latin typeface="Times New Roman"/>
              <a:ea typeface="Times New Roman"/>
              <a:cs typeface="Times New Roman"/>
              <a:sym typeface="Times New Roman"/>
            </a:endParaRPr>
          </a:p>
          <a:p>
            <a:pPr marL="0" marR="0" lvl="0" indent="0" algn="l" rtl="0">
              <a:spcBef>
                <a:spcPts val="5"/>
              </a:spcBef>
              <a:spcAft>
                <a:spcPts val="0"/>
              </a:spcAft>
              <a:buNone/>
            </a:pPr>
            <a:endParaRPr sz="2800" dirty="0">
              <a:solidFill>
                <a:schemeClr val="dk1"/>
              </a:solidFill>
              <a:latin typeface="Times New Roman"/>
              <a:ea typeface="Times New Roman"/>
              <a:cs typeface="Times New Roman"/>
              <a:sym typeface="Times New Roman"/>
            </a:endParaRPr>
          </a:p>
          <a:p>
            <a:pPr marL="12700" marR="5080" lvl="0" indent="0" algn="l" rtl="0">
              <a:spcBef>
                <a:spcPts val="5"/>
              </a:spcBef>
              <a:spcAft>
                <a:spcPts val="0"/>
              </a:spcAft>
              <a:buNone/>
            </a:pPr>
            <a:r>
              <a:rPr lang="en-US" sz="2800" dirty="0">
                <a:solidFill>
                  <a:schemeClr val="dk1"/>
                </a:solidFill>
                <a:latin typeface="Times New Roman"/>
                <a:ea typeface="Times New Roman"/>
                <a:cs typeface="Times New Roman"/>
                <a:sym typeface="Times New Roman"/>
              </a:rPr>
              <a:t>The vocabulary of the UML encompasses three kinds of  building blocks:</a:t>
            </a:r>
            <a:endParaRPr sz="3600" dirty="0">
              <a:solidFill>
                <a:schemeClr val="dk1"/>
              </a:solidFill>
              <a:latin typeface="Times New Roman"/>
              <a:ea typeface="Times New Roman"/>
              <a:cs typeface="Times New Roman"/>
              <a:sym typeface="Times New Roman"/>
            </a:endParaRPr>
          </a:p>
          <a:p>
            <a:pPr marL="307975" marR="0" lvl="0" indent="-295910" algn="l" rtl="0">
              <a:spcBef>
                <a:spcPts val="0"/>
              </a:spcBef>
              <a:spcAft>
                <a:spcPts val="0"/>
              </a:spcAft>
              <a:buClr>
                <a:schemeClr val="dk1"/>
              </a:buClr>
              <a:buSzPts val="2400"/>
              <a:buFont typeface="Times New Roman"/>
              <a:buAutoNum type="arabicPeriod"/>
            </a:pPr>
            <a:r>
              <a:rPr lang="en-US" sz="2800" dirty="0">
                <a:solidFill>
                  <a:schemeClr val="dk1"/>
                </a:solidFill>
                <a:latin typeface="Times New Roman"/>
                <a:ea typeface="Times New Roman"/>
                <a:cs typeface="Times New Roman"/>
                <a:sym typeface="Times New Roman"/>
              </a:rPr>
              <a:t>Things – represent things that make up system.</a:t>
            </a:r>
            <a:endParaRPr sz="2800" dirty="0">
              <a:solidFill>
                <a:schemeClr val="dk1"/>
              </a:solidFill>
              <a:latin typeface="Times New Roman"/>
              <a:ea typeface="Times New Roman"/>
              <a:cs typeface="Times New Roman"/>
              <a:sym typeface="Times New Roman"/>
            </a:endParaRPr>
          </a:p>
          <a:p>
            <a:pPr marL="314325" marR="0" lvl="0" indent="-302260" algn="l" rtl="0">
              <a:spcBef>
                <a:spcPts val="1440"/>
              </a:spcBef>
              <a:spcAft>
                <a:spcPts val="0"/>
              </a:spcAft>
              <a:buClr>
                <a:schemeClr val="dk1"/>
              </a:buClr>
              <a:buSzPts val="2400"/>
              <a:buFont typeface="Times New Roman"/>
              <a:buAutoNum type="arabicPeriod"/>
            </a:pPr>
            <a:r>
              <a:rPr lang="en-US" sz="2800" dirty="0">
                <a:solidFill>
                  <a:schemeClr val="dk1"/>
                </a:solidFill>
                <a:latin typeface="Times New Roman"/>
                <a:ea typeface="Times New Roman"/>
                <a:cs typeface="Times New Roman"/>
                <a:sym typeface="Times New Roman"/>
              </a:rPr>
              <a:t>Relationships - describe how things interact or depend on each other, such as inheritance, realization, composition, aggregation, association, and dependency.</a:t>
            </a:r>
            <a:endParaRPr sz="2800" dirty="0">
              <a:solidFill>
                <a:schemeClr val="dk1"/>
              </a:solidFill>
              <a:latin typeface="Times New Roman"/>
              <a:ea typeface="Times New Roman"/>
              <a:cs typeface="Times New Roman"/>
              <a:sym typeface="Times New Roman"/>
            </a:endParaRPr>
          </a:p>
          <a:p>
            <a:pPr marL="314325" marR="0" lvl="0" indent="-302260" algn="l" rtl="0">
              <a:spcBef>
                <a:spcPts val="1445"/>
              </a:spcBef>
              <a:spcAft>
                <a:spcPts val="0"/>
              </a:spcAft>
              <a:buClr>
                <a:schemeClr val="dk1"/>
              </a:buClr>
              <a:buSzPts val="2400"/>
              <a:buFont typeface="Times New Roman"/>
              <a:buAutoNum type="arabicPeriod"/>
            </a:pPr>
            <a:r>
              <a:rPr lang="en-US" sz="2800" dirty="0">
                <a:solidFill>
                  <a:schemeClr val="dk1"/>
                </a:solidFill>
                <a:latin typeface="Times New Roman"/>
                <a:ea typeface="Times New Roman"/>
                <a:cs typeface="Times New Roman"/>
                <a:sym typeface="Times New Roman"/>
              </a:rPr>
              <a:t>Diagrams - graphical representations of things and relationships, organized into different views of a system.</a:t>
            </a:r>
            <a:endParaRPr sz="2800" dirty="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473DF68-224C-45BA-8B24-958E54D1042C}"/>
                  </a:ext>
                </a:extLst>
              </p14:cNvPr>
              <p14:cNvContentPartPr/>
              <p14:nvPr/>
            </p14:nvContentPartPr>
            <p14:xfrm>
              <a:off x="905400" y="2781000"/>
              <a:ext cx="7502400" cy="3368520"/>
            </p14:xfrm>
          </p:contentPart>
        </mc:Choice>
        <mc:Fallback xmlns="">
          <p:pic>
            <p:nvPicPr>
              <p:cNvPr id="2" name="Ink 1">
                <a:extLst>
                  <a:ext uri="{FF2B5EF4-FFF2-40B4-BE49-F238E27FC236}">
                    <a16:creationId xmlns:a16="http://schemas.microsoft.com/office/drawing/2014/main" id="{B473DF68-224C-45BA-8B24-958E54D1042C}"/>
                  </a:ext>
                </a:extLst>
              </p:cNvPr>
              <p:cNvPicPr/>
              <p:nvPr/>
            </p:nvPicPr>
            <p:blipFill>
              <a:blip r:embed="rId4"/>
              <a:stretch>
                <a:fillRect/>
              </a:stretch>
            </p:blipFill>
            <p:spPr>
              <a:xfrm>
                <a:off x="896040" y="2771640"/>
                <a:ext cx="7521120" cy="338724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55"/>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10</a:t>
            </a:fld>
            <a:endParaRPr sz="1200">
              <a:solidFill>
                <a:schemeClr val="dk1"/>
              </a:solidFill>
              <a:latin typeface="Times New Roman"/>
              <a:ea typeface="Times New Roman"/>
              <a:cs typeface="Times New Roman"/>
              <a:sym typeface="Times New Roman"/>
            </a:endParaRPr>
          </a:p>
        </p:txBody>
      </p:sp>
      <p:sp>
        <p:nvSpPr>
          <p:cNvPr id="434" name="Google Shape;434;p55"/>
          <p:cNvSpPr txBox="1">
            <a:spLocks noGrp="1"/>
          </p:cNvSpPr>
          <p:nvPr>
            <p:ph type="title"/>
          </p:nvPr>
        </p:nvSpPr>
        <p:spPr>
          <a:xfrm>
            <a:off x="1066801" y="464897"/>
            <a:ext cx="9482918" cy="689276"/>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dirty="0">
                <a:latin typeface="Times New Roman"/>
                <a:ea typeface="Times New Roman"/>
                <a:cs typeface="Times New Roman"/>
                <a:sym typeface="Times New Roman"/>
              </a:rPr>
              <a:t>Conceptual Model of the UML - Things</a:t>
            </a:r>
            <a:endParaRPr sz="4400" dirty="0">
              <a:latin typeface="Times New Roman"/>
              <a:ea typeface="Times New Roman"/>
              <a:cs typeface="Times New Roman"/>
              <a:sym typeface="Times New Roman"/>
            </a:endParaRPr>
          </a:p>
        </p:txBody>
      </p:sp>
      <p:sp>
        <p:nvSpPr>
          <p:cNvPr id="435" name="Google Shape;435;p55"/>
          <p:cNvSpPr txBox="1"/>
          <p:nvPr/>
        </p:nvSpPr>
        <p:spPr>
          <a:xfrm>
            <a:off x="1447801" y="1510969"/>
            <a:ext cx="9579590" cy="4071612"/>
          </a:xfrm>
          <a:prstGeom prst="rect">
            <a:avLst/>
          </a:prstGeom>
          <a:noFill/>
          <a:ln>
            <a:noFill/>
          </a:ln>
        </p:spPr>
        <p:txBody>
          <a:bodyPr spcFirstLastPara="1" wrap="square" lIns="0" tIns="110475" rIns="0" bIns="0" anchor="t" anchorCtr="0">
            <a:spAutoFit/>
          </a:bodyPr>
          <a:lstStyle/>
          <a:p>
            <a:pPr marL="12065" marR="0" lvl="0" algn="l" rtl="0">
              <a:spcBef>
                <a:spcPts val="0"/>
              </a:spcBef>
              <a:spcAft>
                <a:spcPts val="0"/>
              </a:spcAft>
              <a:buClr>
                <a:schemeClr val="dk1"/>
              </a:buClr>
              <a:buSzPts val="3200"/>
            </a:pPr>
            <a:r>
              <a:rPr lang="en-US" sz="3200" b="1" dirty="0">
                <a:solidFill>
                  <a:schemeClr val="dk1"/>
                </a:solidFill>
                <a:latin typeface="Times New Roman"/>
                <a:ea typeface="Times New Roman"/>
                <a:cs typeface="Times New Roman"/>
                <a:sym typeface="Times New Roman"/>
              </a:rPr>
              <a:t>1. Things in the UML – represent the abstraction of elements.</a:t>
            </a:r>
            <a:endParaRPr sz="3200" dirty="0">
              <a:solidFill>
                <a:schemeClr val="dk1"/>
              </a:solidFill>
              <a:latin typeface="Times New Roman"/>
              <a:ea typeface="Times New Roman"/>
              <a:cs typeface="Times New Roman"/>
              <a:sym typeface="Times New Roman"/>
            </a:endParaRPr>
          </a:p>
          <a:p>
            <a:pPr marL="356870" marR="0" lvl="0" indent="-344805" algn="l" rtl="0">
              <a:spcBef>
                <a:spcPts val="770"/>
              </a:spcBef>
              <a:spcAft>
                <a:spcPts val="0"/>
              </a:spcAft>
              <a:buClr>
                <a:schemeClr val="dk1"/>
              </a:buClr>
              <a:buSzPts val="3200"/>
              <a:buFont typeface="Arial"/>
              <a:buChar char="•"/>
            </a:pPr>
            <a:r>
              <a:rPr lang="en-US" sz="3200" dirty="0">
                <a:solidFill>
                  <a:schemeClr val="dk1"/>
                </a:solidFill>
                <a:latin typeface="Times New Roman"/>
                <a:ea typeface="Times New Roman"/>
                <a:cs typeface="Times New Roman"/>
                <a:sym typeface="Times New Roman"/>
              </a:rPr>
              <a:t>There are four kinds of things in the UML:</a:t>
            </a:r>
            <a:endParaRPr sz="3200" dirty="0">
              <a:solidFill>
                <a:schemeClr val="dk1"/>
              </a:solidFill>
              <a:latin typeface="Times New Roman"/>
              <a:ea typeface="Times New Roman"/>
              <a:cs typeface="Times New Roman"/>
              <a:sym typeface="Times New Roman"/>
            </a:endParaRPr>
          </a:p>
          <a:p>
            <a:pPr marL="356870" marR="0" lvl="0" indent="-344805" algn="l" rtl="0">
              <a:spcBef>
                <a:spcPts val="770"/>
              </a:spcBef>
              <a:spcAft>
                <a:spcPts val="0"/>
              </a:spcAft>
              <a:buClr>
                <a:schemeClr val="dk1"/>
              </a:buClr>
              <a:buSzPts val="3200"/>
              <a:buFont typeface="Arial"/>
              <a:buChar char="•"/>
            </a:pPr>
            <a:r>
              <a:rPr lang="en-US" sz="3200" dirty="0">
                <a:solidFill>
                  <a:schemeClr val="dk1"/>
                </a:solidFill>
                <a:latin typeface="Times New Roman"/>
                <a:ea typeface="Times New Roman"/>
                <a:cs typeface="Times New Roman"/>
                <a:sym typeface="Times New Roman"/>
              </a:rPr>
              <a:t>1. Structural things</a:t>
            </a:r>
            <a:endParaRPr sz="3200" dirty="0">
              <a:solidFill>
                <a:schemeClr val="dk1"/>
              </a:solidFill>
              <a:latin typeface="Times New Roman"/>
              <a:ea typeface="Times New Roman"/>
              <a:cs typeface="Times New Roman"/>
              <a:sym typeface="Times New Roman"/>
            </a:endParaRPr>
          </a:p>
          <a:p>
            <a:pPr marL="356870" marR="0" lvl="0" indent="-344805" algn="l" rtl="0">
              <a:spcBef>
                <a:spcPts val="770"/>
              </a:spcBef>
              <a:spcAft>
                <a:spcPts val="0"/>
              </a:spcAft>
              <a:buClr>
                <a:schemeClr val="dk1"/>
              </a:buClr>
              <a:buSzPts val="3200"/>
              <a:buFont typeface="Arial"/>
              <a:buChar char="•"/>
            </a:pPr>
            <a:r>
              <a:rPr lang="en-US" sz="3200" dirty="0">
                <a:solidFill>
                  <a:schemeClr val="dk1"/>
                </a:solidFill>
                <a:latin typeface="Times New Roman"/>
                <a:ea typeface="Times New Roman"/>
                <a:cs typeface="Times New Roman"/>
                <a:sym typeface="Times New Roman"/>
              </a:rPr>
              <a:t>2. Behavioral things</a:t>
            </a:r>
            <a:endParaRPr sz="3200" dirty="0">
              <a:solidFill>
                <a:schemeClr val="dk1"/>
              </a:solidFill>
              <a:latin typeface="Times New Roman"/>
              <a:ea typeface="Times New Roman"/>
              <a:cs typeface="Times New Roman"/>
              <a:sym typeface="Times New Roman"/>
            </a:endParaRPr>
          </a:p>
          <a:p>
            <a:pPr marL="356870" marR="0" lvl="0" indent="-344805" algn="l" rtl="0">
              <a:spcBef>
                <a:spcPts val="770"/>
              </a:spcBef>
              <a:spcAft>
                <a:spcPts val="0"/>
              </a:spcAft>
              <a:buClr>
                <a:schemeClr val="dk1"/>
              </a:buClr>
              <a:buSzPts val="3200"/>
              <a:buFont typeface="Arial"/>
              <a:buChar char="•"/>
            </a:pPr>
            <a:r>
              <a:rPr lang="en-US" sz="3200" dirty="0">
                <a:solidFill>
                  <a:schemeClr val="dk1"/>
                </a:solidFill>
                <a:latin typeface="Times New Roman"/>
                <a:ea typeface="Times New Roman"/>
                <a:cs typeface="Times New Roman"/>
                <a:sym typeface="Times New Roman"/>
              </a:rPr>
              <a:t>3. Grouping things</a:t>
            </a:r>
            <a:endParaRPr sz="3200" dirty="0">
              <a:solidFill>
                <a:schemeClr val="dk1"/>
              </a:solidFill>
              <a:latin typeface="Times New Roman"/>
              <a:ea typeface="Times New Roman"/>
              <a:cs typeface="Times New Roman"/>
              <a:sym typeface="Times New Roman"/>
            </a:endParaRPr>
          </a:p>
          <a:p>
            <a:pPr marL="356870" marR="0" lvl="0" indent="-344805" algn="l" rtl="0">
              <a:spcBef>
                <a:spcPts val="770"/>
              </a:spcBef>
              <a:spcAft>
                <a:spcPts val="0"/>
              </a:spcAft>
              <a:buClr>
                <a:schemeClr val="dk1"/>
              </a:buClr>
              <a:buSzPts val="3200"/>
              <a:buFont typeface="Arial"/>
              <a:buChar char="•"/>
            </a:pPr>
            <a:r>
              <a:rPr lang="en-US" sz="3200" dirty="0">
                <a:solidFill>
                  <a:schemeClr val="dk1"/>
                </a:solidFill>
                <a:latin typeface="Times New Roman"/>
                <a:ea typeface="Times New Roman"/>
                <a:cs typeface="Times New Roman"/>
                <a:sym typeface="Times New Roman"/>
              </a:rPr>
              <a:t>4. </a:t>
            </a:r>
            <a:r>
              <a:rPr lang="en-US" sz="3200" dirty="0" err="1">
                <a:solidFill>
                  <a:schemeClr val="dk1"/>
                </a:solidFill>
                <a:latin typeface="Times New Roman"/>
                <a:ea typeface="Times New Roman"/>
                <a:cs typeface="Times New Roman"/>
                <a:sym typeface="Times New Roman"/>
              </a:rPr>
              <a:t>Annotational</a:t>
            </a:r>
            <a:r>
              <a:rPr lang="en-US" sz="3200" dirty="0">
                <a:solidFill>
                  <a:schemeClr val="dk1"/>
                </a:solidFill>
                <a:latin typeface="Times New Roman"/>
                <a:ea typeface="Times New Roman"/>
                <a:cs typeface="Times New Roman"/>
                <a:sym typeface="Times New Roman"/>
              </a:rPr>
              <a:t> things</a:t>
            </a:r>
            <a:endParaRPr sz="3200" dirty="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E3C9982-7628-46E4-BB9D-C63B79582A8B}"/>
                  </a:ext>
                </a:extLst>
              </p14:cNvPr>
              <p14:cNvContentPartPr/>
              <p14:nvPr/>
            </p14:nvContentPartPr>
            <p14:xfrm>
              <a:off x="2158920" y="3746160"/>
              <a:ext cx="2176920" cy="1841760"/>
            </p14:xfrm>
          </p:contentPart>
        </mc:Choice>
        <mc:Fallback xmlns="">
          <p:pic>
            <p:nvPicPr>
              <p:cNvPr id="2" name="Ink 1">
                <a:extLst>
                  <a:ext uri="{FF2B5EF4-FFF2-40B4-BE49-F238E27FC236}">
                    <a16:creationId xmlns:a16="http://schemas.microsoft.com/office/drawing/2014/main" id="{5E3C9982-7628-46E4-BB9D-C63B79582A8B}"/>
                  </a:ext>
                </a:extLst>
              </p:cNvPr>
              <p:cNvPicPr/>
              <p:nvPr/>
            </p:nvPicPr>
            <p:blipFill>
              <a:blip r:embed="rId4"/>
              <a:stretch>
                <a:fillRect/>
              </a:stretch>
            </p:blipFill>
            <p:spPr>
              <a:xfrm>
                <a:off x="2149560" y="3736800"/>
                <a:ext cx="2195640" cy="186048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6"/>
          <p:cNvSpPr txBox="1">
            <a:spLocks noGrp="1"/>
          </p:cNvSpPr>
          <p:nvPr>
            <p:ph type="title"/>
          </p:nvPr>
        </p:nvSpPr>
        <p:spPr>
          <a:xfrm>
            <a:off x="2593950" y="342646"/>
            <a:ext cx="7805644" cy="688650"/>
          </a:xfrm>
          <a:prstGeom prst="rect">
            <a:avLst/>
          </a:prstGeom>
          <a:noFill/>
          <a:ln>
            <a:noFill/>
          </a:ln>
        </p:spPr>
        <p:txBody>
          <a:bodyPr spcFirstLastPara="1" wrap="square" lIns="0" tIns="11425" rIns="0" bIns="0" anchor="t" anchorCtr="0">
            <a:spAutoFit/>
          </a:bodyPr>
          <a:lstStyle/>
          <a:p>
            <a:pPr marL="12700" lvl="0" indent="0" algn="l" rtl="0">
              <a:spcBef>
                <a:spcPts val="0"/>
              </a:spcBef>
              <a:spcAft>
                <a:spcPts val="0"/>
              </a:spcAft>
              <a:buNone/>
            </a:pPr>
            <a:r>
              <a:rPr lang="en-US" sz="4400" dirty="0">
                <a:latin typeface="Times New Roman"/>
                <a:ea typeface="Times New Roman"/>
                <a:cs typeface="Times New Roman"/>
                <a:sym typeface="Times New Roman"/>
              </a:rPr>
              <a:t>Structural Things</a:t>
            </a:r>
          </a:p>
        </p:txBody>
      </p:sp>
      <p:sp>
        <p:nvSpPr>
          <p:cNvPr id="442" name="Google Shape;442;p56"/>
          <p:cNvSpPr txBox="1"/>
          <p:nvPr/>
        </p:nvSpPr>
        <p:spPr>
          <a:xfrm>
            <a:off x="1447800" y="1295400"/>
            <a:ext cx="9906000" cy="4244752"/>
          </a:xfrm>
          <a:prstGeom prst="rect">
            <a:avLst/>
          </a:prstGeom>
          <a:noFill/>
          <a:ln>
            <a:noFill/>
          </a:ln>
        </p:spPr>
        <p:txBody>
          <a:bodyPr spcFirstLastPara="1" wrap="square" lIns="0" tIns="12700" rIns="0" bIns="0" anchor="t" anchorCtr="0">
            <a:spAutoFit/>
          </a:bodyPr>
          <a:lstStyle/>
          <a:p>
            <a:pPr marL="354965" marR="5080" lvl="0" indent="-342900" algn="l" rtl="0">
              <a:spcBef>
                <a:spcPts val="0"/>
              </a:spcBef>
              <a:spcAft>
                <a:spcPts val="0"/>
              </a:spcAft>
              <a:buClr>
                <a:schemeClr val="dk1"/>
              </a:buClr>
              <a:buSzPts val="2400"/>
              <a:buFont typeface="Wingdings" panose="05000000000000000000" pitchFamily="2" charset="2"/>
              <a:buChar char="v"/>
            </a:pPr>
            <a:r>
              <a:rPr lang="en-US" sz="2400" i="1" dirty="0">
                <a:solidFill>
                  <a:schemeClr val="dk1"/>
                </a:solidFill>
                <a:latin typeface="Times New Roman"/>
                <a:ea typeface="Times New Roman"/>
                <a:cs typeface="Times New Roman"/>
                <a:sym typeface="Times New Roman"/>
              </a:rPr>
              <a:t>Structural things </a:t>
            </a:r>
            <a:r>
              <a:rPr lang="en-US" sz="2400" dirty="0">
                <a:solidFill>
                  <a:schemeClr val="dk1"/>
                </a:solidFill>
                <a:latin typeface="Times New Roman"/>
                <a:ea typeface="Times New Roman"/>
                <a:cs typeface="Times New Roman"/>
                <a:sym typeface="Times New Roman"/>
              </a:rPr>
              <a:t>are the </a:t>
            </a:r>
            <a:r>
              <a:rPr lang="en-US" sz="2400" dirty="0">
                <a:solidFill>
                  <a:srgbClr val="C00000"/>
                </a:solidFill>
                <a:latin typeface="Times New Roman"/>
                <a:ea typeface="Times New Roman"/>
                <a:cs typeface="Times New Roman"/>
                <a:sym typeface="Times New Roman"/>
              </a:rPr>
              <a:t>nouns </a:t>
            </a:r>
            <a:r>
              <a:rPr lang="en-US" sz="2400" dirty="0">
                <a:solidFill>
                  <a:schemeClr val="dk1"/>
                </a:solidFill>
                <a:latin typeface="Times New Roman"/>
                <a:ea typeface="Times New Roman"/>
                <a:cs typeface="Times New Roman"/>
                <a:sym typeface="Times New Roman"/>
              </a:rPr>
              <a:t>of UML models. These are the  mostly </a:t>
            </a:r>
            <a:r>
              <a:rPr lang="en-US" sz="2400" dirty="0">
                <a:solidFill>
                  <a:srgbClr val="C00000"/>
                </a:solidFill>
                <a:latin typeface="Times New Roman"/>
                <a:ea typeface="Times New Roman"/>
                <a:cs typeface="Times New Roman"/>
                <a:sym typeface="Times New Roman"/>
              </a:rPr>
              <a:t>static parts</a:t>
            </a:r>
            <a:r>
              <a:rPr lang="en-US" sz="2400" dirty="0">
                <a:solidFill>
                  <a:schemeClr val="dk1"/>
                </a:solidFill>
                <a:latin typeface="Times New Roman"/>
                <a:ea typeface="Times New Roman"/>
                <a:cs typeface="Times New Roman"/>
                <a:sym typeface="Times New Roman"/>
              </a:rPr>
              <a:t> of a model, representing elements that are  either conceptual or physical. In all, there are seven kinds of  structural things.</a:t>
            </a:r>
            <a:endParaRPr dirty="0"/>
          </a:p>
          <a:p>
            <a:pPr marL="356870" marR="0" lvl="0" indent="-344805" algn="l" rtl="0">
              <a:spcBef>
                <a:spcPts val="580"/>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Classes</a:t>
            </a:r>
            <a:endParaRPr sz="2400" dirty="0">
              <a:solidFill>
                <a:schemeClr val="dk1"/>
              </a:solidFill>
              <a:latin typeface="Times New Roman"/>
              <a:ea typeface="Times New Roman"/>
              <a:cs typeface="Times New Roman"/>
              <a:sym typeface="Times New Roman"/>
            </a:endParaRPr>
          </a:p>
          <a:p>
            <a:pPr marL="356870" marR="0" lvl="0" indent="-344805" algn="l" rtl="0">
              <a:spcBef>
                <a:spcPts val="580"/>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Interface</a:t>
            </a:r>
            <a:endParaRPr sz="2400" dirty="0">
              <a:solidFill>
                <a:schemeClr val="dk1"/>
              </a:solidFill>
              <a:latin typeface="Times New Roman"/>
              <a:ea typeface="Times New Roman"/>
              <a:cs typeface="Times New Roman"/>
              <a:sym typeface="Times New Roman"/>
            </a:endParaRPr>
          </a:p>
          <a:p>
            <a:pPr marL="356870" marR="0" lvl="0" indent="-344805" algn="l" rtl="0">
              <a:spcBef>
                <a:spcPts val="575"/>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Collaborations</a:t>
            </a:r>
          </a:p>
          <a:p>
            <a:pPr marL="356870" marR="0" lvl="0" indent="-344805" algn="l" rtl="0">
              <a:spcBef>
                <a:spcPts val="575"/>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Use cases</a:t>
            </a:r>
            <a:endParaRPr sz="2400" dirty="0">
              <a:solidFill>
                <a:schemeClr val="dk1"/>
              </a:solidFill>
              <a:latin typeface="Times New Roman"/>
              <a:ea typeface="Times New Roman"/>
              <a:cs typeface="Times New Roman"/>
              <a:sym typeface="Times New Roman"/>
            </a:endParaRPr>
          </a:p>
          <a:p>
            <a:pPr marL="356870" marR="0" lvl="0" indent="-344805" algn="l" rtl="0">
              <a:spcBef>
                <a:spcPts val="575"/>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Active Classes</a:t>
            </a:r>
            <a:endParaRPr sz="2400" dirty="0">
              <a:solidFill>
                <a:schemeClr val="dk1"/>
              </a:solidFill>
              <a:latin typeface="Times New Roman"/>
              <a:ea typeface="Times New Roman"/>
              <a:cs typeface="Times New Roman"/>
              <a:sym typeface="Times New Roman"/>
            </a:endParaRPr>
          </a:p>
          <a:p>
            <a:pPr marL="356870" marR="0" lvl="0" indent="-344805" algn="l" rtl="0">
              <a:spcBef>
                <a:spcPts val="580"/>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Components</a:t>
            </a:r>
            <a:endParaRPr sz="2400" dirty="0">
              <a:solidFill>
                <a:schemeClr val="dk1"/>
              </a:solidFill>
              <a:latin typeface="Times New Roman"/>
              <a:ea typeface="Times New Roman"/>
              <a:cs typeface="Times New Roman"/>
              <a:sym typeface="Times New Roman"/>
            </a:endParaRPr>
          </a:p>
          <a:p>
            <a:pPr marL="356870" marR="0" lvl="0" indent="-344805" algn="l" rtl="0">
              <a:spcBef>
                <a:spcPts val="575"/>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Nodes</a:t>
            </a: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BD9EB83-3ECD-4E56-93A3-82881D1D82F0}"/>
                  </a:ext>
                </a:extLst>
              </p14:cNvPr>
              <p14:cNvContentPartPr/>
              <p14:nvPr/>
            </p14:nvContentPartPr>
            <p14:xfrm>
              <a:off x="1105560" y="2565720"/>
              <a:ext cx="416160" cy="2841840"/>
            </p14:xfrm>
          </p:contentPart>
        </mc:Choice>
        <mc:Fallback xmlns="">
          <p:pic>
            <p:nvPicPr>
              <p:cNvPr id="2" name="Ink 1">
                <a:extLst>
                  <a:ext uri="{FF2B5EF4-FFF2-40B4-BE49-F238E27FC236}">
                    <a16:creationId xmlns:a16="http://schemas.microsoft.com/office/drawing/2014/main" id="{8BD9EB83-3ECD-4E56-93A3-82881D1D82F0}"/>
                  </a:ext>
                </a:extLst>
              </p:cNvPr>
              <p:cNvPicPr/>
              <p:nvPr/>
            </p:nvPicPr>
            <p:blipFill>
              <a:blip r:embed="rId4"/>
              <a:stretch>
                <a:fillRect/>
              </a:stretch>
            </p:blipFill>
            <p:spPr>
              <a:xfrm>
                <a:off x="1096200" y="2556360"/>
                <a:ext cx="434880" cy="286056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7"/>
          <p:cNvSpPr txBox="1">
            <a:spLocks noGrp="1"/>
          </p:cNvSpPr>
          <p:nvPr>
            <p:ph type="title"/>
          </p:nvPr>
        </p:nvSpPr>
        <p:spPr>
          <a:xfrm>
            <a:off x="2946907" y="1033971"/>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a:t>Conceptual Model of the UML</a:t>
            </a:r>
            <a:endParaRPr sz="4400"/>
          </a:p>
        </p:txBody>
      </p:sp>
      <p:pic>
        <p:nvPicPr>
          <p:cNvPr id="449" name="Google Shape;449;p57"/>
          <p:cNvPicPr preferRelativeResize="0"/>
          <p:nvPr/>
        </p:nvPicPr>
        <p:blipFill rotWithShape="1">
          <a:blip r:embed="rId3">
            <a:alphaModFix/>
          </a:blip>
          <a:srcRect/>
          <a:stretch/>
        </p:blipFill>
        <p:spPr>
          <a:xfrm>
            <a:off x="8610600" y="2843607"/>
            <a:ext cx="1993918" cy="3240065"/>
          </a:xfrm>
          <a:prstGeom prst="rect">
            <a:avLst/>
          </a:prstGeom>
          <a:noFill/>
          <a:ln>
            <a:noFill/>
          </a:ln>
        </p:spPr>
      </p:pic>
      <p:sp>
        <p:nvSpPr>
          <p:cNvPr id="450" name="Google Shape;450;p57"/>
          <p:cNvSpPr txBox="1"/>
          <p:nvPr/>
        </p:nvSpPr>
        <p:spPr>
          <a:xfrm>
            <a:off x="685800" y="1600200"/>
            <a:ext cx="7696199" cy="4644205"/>
          </a:xfrm>
          <a:prstGeom prst="rect">
            <a:avLst/>
          </a:prstGeom>
          <a:noFill/>
          <a:ln>
            <a:noFill/>
          </a:ln>
        </p:spPr>
        <p:txBody>
          <a:bodyPr spcFirstLastPara="1" wrap="square" lIns="0" tIns="202550" rIns="0" bIns="0" anchor="t" anchorCtr="0">
            <a:spAutoFit/>
          </a:bodyPr>
          <a:lstStyle/>
          <a:p>
            <a:pPr marL="12700" marR="0" lvl="0" indent="0" algn="l" rtl="0">
              <a:spcBef>
                <a:spcPts val="1500"/>
              </a:spcBef>
              <a:spcAft>
                <a:spcPts val="0"/>
              </a:spcAft>
              <a:buNone/>
            </a:pPr>
            <a:r>
              <a:rPr lang="en-US" sz="2400" b="1" dirty="0">
                <a:solidFill>
                  <a:schemeClr val="dk1"/>
                </a:solidFill>
                <a:latin typeface="Times New Roman"/>
                <a:ea typeface="Times New Roman"/>
                <a:cs typeface="Times New Roman"/>
                <a:sym typeface="Times New Roman"/>
              </a:rPr>
              <a:t>Classes:</a:t>
            </a:r>
            <a:endParaRPr sz="2400" b="1" dirty="0">
              <a:solidFill>
                <a:schemeClr val="dk1"/>
              </a:solidFill>
              <a:latin typeface="Times New Roman"/>
              <a:ea typeface="Times New Roman"/>
              <a:cs typeface="Times New Roman"/>
              <a:sym typeface="Times New Roman"/>
            </a:endParaRPr>
          </a:p>
          <a:p>
            <a:pPr marL="355600" marR="1877695" lvl="0" indent="-342900" algn="just" rtl="0">
              <a:lnSpc>
                <a:spcPct val="150000"/>
              </a:lnSpc>
              <a:spcBef>
                <a:spcPts val="0"/>
              </a:spcBef>
              <a:spcAft>
                <a:spcPts val="0"/>
              </a:spcAft>
              <a:buFontTx/>
              <a:buChar char="-"/>
            </a:pPr>
            <a:r>
              <a:rPr lang="en-US" sz="2400" dirty="0">
                <a:solidFill>
                  <a:schemeClr val="dk1"/>
                </a:solidFill>
                <a:latin typeface="Times New Roman"/>
                <a:ea typeface="Times New Roman"/>
                <a:cs typeface="Times New Roman"/>
                <a:sym typeface="Times New Roman"/>
              </a:rPr>
              <a:t>A </a:t>
            </a:r>
            <a:r>
              <a:rPr lang="en-US" sz="2400" i="1" dirty="0">
                <a:solidFill>
                  <a:schemeClr val="dk1"/>
                </a:solidFill>
                <a:latin typeface="Times New Roman"/>
                <a:ea typeface="Times New Roman"/>
                <a:cs typeface="Times New Roman"/>
                <a:sym typeface="Times New Roman"/>
              </a:rPr>
              <a:t>class </a:t>
            </a:r>
            <a:r>
              <a:rPr lang="en-US" sz="2400" dirty="0">
                <a:solidFill>
                  <a:schemeClr val="dk1"/>
                </a:solidFill>
                <a:latin typeface="Times New Roman"/>
                <a:ea typeface="Times New Roman"/>
                <a:cs typeface="Times New Roman"/>
                <a:sym typeface="Times New Roman"/>
              </a:rPr>
              <a:t>is a description of a set of objects that share the same attributes, operations,  relationships,  and semantics.</a:t>
            </a:r>
          </a:p>
          <a:p>
            <a:pPr marL="355600" marR="1877695" lvl="0" indent="-342900" algn="just" rtl="0">
              <a:lnSpc>
                <a:spcPct val="150000"/>
              </a:lnSpc>
              <a:spcBef>
                <a:spcPts val="0"/>
              </a:spcBef>
              <a:spcAft>
                <a:spcPts val="0"/>
              </a:spcAft>
              <a:buFontTx/>
              <a:buChar char="-"/>
            </a:pPr>
            <a:r>
              <a:rPr lang="en-US" sz="2400" dirty="0">
                <a:solidFill>
                  <a:schemeClr val="dk1"/>
                </a:solidFill>
                <a:latin typeface="Times New Roman"/>
                <a:ea typeface="Times New Roman"/>
                <a:cs typeface="Times New Roman"/>
                <a:sym typeface="Times New Roman"/>
              </a:rPr>
              <a:t> A class implements one or more  interfaces. </a:t>
            </a:r>
          </a:p>
          <a:p>
            <a:pPr marL="355600" marR="1877695" lvl="0" indent="-342900" algn="just" rtl="0">
              <a:lnSpc>
                <a:spcPct val="150000"/>
              </a:lnSpc>
              <a:spcBef>
                <a:spcPts val="0"/>
              </a:spcBef>
              <a:spcAft>
                <a:spcPts val="0"/>
              </a:spcAft>
              <a:buFontTx/>
              <a:buChar char="-"/>
            </a:pPr>
            <a:r>
              <a:rPr lang="en-US" sz="2400" dirty="0">
                <a:solidFill>
                  <a:schemeClr val="dk1"/>
                </a:solidFill>
                <a:latin typeface="Times New Roman"/>
                <a:ea typeface="Times New Roman"/>
                <a:cs typeface="Times New Roman"/>
                <a:sym typeface="Times New Roman"/>
              </a:rPr>
              <a:t>Graphically, a class is rendered as a  rectangle, usually including its name, attributes,  and operations</a:t>
            </a:r>
            <a:endParaRPr sz="2400" dirty="0">
              <a:solidFill>
                <a:schemeClr val="dk1"/>
              </a:solidFill>
              <a:latin typeface="Times New Roman"/>
              <a:ea typeface="Times New Roman"/>
              <a:cs typeface="Times New Roman"/>
              <a:sym typeface="Times New Roman"/>
            </a:endParaRPr>
          </a:p>
        </p:txBody>
      </p:sp>
      <p:sp>
        <p:nvSpPr>
          <p:cNvPr id="451" name="Google Shape;451;p57"/>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12</a:t>
            </a:fld>
            <a:endParaRPr sz="1200">
              <a:solidFill>
                <a:schemeClr val="dk1"/>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4C9A4585-9E37-D5B1-4016-6889E83B606F}"/>
              </a:ext>
            </a:extLst>
          </p:cNvPr>
          <p:cNvSpPr txBox="1"/>
          <p:nvPr/>
        </p:nvSpPr>
        <p:spPr>
          <a:xfrm>
            <a:off x="4290842" y="6078948"/>
            <a:ext cx="6096000" cy="369332"/>
          </a:xfrm>
          <a:prstGeom prst="rect">
            <a:avLst/>
          </a:prstGeom>
          <a:noFill/>
        </p:spPr>
        <p:txBody>
          <a:bodyPr wrap="square">
            <a:spAutoFit/>
          </a:bodyPr>
          <a:lstStyle/>
          <a:p>
            <a:pPr marL="0" marR="5080" lvl="0" indent="0" algn="r" rtl="0">
              <a:spcBef>
                <a:spcPts val="0"/>
              </a:spcBef>
              <a:spcAft>
                <a:spcPts val="0"/>
              </a:spcAft>
              <a:buNone/>
            </a:pPr>
            <a:r>
              <a:rPr lang="en-US" sz="1800" b="1" dirty="0">
                <a:solidFill>
                  <a:schemeClr val="dk1"/>
                </a:solidFill>
                <a:latin typeface="Times New Roman"/>
                <a:ea typeface="Times New Roman"/>
                <a:cs typeface="Times New Roman"/>
                <a:sym typeface="Times New Roman"/>
              </a:rPr>
              <a:t>Figure : Classes</a:t>
            </a:r>
            <a:endParaRPr lang="en-US" sz="1800" dirty="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51E99DB-A92A-4427-951F-21EE96132090}"/>
                  </a:ext>
                </a:extLst>
              </p14:cNvPr>
              <p14:cNvContentPartPr/>
              <p14:nvPr/>
            </p14:nvContentPartPr>
            <p14:xfrm>
              <a:off x="1427040" y="2835360"/>
              <a:ext cx="6945120" cy="3437280"/>
            </p14:xfrm>
          </p:contentPart>
        </mc:Choice>
        <mc:Fallback xmlns="">
          <p:pic>
            <p:nvPicPr>
              <p:cNvPr id="2" name="Ink 1">
                <a:extLst>
                  <a:ext uri="{FF2B5EF4-FFF2-40B4-BE49-F238E27FC236}">
                    <a16:creationId xmlns:a16="http://schemas.microsoft.com/office/drawing/2014/main" id="{051E99DB-A92A-4427-951F-21EE96132090}"/>
                  </a:ext>
                </a:extLst>
              </p:cNvPr>
              <p:cNvPicPr/>
              <p:nvPr/>
            </p:nvPicPr>
            <p:blipFill>
              <a:blip r:embed="rId5"/>
              <a:stretch>
                <a:fillRect/>
              </a:stretch>
            </p:blipFill>
            <p:spPr>
              <a:xfrm>
                <a:off x="1417680" y="2826000"/>
                <a:ext cx="6963840" cy="345600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8"/>
          <p:cNvSpPr txBox="1">
            <a:spLocks noGrp="1"/>
          </p:cNvSpPr>
          <p:nvPr>
            <p:ph type="title"/>
          </p:nvPr>
        </p:nvSpPr>
        <p:spPr>
          <a:xfrm>
            <a:off x="2597751" y="302590"/>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dirty="0"/>
              <a:t>Conceptual Model of the UML</a:t>
            </a:r>
            <a:endParaRPr sz="4400" dirty="0"/>
          </a:p>
        </p:txBody>
      </p:sp>
      <p:sp>
        <p:nvSpPr>
          <p:cNvPr id="457" name="Google Shape;457;p58"/>
          <p:cNvSpPr txBox="1"/>
          <p:nvPr/>
        </p:nvSpPr>
        <p:spPr>
          <a:xfrm>
            <a:off x="418407" y="1775792"/>
            <a:ext cx="11460480" cy="2782813"/>
          </a:xfrm>
          <a:prstGeom prst="rect">
            <a:avLst/>
          </a:prstGeom>
          <a:noFill/>
          <a:ln>
            <a:noFill/>
          </a:ln>
        </p:spPr>
        <p:txBody>
          <a:bodyPr spcFirstLastPara="1" wrap="square" lIns="0" tIns="12700" rIns="0" bIns="0" anchor="t" anchorCtr="0">
            <a:spAutoFit/>
          </a:bodyPr>
          <a:lstStyle/>
          <a:p>
            <a:pPr marL="354965" marR="5080" lvl="0" indent="-342900" algn="just" rtl="0">
              <a:lnSpc>
                <a:spcPct val="150000"/>
              </a:lnSpc>
              <a:spcBef>
                <a:spcPts val="0"/>
              </a:spcBef>
              <a:spcAft>
                <a:spcPts val="0"/>
              </a:spcAft>
              <a:buFontTx/>
              <a:buChar char="-"/>
            </a:pPr>
            <a:r>
              <a:rPr lang="en-US" sz="2400" dirty="0">
                <a:solidFill>
                  <a:schemeClr val="dk1"/>
                </a:solidFill>
                <a:latin typeface="Times New Roman"/>
                <a:ea typeface="Times New Roman"/>
                <a:cs typeface="Times New Roman"/>
                <a:sym typeface="Times New Roman"/>
              </a:rPr>
              <a:t>An </a:t>
            </a:r>
            <a:r>
              <a:rPr lang="en-US" sz="2400" i="1" dirty="0">
                <a:solidFill>
                  <a:schemeClr val="dk1"/>
                </a:solidFill>
                <a:latin typeface="Times New Roman"/>
                <a:ea typeface="Times New Roman"/>
                <a:cs typeface="Times New Roman"/>
                <a:sym typeface="Times New Roman"/>
              </a:rPr>
              <a:t>interface </a:t>
            </a:r>
            <a:r>
              <a:rPr lang="en-US" sz="2400" dirty="0">
                <a:solidFill>
                  <a:schemeClr val="dk1"/>
                </a:solidFill>
                <a:latin typeface="Times New Roman"/>
                <a:ea typeface="Times New Roman"/>
                <a:cs typeface="Times New Roman"/>
                <a:sym typeface="Times New Roman"/>
              </a:rPr>
              <a:t>is a collection of operations that specify a service of a class or component. </a:t>
            </a:r>
          </a:p>
          <a:p>
            <a:pPr marL="354965" marR="5080" lvl="0" indent="-342900" algn="just">
              <a:lnSpc>
                <a:spcPct val="150000"/>
              </a:lnSpc>
              <a:spcBef>
                <a:spcPts val="0"/>
              </a:spcBef>
              <a:spcAft>
                <a:spcPts val="0"/>
              </a:spcAft>
              <a:buFontTx/>
              <a:buChar char="-"/>
            </a:pPr>
            <a:r>
              <a:rPr lang="en-US" sz="2400" dirty="0">
                <a:solidFill>
                  <a:schemeClr val="dk1"/>
                </a:solidFill>
                <a:latin typeface="Times New Roman"/>
                <a:cs typeface="Times New Roman"/>
              </a:rPr>
              <a:t>It specifies </a:t>
            </a:r>
            <a:r>
              <a:rPr lang="en-US" sz="2400" dirty="0">
                <a:solidFill>
                  <a:srgbClr val="C00000"/>
                </a:solidFill>
                <a:latin typeface="Times New Roman"/>
                <a:cs typeface="Times New Roman"/>
              </a:rPr>
              <a:t>what operations a class should perform</a:t>
            </a:r>
            <a:r>
              <a:rPr lang="en-US" sz="2400" dirty="0">
                <a:solidFill>
                  <a:schemeClr val="dk1"/>
                </a:solidFill>
                <a:latin typeface="Times New Roman"/>
                <a:cs typeface="Times New Roman"/>
              </a:rPr>
              <a:t>, but not how to perform them. </a:t>
            </a:r>
          </a:p>
          <a:p>
            <a:pPr marL="354965" marR="5080" lvl="0" indent="-342900" algn="just">
              <a:lnSpc>
                <a:spcPct val="150000"/>
              </a:lnSpc>
              <a:spcBef>
                <a:spcPts val="0"/>
              </a:spcBef>
              <a:spcAft>
                <a:spcPts val="0"/>
              </a:spcAft>
              <a:buFontTx/>
              <a:buChar char="-"/>
            </a:pPr>
            <a:r>
              <a:rPr lang="en-US" sz="2400" dirty="0">
                <a:solidFill>
                  <a:schemeClr val="dk1"/>
                </a:solidFill>
                <a:latin typeface="Times New Roman"/>
                <a:cs typeface="Times New Roman"/>
              </a:rPr>
              <a:t>If many classes follow the same interface, they all will have the same method names.</a:t>
            </a:r>
          </a:p>
          <a:p>
            <a:pPr marL="354965" marR="5080" lvl="0" indent="-342900" algn="just">
              <a:lnSpc>
                <a:spcPct val="150000"/>
              </a:lnSpc>
              <a:spcBef>
                <a:spcPts val="0"/>
              </a:spcBef>
              <a:spcAft>
                <a:spcPts val="0"/>
              </a:spcAft>
              <a:buFontTx/>
              <a:buChar char="-"/>
            </a:pPr>
            <a:r>
              <a:rPr lang="en-US" sz="2400" dirty="0">
                <a:solidFill>
                  <a:schemeClr val="dk1"/>
                </a:solidFill>
                <a:latin typeface="Times New Roman"/>
                <a:cs typeface="Times New Roman"/>
              </a:rPr>
              <a:t>An interface by itself cannot work. A class must implement (realize) it.</a:t>
            </a:r>
          </a:p>
          <a:p>
            <a:pPr marL="354965" marR="5080" lvl="0" indent="-342900" algn="just" rtl="0">
              <a:lnSpc>
                <a:spcPct val="150000"/>
              </a:lnSpc>
              <a:spcBef>
                <a:spcPts val="0"/>
              </a:spcBef>
              <a:spcAft>
                <a:spcPts val="0"/>
              </a:spcAft>
              <a:buFontTx/>
              <a:buChar char="-"/>
            </a:pPr>
            <a:endParaRPr sz="2400" dirty="0">
              <a:solidFill>
                <a:schemeClr val="dk1"/>
              </a:solidFill>
              <a:latin typeface="Times New Roman"/>
              <a:ea typeface="Times New Roman"/>
              <a:cs typeface="Times New Roman"/>
              <a:sym typeface="Times New Roman"/>
            </a:endParaRPr>
          </a:p>
        </p:txBody>
      </p:sp>
      <p:sp>
        <p:nvSpPr>
          <p:cNvPr id="458" name="Google Shape;458;p58"/>
          <p:cNvSpPr txBox="1"/>
          <p:nvPr/>
        </p:nvSpPr>
        <p:spPr>
          <a:xfrm>
            <a:off x="418407" y="1293203"/>
            <a:ext cx="1877908" cy="382156"/>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2400" b="1" dirty="0">
                <a:solidFill>
                  <a:schemeClr val="dk1"/>
                </a:solidFill>
                <a:latin typeface="Times New Roman"/>
                <a:ea typeface="Times New Roman"/>
                <a:cs typeface="Times New Roman"/>
                <a:sym typeface="Times New Roman"/>
              </a:rPr>
              <a:t>Interface</a:t>
            </a:r>
            <a:endParaRPr sz="2400" b="1" dirty="0">
              <a:solidFill>
                <a:schemeClr val="dk1"/>
              </a:solidFill>
              <a:latin typeface="Times New Roman"/>
              <a:ea typeface="Times New Roman"/>
              <a:cs typeface="Times New Roman"/>
              <a:sym typeface="Times New Roman"/>
            </a:endParaRPr>
          </a:p>
        </p:txBody>
      </p:sp>
      <p:pic>
        <p:nvPicPr>
          <p:cNvPr id="459" name="Google Shape;459;p58"/>
          <p:cNvPicPr preferRelativeResize="0"/>
          <p:nvPr/>
        </p:nvPicPr>
        <p:blipFill rotWithShape="1">
          <a:blip r:embed="rId3">
            <a:alphaModFix/>
          </a:blip>
          <a:srcRect/>
          <a:stretch/>
        </p:blipFill>
        <p:spPr>
          <a:xfrm>
            <a:off x="5550899" y="5059274"/>
            <a:ext cx="906487" cy="841345"/>
          </a:xfrm>
          <a:prstGeom prst="rect">
            <a:avLst/>
          </a:prstGeom>
          <a:noFill/>
          <a:ln>
            <a:noFill/>
          </a:ln>
        </p:spPr>
      </p:pic>
      <p:sp>
        <p:nvSpPr>
          <p:cNvPr id="460" name="Google Shape;460;p58"/>
          <p:cNvSpPr txBox="1"/>
          <p:nvPr/>
        </p:nvSpPr>
        <p:spPr>
          <a:xfrm>
            <a:off x="5264092" y="6020325"/>
            <a:ext cx="1769110" cy="300355"/>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Figure :Interfaces</a:t>
            </a:r>
            <a:endParaRPr sz="1800" dirty="0">
              <a:solidFill>
                <a:schemeClr val="dk1"/>
              </a:solidFill>
              <a:latin typeface="Times New Roman"/>
              <a:ea typeface="Times New Roman"/>
              <a:cs typeface="Times New Roman"/>
              <a:sym typeface="Times New Roman"/>
            </a:endParaRPr>
          </a:p>
        </p:txBody>
      </p:sp>
      <p:sp>
        <p:nvSpPr>
          <p:cNvPr id="461" name="Google Shape;461;p58"/>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13</a:t>
            </a:fld>
            <a:endParaRPr sz="120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EB3BFA0-9FB4-488D-8E3E-8D60618ED783}"/>
                  </a:ext>
                </a:extLst>
              </p14:cNvPr>
              <p14:cNvContentPartPr/>
              <p14:nvPr/>
            </p14:nvContentPartPr>
            <p14:xfrm>
              <a:off x="938520" y="2278080"/>
              <a:ext cx="8754840" cy="3904200"/>
            </p14:xfrm>
          </p:contentPart>
        </mc:Choice>
        <mc:Fallback xmlns="">
          <p:pic>
            <p:nvPicPr>
              <p:cNvPr id="2" name="Ink 1">
                <a:extLst>
                  <a:ext uri="{FF2B5EF4-FFF2-40B4-BE49-F238E27FC236}">
                    <a16:creationId xmlns:a16="http://schemas.microsoft.com/office/drawing/2014/main" id="{2EB3BFA0-9FB4-488D-8E3E-8D60618ED783}"/>
                  </a:ext>
                </a:extLst>
              </p:cNvPr>
              <p:cNvPicPr/>
              <p:nvPr/>
            </p:nvPicPr>
            <p:blipFill>
              <a:blip r:embed="rId5"/>
              <a:stretch>
                <a:fillRect/>
              </a:stretch>
            </p:blipFill>
            <p:spPr>
              <a:xfrm>
                <a:off x="929160" y="2268720"/>
                <a:ext cx="8773560" cy="392292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59"/>
          <p:cNvSpPr txBox="1">
            <a:spLocks noGrp="1"/>
          </p:cNvSpPr>
          <p:nvPr>
            <p:ph type="title"/>
          </p:nvPr>
        </p:nvSpPr>
        <p:spPr>
          <a:xfrm>
            <a:off x="2514600" y="263045"/>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dirty="0"/>
              <a:t>Conceptual Model of the UML</a:t>
            </a:r>
            <a:endParaRPr sz="4400" dirty="0"/>
          </a:p>
        </p:txBody>
      </p:sp>
      <p:sp>
        <p:nvSpPr>
          <p:cNvPr id="467" name="Google Shape;467;p59"/>
          <p:cNvSpPr txBox="1"/>
          <p:nvPr/>
        </p:nvSpPr>
        <p:spPr>
          <a:xfrm>
            <a:off x="602672" y="872884"/>
            <a:ext cx="8258695" cy="7186711"/>
          </a:xfrm>
          <a:prstGeom prst="rect">
            <a:avLst/>
          </a:prstGeom>
          <a:noFill/>
          <a:ln>
            <a:noFill/>
          </a:ln>
        </p:spPr>
        <p:txBody>
          <a:bodyPr spcFirstLastPara="1" wrap="square" lIns="0" tIns="111125" rIns="0" bIns="0" anchor="t" anchorCtr="0">
            <a:spAutoFit/>
          </a:bodyPr>
          <a:lstStyle/>
          <a:p>
            <a:pPr marL="356870" marR="0" lvl="0" indent="-344805" algn="l" rtl="0">
              <a:spcBef>
                <a:spcPts val="0"/>
              </a:spcBef>
              <a:spcAft>
                <a:spcPts val="0"/>
              </a:spcAft>
              <a:buClr>
                <a:schemeClr val="dk1"/>
              </a:buClr>
              <a:buSzPts val="3200"/>
              <a:buFont typeface="Arial"/>
              <a:buChar char="•"/>
            </a:pPr>
            <a:r>
              <a:rPr lang="en-US" sz="3200" dirty="0">
                <a:solidFill>
                  <a:schemeClr val="dk1"/>
                </a:solidFill>
                <a:latin typeface="Calibri"/>
                <a:ea typeface="Calibri"/>
                <a:cs typeface="Calibri"/>
                <a:sym typeface="Calibri"/>
              </a:rPr>
              <a:t>Collaborations</a:t>
            </a:r>
            <a:endParaRPr sz="3200" dirty="0">
              <a:solidFill>
                <a:schemeClr val="dk1"/>
              </a:solidFill>
              <a:latin typeface="Calibri"/>
              <a:ea typeface="Calibri"/>
              <a:cs typeface="Calibri"/>
              <a:sym typeface="Calibri"/>
            </a:endParaRPr>
          </a:p>
          <a:p>
            <a:pPr marL="354965" marR="20320" lvl="0" indent="-342900" algn="l" rtl="0">
              <a:lnSpc>
                <a:spcPct val="108400"/>
              </a:lnSpc>
              <a:spcBef>
                <a:spcPts val="1985"/>
              </a:spcBef>
              <a:spcAft>
                <a:spcPts val="0"/>
              </a:spcAft>
              <a:buFont typeface="Arial" panose="020B0604020202020204" pitchFamily="34" charset="0"/>
              <a:buChar char="•"/>
            </a:pPr>
            <a:r>
              <a:rPr lang="en-US" sz="2400" i="1" dirty="0">
                <a:solidFill>
                  <a:schemeClr val="dk1"/>
                </a:solidFill>
                <a:latin typeface="Calibri"/>
                <a:ea typeface="Calibri"/>
                <a:cs typeface="Calibri"/>
                <a:sym typeface="Calibri"/>
              </a:rPr>
              <a:t>A collaboration </a:t>
            </a:r>
            <a:r>
              <a:rPr lang="en-US" sz="2400" dirty="0">
                <a:solidFill>
                  <a:schemeClr val="dk1"/>
                </a:solidFill>
                <a:latin typeface="Calibri"/>
                <a:ea typeface="Calibri"/>
                <a:cs typeface="Calibri"/>
                <a:sym typeface="Calibri"/>
              </a:rPr>
              <a:t>defines an interaction. </a:t>
            </a:r>
          </a:p>
          <a:p>
            <a:pPr marL="354965" marR="20320" lvl="0" indent="-342900" algn="l" rtl="0">
              <a:lnSpc>
                <a:spcPct val="108400"/>
              </a:lnSpc>
              <a:spcBef>
                <a:spcPts val="1985"/>
              </a:spcBef>
              <a:spcAft>
                <a:spcPts val="0"/>
              </a:spcAft>
              <a:buFont typeface="Arial" panose="020B0604020202020204" pitchFamily="34" charset="0"/>
              <a:buChar char="•"/>
            </a:pPr>
            <a:r>
              <a:rPr lang="en-US" sz="2400" dirty="0">
                <a:solidFill>
                  <a:schemeClr val="dk1"/>
                </a:solidFill>
                <a:latin typeface="Calibri"/>
                <a:ea typeface="Calibri"/>
                <a:cs typeface="Calibri"/>
                <a:sym typeface="Calibri"/>
              </a:rPr>
              <a:t>These  collaborations therefore represent the implementation of  patterns that make up a system.</a:t>
            </a:r>
          </a:p>
          <a:p>
            <a:pPr marL="354965" marR="20320" lvl="0" indent="-342900" algn="l" rtl="0">
              <a:lnSpc>
                <a:spcPct val="108400"/>
              </a:lnSpc>
              <a:spcBef>
                <a:spcPts val="1985"/>
              </a:spcBef>
              <a:spcAft>
                <a:spcPts val="0"/>
              </a:spcAft>
              <a:buFont typeface="Arial" panose="020B0604020202020204" pitchFamily="34" charset="0"/>
              <a:buChar char="•"/>
            </a:pPr>
            <a:r>
              <a:rPr lang="en-US" sz="2400" dirty="0">
                <a:solidFill>
                  <a:schemeClr val="dk1"/>
                </a:solidFill>
                <a:latin typeface="Calibri"/>
                <a:ea typeface="Calibri"/>
                <a:cs typeface="Calibri"/>
                <a:sym typeface="Calibri"/>
              </a:rPr>
              <a:t>Graphically, a collaboration is rendered as an ellipse with dashed lines, usually including  only its name.</a:t>
            </a:r>
          </a:p>
          <a:p>
            <a:pPr marL="12065" marR="20320" lvl="0">
              <a:lnSpc>
                <a:spcPct val="108400"/>
              </a:lnSpc>
              <a:spcBef>
                <a:spcPts val="1985"/>
              </a:spcBef>
              <a:spcAft>
                <a:spcPts val="0"/>
              </a:spcAft>
            </a:pPr>
            <a:r>
              <a:rPr lang="en-US" sz="2400" dirty="0" err="1">
                <a:solidFill>
                  <a:schemeClr val="dk1"/>
                </a:solidFill>
                <a:latin typeface="Calibri"/>
                <a:ea typeface="Calibri"/>
                <a:cs typeface="Calibri"/>
                <a:sym typeface="Calibri"/>
              </a:rPr>
              <a:t>Eg.</a:t>
            </a:r>
            <a:r>
              <a:rPr lang="en-US" sz="2400" dirty="0">
                <a:solidFill>
                  <a:schemeClr val="dk1"/>
                </a:solidFill>
                <a:latin typeface="Calibri"/>
                <a:ea typeface="Calibri"/>
                <a:cs typeface="Calibri"/>
                <a:sym typeface="Calibri"/>
              </a:rPr>
              <a:t> if you have a </a:t>
            </a:r>
            <a:r>
              <a:rPr lang="en-US" sz="2400" b="1" dirty="0">
                <a:solidFill>
                  <a:schemeClr val="dk1"/>
                </a:solidFill>
                <a:latin typeface="Calibri"/>
                <a:ea typeface="Calibri"/>
                <a:cs typeface="Calibri"/>
                <a:sym typeface="Calibri"/>
              </a:rPr>
              <a:t>User</a:t>
            </a:r>
            <a:r>
              <a:rPr lang="en-US" sz="2400" dirty="0">
                <a:solidFill>
                  <a:schemeClr val="dk1"/>
                </a:solidFill>
                <a:latin typeface="Calibri"/>
                <a:ea typeface="Calibri"/>
                <a:cs typeface="Calibri"/>
                <a:sym typeface="Calibri"/>
              </a:rPr>
              <a:t> class and an </a:t>
            </a:r>
            <a:r>
              <a:rPr lang="en-US" sz="2400" b="1" dirty="0">
                <a:solidFill>
                  <a:schemeClr val="dk1"/>
                </a:solidFill>
                <a:latin typeface="Calibri"/>
                <a:ea typeface="Calibri"/>
                <a:cs typeface="Calibri"/>
                <a:sym typeface="Calibri"/>
              </a:rPr>
              <a:t>Authentication</a:t>
            </a:r>
            <a:r>
              <a:rPr lang="en-US" sz="2400" dirty="0">
                <a:solidFill>
                  <a:schemeClr val="dk1"/>
                </a:solidFill>
                <a:latin typeface="Calibri"/>
                <a:ea typeface="Calibri"/>
                <a:cs typeface="Calibri"/>
                <a:sym typeface="Calibri"/>
              </a:rPr>
              <a:t> class, the User might call methods from the Authentication class (like </a:t>
            </a:r>
            <a:r>
              <a:rPr lang="en-US" sz="2400" i="1" dirty="0">
                <a:solidFill>
                  <a:schemeClr val="dk1"/>
                </a:solidFill>
                <a:latin typeface="Calibri"/>
                <a:ea typeface="Calibri"/>
                <a:cs typeface="Calibri"/>
                <a:sym typeface="Calibri"/>
              </a:rPr>
              <a:t>authenticate()</a:t>
            </a:r>
            <a:r>
              <a:rPr lang="en-US" sz="2400" dirty="0">
                <a:solidFill>
                  <a:schemeClr val="dk1"/>
                </a:solidFill>
                <a:latin typeface="Calibri"/>
                <a:ea typeface="Calibri"/>
                <a:cs typeface="Calibri"/>
                <a:sym typeface="Calibri"/>
              </a:rPr>
              <a:t>) to log in. </a:t>
            </a:r>
          </a:p>
          <a:p>
            <a:pPr marL="12065" marR="20320" lvl="0">
              <a:lnSpc>
                <a:spcPct val="108400"/>
              </a:lnSpc>
              <a:spcBef>
                <a:spcPts val="1985"/>
              </a:spcBef>
              <a:spcAft>
                <a:spcPts val="0"/>
              </a:spcAft>
            </a:pPr>
            <a:r>
              <a:rPr lang="en-US" sz="2400" dirty="0">
                <a:solidFill>
                  <a:schemeClr val="dk1"/>
                </a:solidFill>
                <a:latin typeface="Calibri"/>
                <a:ea typeface="Calibri"/>
                <a:cs typeface="Calibri"/>
                <a:sym typeface="Calibri"/>
              </a:rPr>
              <a:t>They collaborate by exchanging data and invoking each other's operations to complete the login process.</a:t>
            </a:r>
          </a:p>
          <a:p>
            <a:pPr marL="12065" marR="20320" lvl="0" indent="0" algn="l" rtl="0">
              <a:lnSpc>
                <a:spcPct val="108400"/>
              </a:lnSpc>
              <a:spcBef>
                <a:spcPts val="1985"/>
              </a:spcBef>
              <a:spcAft>
                <a:spcPts val="0"/>
              </a:spcAft>
              <a:buNone/>
            </a:pPr>
            <a:endParaRPr lang="en-US" sz="2400" dirty="0">
              <a:solidFill>
                <a:schemeClr val="dk1"/>
              </a:solidFill>
              <a:latin typeface="Calibri"/>
              <a:ea typeface="Calibri"/>
              <a:cs typeface="Calibri"/>
              <a:sym typeface="Calibri"/>
            </a:endParaRPr>
          </a:p>
          <a:p>
            <a:pPr marL="12065" marR="20320" lvl="0" indent="0" algn="l" rtl="0">
              <a:lnSpc>
                <a:spcPct val="108400"/>
              </a:lnSpc>
              <a:spcBef>
                <a:spcPts val="1985"/>
              </a:spcBef>
              <a:spcAft>
                <a:spcPts val="0"/>
              </a:spcAft>
              <a:buNone/>
            </a:pPr>
            <a:endParaRPr sz="2400" dirty="0">
              <a:solidFill>
                <a:schemeClr val="dk1"/>
              </a:solidFill>
              <a:latin typeface="Calibri"/>
              <a:ea typeface="Calibri"/>
              <a:cs typeface="Calibri"/>
              <a:sym typeface="Calibri"/>
            </a:endParaRPr>
          </a:p>
        </p:txBody>
      </p:sp>
      <p:sp>
        <p:nvSpPr>
          <p:cNvPr id="468" name="Google Shape;468;p59"/>
          <p:cNvSpPr txBox="1"/>
          <p:nvPr/>
        </p:nvSpPr>
        <p:spPr>
          <a:xfrm>
            <a:off x="9151730" y="4922137"/>
            <a:ext cx="2918349" cy="289823"/>
          </a:xfrm>
          <a:prstGeom prst="rect">
            <a:avLst/>
          </a:prstGeom>
          <a:noFill/>
          <a:ln>
            <a:noFill/>
          </a:ln>
        </p:spPr>
        <p:txBody>
          <a:bodyPr spcFirstLastPara="1" wrap="square" lIns="0" tIns="12700" rIns="0" bIns="0" anchor="t" anchorCtr="0">
            <a:spAutoFit/>
          </a:bodyPr>
          <a:lstStyle/>
          <a:p>
            <a:pPr marL="12700" marR="0" lvl="0" indent="0" algn="ctr" rtl="0">
              <a:spcBef>
                <a:spcPts val="0"/>
              </a:spcBef>
              <a:spcAft>
                <a:spcPts val="0"/>
              </a:spcAft>
              <a:buNone/>
            </a:pPr>
            <a:r>
              <a:rPr lang="en-US" sz="1800" b="1" dirty="0">
                <a:solidFill>
                  <a:schemeClr val="dk1"/>
                </a:solidFill>
                <a:latin typeface="Times New Roman"/>
                <a:ea typeface="Times New Roman"/>
                <a:cs typeface="Times New Roman"/>
                <a:sym typeface="Times New Roman"/>
              </a:rPr>
              <a:t>Figure:</a:t>
            </a:r>
            <a:r>
              <a:rPr lang="en-US" dirty="0">
                <a:solidFill>
                  <a:schemeClr val="dk1"/>
                </a:solidFill>
                <a:latin typeface="Times New Roman"/>
                <a:ea typeface="Times New Roman"/>
                <a:cs typeface="Times New Roman"/>
                <a:sym typeface="Times New Roman"/>
              </a:rPr>
              <a:t> </a:t>
            </a:r>
            <a:r>
              <a:rPr lang="en-US" sz="1800" b="1" dirty="0">
                <a:solidFill>
                  <a:schemeClr val="dk1"/>
                </a:solidFill>
                <a:latin typeface="Times New Roman"/>
                <a:ea typeface="Times New Roman"/>
                <a:cs typeface="Times New Roman"/>
                <a:sym typeface="Times New Roman"/>
              </a:rPr>
              <a:t>Collaborations</a:t>
            </a:r>
            <a:endParaRPr sz="1800" dirty="0">
              <a:solidFill>
                <a:schemeClr val="dk1"/>
              </a:solidFill>
              <a:latin typeface="Times New Roman"/>
              <a:ea typeface="Times New Roman"/>
              <a:cs typeface="Times New Roman"/>
              <a:sym typeface="Times New Roman"/>
            </a:endParaRPr>
          </a:p>
        </p:txBody>
      </p:sp>
      <p:pic>
        <p:nvPicPr>
          <p:cNvPr id="469" name="Google Shape;469;p59"/>
          <p:cNvPicPr preferRelativeResize="0"/>
          <p:nvPr/>
        </p:nvPicPr>
        <p:blipFill rotWithShape="1">
          <a:blip r:embed="rId3">
            <a:alphaModFix/>
          </a:blip>
          <a:srcRect/>
          <a:stretch/>
        </p:blipFill>
        <p:spPr>
          <a:xfrm>
            <a:off x="9239935" y="3505200"/>
            <a:ext cx="2266265" cy="1230240"/>
          </a:xfrm>
          <a:prstGeom prst="rect">
            <a:avLst/>
          </a:prstGeom>
          <a:noFill/>
          <a:ln>
            <a:noFill/>
          </a:ln>
        </p:spPr>
      </p:pic>
      <p:sp>
        <p:nvSpPr>
          <p:cNvPr id="470" name="Google Shape;470;p59"/>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14</a:t>
            </a:fld>
            <a:endParaRPr sz="1200">
              <a:solidFill>
                <a:schemeClr val="dk1"/>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68A20A39-D0C2-45ED-BD99-3855211E82DE}"/>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DDAAE882-72EA-4579-A006-0E477F41988E}"/>
                  </a:ext>
                </a:extLst>
              </p14:cNvPr>
              <p14:cNvContentPartPr/>
              <p14:nvPr/>
            </p14:nvContentPartPr>
            <p14:xfrm>
              <a:off x="548280" y="3776400"/>
              <a:ext cx="9984600" cy="2430000"/>
            </p14:xfrm>
          </p:contentPart>
        </mc:Choice>
        <mc:Fallback xmlns="">
          <p:pic>
            <p:nvPicPr>
              <p:cNvPr id="3" name="Ink 2">
                <a:extLst>
                  <a:ext uri="{FF2B5EF4-FFF2-40B4-BE49-F238E27FC236}">
                    <a16:creationId xmlns:a16="http://schemas.microsoft.com/office/drawing/2014/main" id="{DDAAE882-72EA-4579-A006-0E477F41988E}"/>
                  </a:ext>
                </a:extLst>
              </p:cNvPr>
              <p:cNvPicPr/>
              <p:nvPr/>
            </p:nvPicPr>
            <p:blipFill>
              <a:blip r:embed="rId5"/>
              <a:stretch>
                <a:fillRect/>
              </a:stretch>
            </p:blipFill>
            <p:spPr>
              <a:xfrm>
                <a:off x="538920" y="3767040"/>
                <a:ext cx="10003320" cy="244872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60"/>
          <p:cNvSpPr txBox="1">
            <a:spLocks noGrp="1"/>
          </p:cNvSpPr>
          <p:nvPr>
            <p:ph type="title"/>
          </p:nvPr>
        </p:nvSpPr>
        <p:spPr>
          <a:xfrm>
            <a:off x="2133600" y="228600"/>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dirty="0"/>
              <a:t>Conceptual Model of the UML</a:t>
            </a:r>
            <a:endParaRPr sz="4400" dirty="0"/>
          </a:p>
        </p:txBody>
      </p:sp>
      <p:sp>
        <p:nvSpPr>
          <p:cNvPr id="476" name="Google Shape;476;p60"/>
          <p:cNvSpPr txBox="1"/>
          <p:nvPr/>
        </p:nvSpPr>
        <p:spPr>
          <a:xfrm>
            <a:off x="838200" y="1066800"/>
            <a:ext cx="2118360" cy="512445"/>
          </a:xfrm>
          <a:prstGeom prst="rect">
            <a:avLst/>
          </a:prstGeom>
          <a:noFill/>
          <a:ln>
            <a:noFill/>
          </a:ln>
        </p:spPr>
        <p:txBody>
          <a:bodyPr spcFirstLastPara="1" wrap="square" lIns="0" tIns="12050" rIns="0" bIns="0" anchor="t" anchorCtr="0">
            <a:spAutoFit/>
          </a:bodyPr>
          <a:lstStyle/>
          <a:p>
            <a:pPr marL="356870" marR="0" lvl="0" indent="-344805" algn="l" rtl="0">
              <a:spcBef>
                <a:spcPts val="0"/>
              </a:spcBef>
              <a:spcAft>
                <a:spcPts val="0"/>
              </a:spcAft>
              <a:buClr>
                <a:schemeClr val="dk1"/>
              </a:buClr>
              <a:buSzPts val="3200"/>
              <a:buFont typeface="Arial"/>
              <a:buChar char="•"/>
            </a:pPr>
            <a:r>
              <a:rPr lang="en-US" sz="3200" dirty="0">
                <a:solidFill>
                  <a:schemeClr val="dk1"/>
                </a:solidFill>
                <a:latin typeface="Calibri"/>
                <a:ea typeface="Calibri"/>
                <a:cs typeface="Calibri"/>
                <a:sym typeface="Calibri"/>
              </a:rPr>
              <a:t>Use Cases:</a:t>
            </a:r>
            <a:endParaRPr sz="3200" dirty="0">
              <a:solidFill>
                <a:schemeClr val="dk1"/>
              </a:solidFill>
              <a:latin typeface="Calibri"/>
              <a:ea typeface="Calibri"/>
              <a:cs typeface="Calibri"/>
              <a:sym typeface="Calibri"/>
            </a:endParaRPr>
          </a:p>
        </p:txBody>
      </p:sp>
      <p:sp>
        <p:nvSpPr>
          <p:cNvPr id="477" name="Google Shape;477;p60"/>
          <p:cNvSpPr txBox="1"/>
          <p:nvPr/>
        </p:nvSpPr>
        <p:spPr>
          <a:xfrm>
            <a:off x="304800" y="1547387"/>
            <a:ext cx="11658600" cy="3497742"/>
          </a:xfrm>
          <a:prstGeom prst="rect">
            <a:avLst/>
          </a:prstGeom>
          <a:noFill/>
          <a:ln>
            <a:noFill/>
          </a:ln>
        </p:spPr>
        <p:txBody>
          <a:bodyPr spcFirstLastPara="1" wrap="square" lIns="0" tIns="57775" rIns="0" bIns="0" anchor="t" anchorCtr="0">
            <a:spAutoFit/>
          </a:bodyPr>
          <a:lstStyle/>
          <a:p>
            <a:pPr marL="342900" indent="-342900">
              <a:buFont typeface="Arial" panose="020B0604020202020204" pitchFamily="34" charset="0"/>
              <a:buChar char="•"/>
            </a:pPr>
            <a:r>
              <a:rPr lang="en-US" sz="2400" dirty="0"/>
              <a:t>Use case is a description of </a:t>
            </a:r>
            <a:r>
              <a:rPr lang="en-US" sz="2400" dirty="0">
                <a:solidFill>
                  <a:srgbClr val="C00000"/>
                </a:solidFill>
              </a:rPr>
              <a:t>set of sequence of actions </a:t>
            </a:r>
            <a:r>
              <a:rPr lang="en-US" sz="2400" dirty="0"/>
              <a:t>that a system performs that yields an observable result of value to a particular actor.  </a:t>
            </a:r>
          </a:p>
          <a:p>
            <a:pPr marL="342900" indent="-342900">
              <a:buFont typeface="Arial" panose="020B0604020202020204" pitchFamily="34" charset="0"/>
              <a:buChar char="•"/>
            </a:pPr>
            <a:r>
              <a:rPr lang="en-US" sz="2400" dirty="0"/>
              <a:t>A use case is used to structure the behavioral things in a model.                          </a:t>
            </a:r>
            <a:r>
              <a:rPr lang="en-US" sz="2400" dirty="0">
                <a:sym typeface="Times New Roman"/>
              </a:rPr>
              <a:t>               </a:t>
            </a:r>
            <a:endParaRPr lang="en-US" sz="2400" dirty="0">
              <a:sym typeface="Calibri"/>
            </a:endParaRPr>
          </a:p>
          <a:p>
            <a:pPr marL="354965" marR="2640330" lvl="0" indent="-342900">
              <a:spcBef>
                <a:spcPts val="330"/>
              </a:spcBef>
              <a:spcAft>
                <a:spcPts val="0"/>
              </a:spcAft>
              <a:buFont typeface="Arial" panose="020B0604020202020204" pitchFamily="34" charset="0"/>
              <a:buChar char="•"/>
            </a:pPr>
            <a:r>
              <a:rPr lang="en-US" sz="2400" dirty="0">
                <a:solidFill>
                  <a:schemeClr val="dk1"/>
                </a:solidFill>
                <a:latin typeface="Calibri"/>
                <a:ea typeface="Calibri"/>
                <a:cs typeface="Calibri"/>
                <a:sym typeface="Calibri"/>
              </a:rPr>
              <a:t> </a:t>
            </a:r>
            <a:r>
              <a:rPr lang="en-US" sz="2400" dirty="0"/>
              <a:t>It describes a goal that the system needs to achieve, usually from the perspective of the user.</a:t>
            </a:r>
            <a:r>
              <a:rPr lang="en-US" sz="2400" dirty="0">
                <a:sym typeface="Calibri"/>
              </a:rPr>
              <a:t> </a:t>
            </a:r>
          </a:p>
          <a:p>
            <a:pPr marL="354965" marR="2640330" lvl="0" indent="-342900">
              <a:spcBef>
                <a:spcPts val="330"/>
              </a:spcBef>
              <a:spcAft>
                <a:spcPts val="0"/>
              </a:spcAft>
              <a:buFont typeface="Arial" panose="020B0604020202020204" pitchFamily="34" charset="0"/>
              <a:buChar char="•"/>
            </a:pPr>
            <a:r>
              <a:rPr lang="en-US" sz="2400" dirty="0"/>
              <a:t>Example: In an </a:t>
            </a:r>
            <a:r>
              <a:rPr lang="en-US" sz="2400" b="1" dirty="0">
                <a:solidFill>
                  <a:srgbClr val="00B0F0"/>
                </a:solidFill>
              </a:rPr>
              <a:t>online shopping system</a:t>
            </a:r>
            <a:r>
              <a:rPr lang="en-US" sz="2400" dirty="0"/>
              <a:t>, a use case could be </a:t>
            </a:r>
            <a:r>
              <a:rPr lang="en-US" sz="2400" b="1" dirty="0">
                <a:solidFill>
                  <a:srgbClr val="00B0F0"/>
                </a:solidFill>
              </a:rPr>
              <a:t>Place an Order</a:t>
            </a:r>
            <a:r>
              <a:rPr lang="en-US" sz="2400" dirty="0"/>
              <a:t>, where the user (actor) selects items and submits an order.</a:t>
            </a:r>
            <a:endParaRPr lang="en-US" sz="2400" dirty="0">
              <a:sym typeface="Calibri"/>
            </a:endParaRPr>
          </a:p>
          <a:p>
            <a:pPr marL="354965" marR="2640330" lvl="0" indent="-342900" algn="l" rtl="0">
              <a:spcBef>
                <a:spcPts val="330"/>
              </a:spcBef>
              <a:spcAft>
                <a:spcPts val="0"/>
              </a:spcAft>
              <a:buFont typeface="Arial" panose="020B0604020202020204" pitchFamily="34" charset="0"/>
              <a:buChar char="•"/>
            </a:pPr>
            <a:r>
              <a:rPr lang="en-US" sz="2400" dirty="0">
                <a:sym typeface="Calibri"/>
              </a:rPr>
              <a:t>Graphically,  a use case is rendered as an ellipse with solid lines,  usually including only its name</a:t>
            </a:r>
            <a:endParaRPr sz="2400" dirty="0">
              <a:sym typeface="Calibri"/>
            </a:endParaRPr>
          </a:p>
        </p:txBody>
      </p:sp>
      <p:pic>
        <p:nvPicPr>
          <p:cNvPr id="478" name="Google Shape;478;p60"/>
          <p:cNvPicPr preferRelativeResize="0"/>
          <p:nvPr/>
        </p:nvPicPr>
        <p:blipFill rotWithShape="1">
          <a:blip r:embed="rId3">
            <a:alphaModFix/>
          </a:blip>
          <a:srcRect/>
          <a:stretch/>
        </p:blipFill>
        <p:spPr>
          <a:xfrm>
            <a:off x="8936556" y="4310889"/>
            <a:ext cx="2719273" cy="1447662"/>
          </a:xfrm>
          <a:prstGeom prst="rect">
            <a:avLst/>
          </a:prstGeom>
          <a:noFill/>
          <a:ln>
            <a:noFill/>
          </a:ln>
        </p:spPr>
      </p:pic>
      <p:sp>
        <p:nvSpPr>
          <p:cNvPr id="479" name="Google Shape;479;p60"/>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15</a:t>
            </a:fld>
            <a:endParaRPr sz="1200">
              <a:solidFill>
                <a:schemeClr val="dk1"/>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8EF9DAD7-E3B8-4F30-813E-A103BB3B5DBE}"/>
              </a:ext>
            </a:extLst>
          </p:cNvPr>
          <p:cNvSpPr/>
          <p:nvPr/>
        </p:nvSpPr>
        <p:spPr>
          <a:xfrm>
            <a:off x="9321085" y="5761123"/>
            <a:ext cx="1950214" cy="369332"/>
          </a:xfrm>
          <a:prstGeom prst="rect">
            <a:avLst/>
          </a:prstGeom>
        </p:spPr>
        <p:txBody>
          <a:bodyPr wrap="none">
            <a:spAutoFit/>
          </a:bodyPr>
          <a:lstStyle/>
          <a:p>
            <a:r>
              <a:rPr lang="en-US" b="1" dirty="0">
                <a:solidFill>
                  <a:schemeClr val="dk1"/>
                </a:solidFill>
                <a:latin typeface="Times New Roman"/>
                <a:ea typeface="Times New Roman"/>
                <a:cs typeface="Times New Roman"/>
                <a:sym typeface="Times New Roman"/>
              </a:rPr>
              <a:t>Figure: Use Cases</a:t>
            </a:r>
            <a:endParaRPr lang="en-IN" dirty="0"/>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EE154AF-6A1A-4066-AEC2-00A8AFCB8C4C}"/>
                  </a:ext>
                </a:extLst>
              </p14:cNvPr>
              <p14:cNvContentPartPr/>
              <p14:nvPr/>
            </p14:nvContentPartPr>
            <p14:xfrm>
              <a:off x="3308760" y="4262040"/>
              <a:ext cx="4432320" cy="1712880"/>
            </p14:xfrm>
          </p:contentPart>
        </mc:Choice>
        <mc:Fallback xmlns="">
          <p:pic>
            <p:nvPicPr>
              <p:cNvPr id="3" name="Ink 2">
                <a:extLst>
                  <a:ext uri="{FF2B5EF4-FFF2-40B4-BE49-F238E27FC236}">
                    <a16:creationId xmlns:a16="http://schemas.microsoft.com/office/drawing/2014/main" id="{CEE154AF-6A1A-4066-AEC2-00A8AFCB8C4C}"/>
                  </a:ext>
                </a:extLst>
              </p:cNvPr>
              <p:cNvPicPr/>
              <p:nvPr/>
            </p:nvPicPr>
            <p:blipFill>
              <a:blip r:embed="rId5"/>
              <a:stretch>
                <a:fillRect/>
              </a:stretch>
            </p:blipFill>
            <p:spPr>
              <a:xfrm>
                <a:off x="3299400" y="4252680"/>
                <a:ext cx="4451040" cy="173160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61"/>
          <p:cNvSpPr txBox="1">
            <a:spLocks noGrp="1"/>
          </p:cNvSpPr>
          <p:nvPr>
            <p:ph type="title"/>
          </p:nvPr>
        </p:nvSpPr>
        <p:spPr>
          <a:xfrm>
            <a:off x="2603398" y="464897"/>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a:t>Conceptual Model of the UML</a:t>
            </a:r>
            <a:endParaRPr sz="4400"/>
          </a:p>
        </p:txBody>
      </p:sp>
      <p:sp>
        <p:nvSpPr>
          <p:cNvPr id="485" name="Google Shape;485;p61"/>
          <p:cNvSpPr txBox="1"/>
          <p:nvPr/>
        </p:nvSpPr>
        <p:spPr>
          <a:xfrm>
            <a:off x="762000" y="1066800"/>
            <a:ext cx="2767330" cy="512445"/>
          </a:xfrm>
          <a:prstGeom prst="rect">
            <a:avLst/>
          </a:prstGeom>
          <a:noFill/>
          <a:ln>
            <a:noFill/>
          </a:ln>
        </p:spPr>
        <p:txBody>
          <a:bodyPr spcFirstLastPara="1" wrap="square" lIns="0" tIns="12050" rIns="0" bIns="0" anchor="t" anchorCtr="0">
            <a:spAutoFit/>
          </a:bodyPr>
          <a:lstStyle/>
          <a:p>
            <a:pPr marL="356870" marR="0" lvl="0" indent="-344805" algn="l" rtl="0">
              <a:spcBef>
                <a:spcPts val="0"/>
              </a:spcBef>
              <a:spcAft>
                <a:spcPts val="0"/>
              </a:spcAft>
              <a:buClr>
                <a:schemeClr val="dk1"/>
              </a:buClr>
              <a:buSzPts val="3200"/>
              <a:buFont typeface="Arial"/>
              <a:buChar char="•"/>
            </a:pPr>
            <a:r>
              <a:rPr lang="en-US" sz="3200" dirty="0">
                <a:solidFill>
                  <a:schemeClr val="dk1"/>
                </a:solidFill>
                <a:latin typeface="Calibri"/>
                <a:ea typeface="Calibri"/>
                <a:cs typeface="Calibri"/>
                <a:sym typeface="Calibri"/>
              </a:rPr>
              <a:t>Active Classes:</a:t>
            </a:r>
            <a:endParaRPr sz="3200" dirty="0">
              <a:solidFill>
                <a:schemeClr val="dk1"/>
              </a:solidFill>
              <a:latin typeface="Calibri"/>
              <a:ea typeface="Calibri"/>
              <a:cs typeface="Calibri"/>
              <a:sym typeface="Calibri"/>
            </a:endParaRPr>
          </a:p>
        </p:txBody>
      </p:sp>
      <p:sp>
        <p:nvSpPr>
          <p:cNvPr id="486" name="Google Shape;486;p61"/>
          <p:cNvSpPr txBox="1"/>
          <p:nvPr/>
        </p:nvSpPr>
        <p:spPr>
          <a:xfrm>
            <a:off x="381000" y="1700325"/>
            <a:ext cx="8534400" cy="4075475"/>
          </a:xfrm>
          <a:prstGeom prst="rect">
            <a:avLst/>
          </a:prstGeom>
          <a:noFill/>
          <a:ln>
            <a:noFill/>
          </a:ln>
        </p:spPr>
        <p:txBody>
          <a:bodyPr spcFirstLastPara="1" wrap="square" lIns="0" tIns="12700" rIns="0" bIns="0" anchor="t" anchorCtr="0">
            <a:spAutoFit/>
          </a:bodyPr>
          <a:lstStyle/>
          <a:p>
            <a:pPr marL="354965" marR="5080" lvl="0" indent="-342900" algn="just">
              <a:spcBef>
                <a:spcPts val="0"/>
              </a:spcBef>
              <a:spcAft>
                <a:spcPts val="0"/>
              </a:spcAft>
              <a:buFont typeface="Arial" panose="020B0604020202020204" pitchFamily="34" charset="0"/>
              <a:buChar char="•"/>
            </a:pPr>
            <a:r>
              <a:rPr lang="en-US" sz="2400" dirty="0">
                <a:latin typeface="+mn-lt"/>
              </a:rPr>
              <a:t>An </a:t>
            </a:r>
            <a:r>
              <a:rPr lang="en-US" sz="2400" b="1" dirty="0">
                <a:latin typeface="+mn-lt"/>
              </a:rPr>
              <a:t>Active Class</a:t>
            </a:r>
            <a:r>
              <a:rPr lang="en-US" sz="2400" dirty="0">
                <a:latin typeface="+mn-lt"/>
              </a:rPr>
              <a:t> is a special type of </a:t>
            </a:r>
            <a:r>
              <a:rPr lang="en-US" sz="2400" b="1" dirty="0">
                <a:latin typeface="+mn-lt"/>
              </a:rPr>
              <a:t>class</a:t>
            </a:r>
            <a:r>
              <a:rPr lang="en-US" sz="2400" dirty="0">
                <a:latin typeface="+mn-lt"/>
              </a:rPr>
              <a:t> that is capable of </a:t>
            </a:r>
            <a:r>
              <a:rPr lang="en-US" sz="2400" b="1" dirty="0">
                <a:latin typeface="+mn-lt"/>
              </a:rPr>
              <a:t>initiating its own actions</a:t>
            </a:r>
            <a:r>
              <a:rPr lang="en-US" sz="2400" dirty="0">
                <a:latin typeface="+mn-lt"/>
              </a:rPr>
              <a:t> or </a:t>
            </a:r>
            <a:r>
              <a:rPr lang="en-US" sz="2400" b="1" dirty="0">
                <a:latin typeface="+mn-lt"/>
              </a:rPr>
              <a:t>controlling its own behavior</a:t>
            </a:r>
            <a:r>
              <a:rPr lang="en-US" sz="2400" dirty="0">
                <a:latin typeface="+mn-lt"/>
              </a:rPr>
              <a:t>.</a:t>
            </a:r>
          </a:p>
          <a:p>
            <a:pPr marL="354965" marR="5080" lvl="0" indent="-342900" algn="just">
              <a:spcBef>
                <a:spcPts val="0"/>
              </a:spcBef>
              <a:spcAft>
                <a:spcPts val="0"/>
              </a:spcAft>
              <a:buFont typeface="Arial" panose="020B0604020202020204" pitchFamily="34" charset="0"/>
              <a:buChar char="•"/>
            </a:pPr>
            <a:r>
              <a:rPr lang="en-US" sz="2400" dirty="0">
                <a:latin typeface="+mn-lt"/>
              </a:rPr>
              <a:t> An active class represents an entity that has its own </a:t>
            </a:r>
            <a:r>
              <a:rPr lang="en-US" sz="2400" b="1" dirty="0">
                <a:latin typeface="+mn-lt"/>
              </a:rPr>
              <a:t>thread of control</a:t>
            </a:r>
            <a:r>
              <a:rPr lang="en-US" sz="2400" dirty="0">
                <a:latin typeface="+mn-lt"/>
              </a:rPr>
              <a:t>, meaning </a:t>
            </a:r>
            <a:r>
              <a:rPr lang="en-US" sz="2400" dirty="0">
                <a:solidFill>
                  <a:srgbClr val="C00000"/>
                </a:solidFill>
                <a:latin typeface="+mn-lt"/>
              </a:rPr>
              <a:t>it can execute independently and concurrently in the system, </a:t>
            </a:r>
            <a:r>
              <a:rPr lang="en-US" sz="2400" dirty="0">
                <a:latin typeface="+mn-lt"/>
              </a:rPr>
              <a:t>without waiting for external interactions.</a:t>
            </a:r>
            <a:endParaRPr lang="en-US" sz="2400" dirty="0">
              <a:solidFill>
                <a:schemeClr val="dk1"/>
              </a:solidFill>
              <a:latin typeface="+mn-lt"/>
              <a:ea typeface="Calibri"/>
              <a:cs typeface="Calibri"/>
              <a:sym typeface="Calibri"/>
            </a:endParaRPr>
          </a:p>
          <a:p>
            <a:pPr marL="354965" marR="5080" lvl="0" indent="-342900" algn="l" rtl="0">
              <a:spcBef>
                <a:spcPts val="0"/>
              </a:spcBef>
              <a:spcAft>
                <a:spcPts val="0"/>
              </a:spcAft>
              <a:buFont typeface="Arial" panose="020B0604020202020204" pitchFamily="34" charset="0"/>
              <a:buChar char="•"/>
            </a:pPr>
            <a:r>
              <a:rPr lang="en-US" sz="2400" dirty="0">
                <a:solidFill>
                  <a:schemeClr val="dk1"/>
                </a:solidFill>
                <a:latin typeface="Calibri"/>
                <a:ea typeface="Calibri"/>
                <a:cs typeface="Calibri"/>
                <a:sym typeface="Calibri"/>
              </a:rPr>
              <a:t>An active class is rendered just like a class, but with  heavy lines, usually including its name, attributes,  and operations. </a:t>
            </a:r>
          </a:p>
          <a:p>
            <a:pPr marL="354965" marR="5080" indent="-342900">
              <a:spcBef>
                <a:spcPts val="0"/>
              </a:spcBef>
              <a:spcAft>
                <a:spcPts val="0"/>
              </a:spcAft>
              <a:buFont typeface="Arial" panose="020B0604020202020204" pitchFamily="34" charset="0"/>
              <a:buChar char="•"/>
            </a:pPr>
            <a:r>
              <a:rPr lang="en-US" altLang="en-US" sz="2400" dirty="0">
                <a:solidFill>
                  <a:schemeClr val="dk1"/>
                </a:solidFill>
                <a:latin typeface="Calibri"/>
                <a:ea typeface="Calibri"/>
                <a:cs typeface="Calibri"/>
              </a:rPr>
              <a:t>The flush() method is used to process all the events in the event queue immediately, without waiting for the normal event processing cycle. </a:t>
            </a:r>
          </a:p>
          <a:p>
            <a:pPr marL="12065" marR="5080" lvl="0" indent="0" algn="l" rtl="0">
              <a:spcBef>
                <a:spcPts val="0"/>
              </a:spcBef>
              <a:spcAft>
                <a:spcPts val="0"/>
              </a:spcAft>
              <a:buNone/>
            </a:pPr>
            <a:endParaRPr sz="2400" dirty="0">
              <a:solidFill>
                <a:schemeClr val="dk1"/>
              </a:solidFill>
              <a:latin typeface="Calibri"/>
              <a:ea typeface="Calibri"/>
              <a:cs typeface="Calibri"/>
              <a:sym typeface="Calibri"/>
            </a:endParaRPr>
          </a:p>
        </p:txBody>
      </p:sp>
      <p:sp>
        <p:nvSpPr>
          <p:cNvPr id="487" name="Google Shape;487;p61"/>
          <p:cNvSpPr txBox="1"/>
          <p:nvPr/>
        </p:nvSpPr>
        <p:spPr>
          <a:xfrm>
            <a:off x="9200485" y="5611017"/>
            <a:ext cx="2423160" cy="329565"/>
          </a:xfrm>
          <a:prstGeom prst="rect">
            <a:avLst/>
          </a:prstGeom>
          <a:noFill/>
          <a:ln>
            <a:noFill/>
          </a:ln>
        </p:spPr>
        <p:txBody>
          <a:bodyPr spcFirstLastPara="1" wrap="square" lIns="0" tIns="11425" rIns="0" bIns="0" anchor="t" anchorCtr="0">
            <a:spAutoFit/>
          </a:bodyPr>
          <a:lstStyle/>
          <a:p>
            <a:pPr marL="1270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Figure :Active Classes</a:t>
            </a:r>
            <a:endParaRPr sz="2000" dirty="0">
              <a:solidFill>
                <a:schemeClr val="dk1"/>
              </a:solidFill>
              <a:latin typeface="Times New Roman"/>
              <a:ea typeface="Times New Roman"/>
              <a:cs typeface="Times New Roman"/>
              <a:sym typeface="Times New Roman"/>
            </a:endParaRPr>
          </a:p>
        </p:txBody>
      </p:sp>
      <p:pic>
        <p:nvPicPr>
          <p:cNvPr id="488" name="Google Shape;488;p61"/>
          <p:cNvPicPr preferRelativeResize="0"/>
          <p:nvPr/>
        </p:nvPicPr>
        <p:blipFill rotWithShape="1">
          <a:blip r:embed="rId3">
            <a:alphaModFix/>
          </a:blip>
          <a:srcRect/>
          <a:stretch/>
        </p:blipFill>
        <p:spPr>
          <a:xfrm>
            <a:off x="9372600" y="3810000"/>
            <a:ext cx="1812923" cy="1536747"/>
          </a:xfrm>
          <a:prstGeom prst="rect">
            <a:avLst/>
          </a:prstGeom>
          <a:noFill/>
          <a:ln>
            <a:noFill/>
          </a:ln>
        </p:spPr>
      </p:pic>
      <p:sp>
        <p:nvSpPr>
          <p:cNvPr id="489" name="Google Shape;489;p61"/>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16</a:t>
            </a:fld>
            <a:endParaRPr sz="120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99DE7C3-E5DD-45BB-AA47-12E78880A351}"/>
                  </a:ext>
                </a:extLst>
              </p14:cNvPr>
              <p14:cNvContentPartPr/>
              <p14:nvPr/>
            </p14:nvContentPartPr>
            <p14:xfrm>
              <a:off x="900720" y="1566360"/>
              <a:ext cx="10302120" cy="3453480"/>
            </p14:xfrm>
          </p:contentPart>
        </mc:Choice>
        <mc:Fallback xmlns="">
          <p:pic>
            <p:nvPicPr>
              <p:cNvPr id="2" name="Ink 1">
                <a:extLst>
                  <a:ext uri="{FF2B5EF4-FFF2-40B4-BE49-F238E27FC236}">
                    <a16:creationId xmlns:a16="http://schemas.microsoft.com/office/drawing/2014/main" id="{E99DE7C3-E5DD-45BB-AA47-12E78880A351}"/>
                  </a:ext>
                </a:extLst>
              </p:cNvPr>
              <p:cNvPicPr/>
              <p:nvPr/>
            </p:nvPicPr>
            <p:blipFill>
              <a:blip r:embed="rId5"/>
              <a:stretch>
                <a:fillRect/>
              </a:stretch>
            </p:blipFill>
            <p:spPr>
              <a:xfrm>
                <a:off x="891360" y="1557000"/>
                <a:ext cx="10320840" cy="347220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2"/>
          <p:cNvSpPr txBox="1">
            <a:spLocks noGrp="1"/>
          </p:cNvSpPr>
          <p:nvPr>
            <p:ph type="title"/>
          </p:nvPr>
        </p:nvSpPr>
        <p:spPr>
          <a:xfrm>
            <a:off x="2603398" y="464897"/>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a:t>Conceptual Model of the UML</a:t>
            </a:r>
            <a:endParaRPr sz="4400"/>
          </a:p>
        </p:txBody>
      </p:sp>
      <p:sp>
        <p:nvSpPr>
          <p:cNvPr id="495" name="Google Shape;495;p62"/>
          <p:cNvSpPr txBox="1"/>
          <p:nvPr/>
        </p:nvSpPr>
        <p:spPr>
          <a:xfrm>
            <a:off x="533400" y="1600200"/>
            <a:ext cx="6469176" cy="4514875"/>
          </a:xfrm>
          <a:prstGeom prst="rect">
            <a:avLst/>
          </a:prstGeom>
          <a:noFill/>
          <a:ln>
            <a:noFill/>
          </a:ln>
        </p:spPr>
        <p:txBody>
          <a:bodyPr spcFirstLastPara="1" wrap="square" lIns="0" tIns="12050" rIns="0" bIns="0" anchor="t" anchorCtr="0">
            <a:spAutoFit/>
          </a:bodyPr>
          <a:lstStyle/>
          <a:p>
            <a:pPr marL="356870" marR="0" lvl="0" indent="-344805" algn="just" rtl="0">
              <a:spcBef>
                <a:spcPts val="0"/>
              </a:spcBef>
              <a:spcAft>
                <a:spcPts val="0"/>
              </a:spcAft>
              <a:buClr>
                <a:schemeClr val="dk1"/>
              </a:buClr>
              <a:buSzPts val="3200"/>
              <a:buFont typeface="Arial"/>
              <a:buChar char="•"/>
            </a:pPr>
            <a:r>
              <a:rPr lang="en-US" sz="3200" dirty="0">
                <a:solidFill>
                  <a:schemeClr val="dk1"/>
                </a:solidFill>
                <a:latin typeface="Calibri"/>
                <a:ea typeface="Calibri"/>
                <a:cs typeface="Calibri"/>
                <a:sym typeface="Calibri"/>
              </a:rPr>
              <a:t>Components:</a:t>
            </a:r>
            <a:endParaRPr sz="3200" dirty="0">
              <a:solidFill>
                <a:schemeClr val="dk1"/>
              </a:solidFill>
              <a:latin typeface="Calibri"/>
              <a:ea typeface="Calibri"/>
              <a:cs typeface="Calibri"/>
              <a:sym typeface="Calibri"/>
            </a:endParaRPr>
          </a:p>
          <a:p>
            <a:pPr marL="354965" marR="5080" lvl="0" indent="-342900" algn="just" rtl="0">
              <a:lnSpc>
                <a:spcPct val="101299"/>
              </a:lnSpc>
              <a:spcBef>
                <a:spcPts val="0"/>
              </a:spcBef>
              <a:spcAft>
                <a:spcPts val="0"/>
              </a:spcAft>
              <a:buFont typeface="Arial" panose="020B0604020202020204" pitchFamily="34" charset="0"/>
              <a:buChar char="•"/>
            </a:pPr>
            <a:r>
              <a:rPr lang="en-US" sz="2400" dirty="0">
                <a:solidFill>
                  <a:schemeClr val="dk1"/>
                </a:solidFill>
                <a:latin typeface="Calibri"/>
                <a:ea typeface="Calibri"/>
                <a:cs typeface="Calibri"/>
                <a:sym typeface="Calibri"/>
              </a:rPr>
              <a:t>A component typically represents  the physical packaging of otherwise  logical elements, such as classes,  interfaces, and collaborations. </a:t>
            </a:r>
          </a:p>
          <a:p>
            <a:pPr marL="354965" marR="5080" lvl="0" indent="-342900" algn="just" rtl="0">
              <a:lnSpc>
                <a:spcPct val="101299"/>
              </a:lnSpc>
              <a:spcBef>
                <a:spcPts val="0"/>
              </a:spcBef>
              <a:spcAft>
                <a:spcPts val="0"/>
              </a:spcAft>
              <a:buFont typeface="Arial" panose="020B0604020202020204" pitchFamily="34" charset="0"/>
              <a:buChar char="•"/>
            </a:pPr>
            <a:r>
              <a:rPr lang="en-US" sz="2400" dirty="0">
                <a:solidFill>
                  <a:schemeClr val="dk1"/>
                </a:solidFill>
                <a:latin typeface="Calibri"/>
                <a:ea typeface="Calibri"/>
                <a:cs typeface="Calibri"/>
              </a:rPr>
              <a:t>Component represents a modular, replaceable part of a system that conforms to a set of interfaces.</a:t>
            </a:r>
          </a:p>
          <a:p>
            <a:pPr marL="12065" marR="5080" lvl="0" algn="just" rtl="0">
              <a:lnSpc>
                <a:spcPct val="101299"/>
              </a:lnSpc>
              <a:spcBef>
                <a:spcPts val="0"/>
              </a:spcBef>
              <a:spcAft>
                <a:spcPts val="0"/>
              </a:spcAft>
            </a:pPr>
            <a:endParaRPr lang="en-US" sz="2400" dirty="0">
              <a:solidFill>
                <a:schemeClr val="dk1"/>
              </a:solidFill>
              <a:latin typeface="Calibri"/>
              <a:ea typeface="Calibri"/>
              <a:cs typeface="Calibri"/>
              <a:sym typeface="Calibri"/>
            </a:endParaRPr>
          </a:p>
          <a:p>
            <a:pPr marL="12065" marR="5080" lvl="0" indent="0" algn="just" rtl="0">
              <a:lnSpc>
                <a:spcPct val="101299"/>
              </a:lnSpc>
              <a:spcBef>
                <a:spcPts val="0"/>
              </a:spcBef>
              <a:spcAft>
                <a:spcPts val="0"/>
              </a:spcAft>
              <a:buNone/>
            </a:pPr>
            <a:r>
              <a:rPr lang="en-US" sz="2400" dirty="0">
                <a:solidFill>
                  <a:schemeClr val="dk1"/>
                </a:solidFill>
                <a:latin typeface="Calibri"/>
                <a:ea typeface="Calibri"/>
                <a:cs typeface="Calibri"/>
                <a:sym typeface="Calibri"/>
              </a:rPr>
              <a:t> Graphically, a component is rendered  as a rectangle with tabs, usually  including only its name.</a:t>
            </a:r>
          </a:p>
          <a:p>
            <a:pPr marL="12065" marR="5080" lvl="0" indent="0" algn="just" rtl="0">
              <a:lnSpc>
                <a:spcPct val="101299"/>
              </a:lnSpc>
              <a:spcBef>
                <a:spcPts val="0"/>
              </a:spcBef>
              <a:spcAft>
                <a:spcPts val="0"/>
              </a:spcAft>
              <a:buNone/>
            </a:pPr>
            <a:endParaRPr lang="en-US" sz="2400" dirty="0">
              <a:solidFill>
                <a:schemeClr val="dk1"/>
              </a:solidFill>
              <a:latin typeface="Calibri"/>
              <a:ea typeface="Calibri"/>
              <a:cs typeface="Calibri"/>
              <a:sym typeface="Calibri"/>
            </a:endParaRPr>
          </a:p>
          <a:p>
            <a:pPr marL="12065" marR="5080" lvl="0" indent="0" algn="just" rtl="0">
              <a:lnSpc>
                <a:spcPct val="101299"/>
              </a:lnSpc>
              <a:spcBef>
                <a:spcPts val="0"/>
              </a:spcBef>
              <a:spcAft>
                <a:spcPts val="0"/>
              </a:spcAft>
              <a:buNone/>
            </a:pPr>
            <a:endParaRPr dirty="0"/>
          </a:p>
        </p:txBody>
      </p:sp>
      <p:sp>
        <p:nvSpPr>
          <p:cNvPr id="496" name="Google Shape;496;p62"/>
          <p:cNvSpPr txBox="1"/>
          <p:nvPr/>
        </p:nvSpPr>
        <p:spPr>
          <a:xfrm>
            <a:off x="8028559" y="5785510"/>
            <a:ext cx="3376503" cy="329565"/>
          </a:xfrm>
          <a:prstGeom prst="rect">
            <a:avLst/>
          </a:prstGeom>
          <a:noFill/>
          <a:ln>
            <a:noFill/>
          </a:ln>
        </p:spPr>
        <p:txBody>
          <a:bodyPr spcFirstLastPara="1" wrap="square" lIns="0" tIns="11425" rIns="0" bIns="0" anchor="t" anchorCtr="0">
            <a:spAutoFit/>
          </a:bodyPr>
          <a:lstStyle/>
          <a:p>
            <a:pPr marL="1270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Figure :Components</a:t>
            </a:r>
            <a:endParaRPr sz="2000" dirty="0">
              <a:solidFill>
                <a:schemeClr val="dk1"/>
              </a:solidFill>
              <a:latin typeface="Times New Roman"/>
              <a:ea typeface="Times New Roman"/>
              <a:cs typeface="Times New Roman"/>
              <a:sym typeface="Times New Roman"/>
            </a:endParaRPr>
          </a:p>
        </p:txBody>
      </p:sp>
      <p:pic>
        <p:nvPicPr>
          <p:cNvPr id="497" name="Google Shape;497;p62"/>
          <p:cNvPicPr preferRelativeResize="0"/>
          <p:nvPr/>
        </p:nvPicPr>
        <p:blipFill rotWithShape="1">
          <a:blip r:embed="rId3">
            <a:alphaModFix/>
          </a:blip>
          <a:srcRect/>
          <a:stretch/>
        </p:blipFill>
        <p:spPr>
          <a:xfrm>
            <a:off x="7288149" y="3962482"/>
            <a:ext cx="3172787" cy="1646116"/>
          </a:xfrm>
          <a:prstGeom prst="rect">
            <a:avLst/>
          </a:prstGeom>
          <a:noFill/>
          <a:ln>
            <a:noFill/>
          </a:ln>
        </p:spPr>
      </p:pic>
      <p:sp>
        <p:nvSpPr>
          <p:cNvPr id="498" name="Google Shape;498;p62"/>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17</a:t>
            </a:fld>
            <a:endParaRPr sz="120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F1E6496-6DC4-40D1-9690-11C77F0B361A}"/>
                  </a:ext>
                </a:extLst>
              </p14:cNvPr>
              <p14:cNvContentPartPr/>
              <p14:nvPr/>
            </p14:nvContentPartPr>
            <p14:xfrm>
              <a:off x="1234440" y="1767240"/>
              <a:ext cx="9205200" cy="1816200"/>
            </p14:xfrm>
          </p:contentPart>
        </mc:Choice>
        <mc:Fallback xmlns="">
          <p:pic>
            <p:nvPicPr>
              <p:cNvPr id="2" name="Ink 1">
                <a:extLst>
                  <a:ext uri="{FF2B5EF4-FFF2-40B4-BE49-F238E27FC236}">
                    <a16:creationId xmlns:a16="http://schemas.microsoft.com/office/drawing/2014/main" id="{BF1E6496-6DC4-40D1-9690-11C77F0B361A}"/>
                  </a:ext>
                </a:extLst>
              </p:cNvPr>
              <p:cNvPicPr/>
              <p:nvPr/>
            </p:nvPicPr>
            <p:blipFill>
              <a:blip r:embed="rId5"/>
              <a:stretch>
                <a:fillRect/>
              </a:stretch>
            </p:blipFill>
            <p:spPr>
              <a:xfrm>
                <a:off x="1225080" y="1757880"/>
                <a:ext cx="9223920" cy="183492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63"/>
          <p:cNvSpPr txBox="1">
            <a:spLocks noGrp="1"/>
          </p:cNvSpPr>
          <p:nvPr>
            <p:ph type="title"/>
          </p:nvPr>
        </p:nvSpPr>
        <p:spPr>
          <a:xfrm>
            <a:off x="2450998" y="571323"/>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a:t>Conceptual Model of the UML</a:t>
            </a:r>
            <a:endParaRPr sz="4400"/>
          </a:p>
        </p:txBody>
      </p:sp>
      <p:sp>
        <p:nvSpPr>
          <p:cNvPr id="504" name="Google Shape;504;p63"/>
          <p:cNvSpPr txBox="1"/>
          <p:nvPr/>
        </p:nvSpPr>
        <p:spPr>
          <a:xfrm>
            <a:off x="1066801" y="1371600"/>
            <a:ext cx="5586400" cy="4605733"/>
          </a:xfrm>
          <a:prstGeom prst="rect">
            <a:avLst/>
          </a:prstGeom>
          <a:noFill/>
          <a:ln>
            <a:noFill/>
          </a:ln>
        </p:spPr>
        <p:txBody>
          <a:bodyPr spcFirstLastPara="1" wrap="square" lIns="0" tIns="126350" rIns="0" bIns="0" anchor="t" anchorCtr="0">
            <a:spAutoFit/>
          </a:bodyPr>
          <a:lstStyle/>
          <a:p>
            <a:pPr marL="356870" marR="0" lvl="0" indent="-344805" algn="l" rtl="0">
              <a:spcBef>
                <a:spcPts val="0"/>
              </a:spcBef>
              <a:spcAft>
                <a:spcPts val="0"/>
              </a:spcAft>
              <a:buClr>
                <a:schemeClr val="dk1"/>
              </a:buClr>
              <a:buSzPts val="3200"/>
              <a:buFont typeface="Arial"/>
              <a:buChar char="•"/>
            </a:pPr>
            <a:r>
              <a:rPr lang="en-US" sz="3600" i="1" dirty="0">
                <a:solidFill>
                  <a:schemeClr val="dk1"/>
                </a:solidFill>
                <a:latin typeface="Calibri"/>
                <a:ea typeface="Calibri"/>
                <a:cs typeface="Calibri"/>
                <a:sym typeface="Calibri"/>
              </a:rPr>
              <a:t>Nodes:</a:t>
            </a:r>
            <a:endParaRPr sz="3600" dirty="0">
              <a:solidFill>
                <a:schemeClr val="dk1"/>
              </a:solidFill>
              <a:latin typeface="Calibri"/>
              <a:ea typeface="Calibri"/>
              <a:cs typeface="Calibri"/>
              <a:sym typeface="Calibri"/>
            </a:endParaRPr>
          </a:p>
          <a:p>
            <a:pPr marL="354965" marR="5080" lvl="0" indent="-342900" algn="l" rtl="0">
              <a:spcBef>
                <a:spcPts val="550"/>
              </a:spcBef>
              <a:spcAft>
                <a:spcPts val="0"/>
              </a:spcAft>
              <a:buFont typeface="Arial" panose="020B0604020202020204" pitchFamily="34" charset="0"/>
              <a:buChar char="•"/>
            </a:pPr>
            <a:r>
              <a:rPr lang="en-US" sz="2400" dirty="0">
                <a:solidFill>
                  <a:schemeClr val="dk1"/>
                </a:solidFill>
                <a:latin typeface="Calibri"/>
                <a:ea typeface="Calibri"/>
                <a:cs typeface="Calibri"/>
                <a:sym typeface="Calibri"/>
              </a:rPr>
              <a:t>A </a:t>
            </a:r>
            <a:r>
              <a:rPr lang="en-US" sz="2400" i="1" dirty="0">
                <a:solidFill>
                  <a:schemeClr val="dk1"/>
                </a:solidFill>
                <a:latin typeface="Calibri"/>
                <a:ea typeface="Calibri"/>
                <a:cs typeface="Calibri"/>
                <a:sym typeface="Calibri"/>
              </a:rPr>
              <a:t>node </a:t>
            </a:r>
            <a:r>
              <a:rPr lang="en-US" sz="2400" dirty="0">
                <a:solidFill>
                  <a:schemeClr val="dk1"/>
                </a:solidFill>
                <a:latin typeface="Calibri"/>
                <a:ea typeface="Calibri"/>
                <a:cs typeface="Calibri"/>
                <a:sym typeface="Calibri"/>
              </a:rPr>
              <a:t>is a physical element that exists  at run time and represents a  computational resource, generally  having at least some memory and,  often, processing capability. </a:t>
            </a:r>
          </a:p>
          <a:p>
            <a:pPr marL="354965" marR="5080" lvl="0" indent="-342900" algn="l" rtl="0">
              <a:spcBef>
                <a:spcPts val="550"/>
              </a:spcBef>
              <a:spcAft>
                <a:spcPts val="0"/>
              </a:spcAft>
              <a:buFont typeface="Arial" panose="020B0604020202020204" pitchFamily="34" charset="0"/>
              <a:buChar char="•"/>
            </a:pPr>
            <a:r>
              <a:rPr lang="en-US" sz="2400" dirty="0">
                <a:solidFill>
                  <a:schemeClr val="dk1"/>
                </a:solidFill>
                <a:latin typeface="Calibri"/>
                <a:ea typeface="Calibri"/>
                <a:cs typeface="Calibri"/>
                <a:sym typeface="Calibri"/>
              </a:rPr>
              <a:t>A set of  components may reside on a node and  may also migrate from node to node.  </a:t>
            </a:r>
          </a:p>
          <a:p>
            <a:pPr marL="354965" marR="5080" lvl="0" indent="-342900" algn="l" rtl="0">
              <a:spcBef>
                <a:spcPts val="550"/>
              </a:spcBef>
              <a:spcAft>
                <a:spcPts val="0"/>
              </a:spcAft>
              <a:buFont typeface="Arial" panose="020B0604020202020204" pitchFamily="34" charset="0"/>
              <a:buChar char="•"/>
            </a:pPr>
            <a:r>
              <a:rPr lang="en-US" sz="2400" dirty="0">
                <a:solidFill>
                  <a:schemeClr val="dk1"/>
                </a:solidFill>
                <a:latin typeface="Calibri"/>
                <a:ea typeface="Calibri"/>
                <a:cs typeface="Calibri"/>
                <a:sym typeface="Calibri"/>
              </a:rPr>
              <a:t>Graphically, a node is rendered as a  cube, usually including only its name</a:t>
            </a:r>
            <a:endParaRPr sz="2400" dirty="0">
              <a:solidFill>
                <a:schemeClr val="dk1"/>
              </a:solidFill>
              <a:latin typeface="Calibri"/>
              <a:ea typeface="Calibri"/>
              <a:cs typeface="Calibri"/>
              <a:sym typeface="Calibri"/>
            </a:endParaRPr>
          </a:p>
        </p:txBody>
      </p:sp>
      <p:pic>
        <p:nvPicPr>
          <p:cNvPr id="505" name="Google Shape;505;p63"/>
          <p:cNvPicPr preferRelativeResize="0"/>
          <p:nvPr/>
        </p:nvPicPr>
        <p:blipFill rotWithShape="1">
          <a:blip r:embed="rId3">
            <a:alphaModFix/>
          </a:blip>
          <a:srcRect/>
          <a:stretch/>
        </p:blipFill>
        <p:spPr>
          <a:xfrm>
            <a:off x="7904098" y="3505137"/>
            <a:ext cx="2198716" cy="1925637"/>
          </a:xfrm>
          <a:prstGeom prst="rect">
            <a:avLst/>
          </a:prstGeom>
          <a:noFill/>
          <a:ln>
            <a:noFill/>
          </a:ln>
        </p:spPr>
      </p:pic>
      <p:sp>
        <p:nvSpPr>
          <p:cNvPr id="506" name="Google Shape;506;p63"/>
          <p:cNvSpPr txBox="1"/>
          <p:nvPr/>
        </p:nvSpPr>
        <p:spPr>
          <a:xfrm>
            <a:off x="8230026" y="5618274"/>
            <a:ext cx="1546860" cy="329565"/>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en-US" sz="2000" b="1" dirty="0">
                <a:solidFill>
                  <a:schemeClr val="dk1"/>
                </a:solidFill>
                <a:latin typeface="Times New Roman"/>
                <a:ea typeface="Times New Roman"/>
                <a:cs typeface="Times New Roman"/>
                <a:sym typeface="Times New Roman"/>
              </a:rPr>
              <a:t>Figure :Nodes</a:t>
            </a:r>
            <a:endParaRPr sz="2000" dirty="0">
              <a:solidFill>
                <a:schemeClr val="dk1"/>
              </a:solidFill>
              <a:latin typeface="Times New Roman"/>
              <a:ea typeface="Times New Roman"/>
              <a:cs typeface="Times New Roman"/>
              <a:sym typeface="Times New Roman"/>
            </a:endParaRPr>
          </a:p>
        </p:txBody>
      </p:sp>
      <p:sp>
        <p:nvSpPr>
          <p:cNvPr id="507" name="Google Shape;507;p63"/>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18</a:t>
            </a:fld>
            <a:endParaRPr sz="120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E7EAE93D-EB81-4CB9-B1D5-25F611EC424D}"/>
                  </a:ext>
                </a:extLst>
              </p14:cNvPr>
              <p14:cNvContentPartPr/>
              <p14:nvPr/>
            </p14:nvContentPartPr>
            <p14:xfrm>
              <a:off x="1423440" y="2940840"/>
              <a:ext cx="7651440" cy="2682000"/>
            </p14:xfrm>
          </p:contentPart>
        </mc:Choice>
        <mc:Fallback xmlns="">
          <p:pic>
            <p:nvPicPr>
              <p:cNvPr id="2" name="Ink 1">
                <a:extLst>
                  <a:ext uri="{FF2B5EF4-FFF2-40B4-BE49-F238E27FC236}">
                    <a16:creationId xmlns:a16="http://schemas.microsoft.com/office/drawing/2014/main" id="{E7EAE93D-EB81-4CB9-B1D5-25F611EC424D}"/>
                  </a:ext>
                </a:extLst>
              </p:cNvPr>
              <p:cNvPicPr/>
              <p:nvPr/>
            </p:nvPicPr>
            <p:blipFill>
              <a:blip r:embed="rId5"/>
              <a:stretch>
                <a:fillRect/>
              </a:stretch>
            </p:blipFill>
            <p:spPr>
              <a:xfrm>
                <a:off x="1414080" y="2931480"/>
                <a:ext cx="7670160" cy="270072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64"/>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19</a:t>
            </a:fld>
            <a:endParaRPr sz="1200">
              <a:solidFill>
                <a:schemeClr val="dk1"/>
              </a:solidFill>
              <a:latin typeface="Times New Roman"/>
              <a:ea typeface="Times New Roman"/>
              <a:cs typeface="Times New Roman"/>
              <a:sym typeface="Times New Roman"/>
            </a:endParaRPr>
          </a:p>
        </p:txBody>
      </p:sp>
      <p:sp>
        <p:nvSpPr>
          <p:cNvPr id="513" name="Google Shape;513;p64"/>
          <p:cNvSpPr txBox="1">
            <a:spLocks noGrp="1"/>
          </p:cNvSpPr>
          <p:nvPr>
            <p:ph type="title"/>
          </p:nvPr>
        </p:nvSpPr>
        <p:spPr>
          <a:xfrm>
            <a:off x="2450998" y="571323"/>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a:t>Conceptual Model of the UML</a:t>
            </a:r>
            <a:endParaRPr sz="4400"/>
          </a:p>
        </p:txBody>
      </p:sp>
      <p:sp>
        <p:nvSpPr>
          <p:cNvPr id="514" name="Google Shape;514;p64"/>
          <p:cNvSpPr txBox="1"/>
          <p:nvPr/>
        </p:nvSpPr>
        <p:spPr>
          <a:xfrm>
            <a:off x="2288845" y="2067001"/>
            <a:ext cx="9191031" cy="3245489"/>
          </a:xfrm>
          <a:prstGeom prst="rect">
            <a:avLst/>
          </a:prstGeom>
          <a:noFill/>
          <a:ln>
            <a:noFill/>
          </a:ln>
        </p:spPr>
        <p:txBody>
          <a:bodyPr spcFirstLastPara="1" wrap="square" lIns="0" tIns="12050" rIns="0" bIns="0" anchor="t" anchorCtr="0">
            <a:spAutoFit/>
          </a:bodyPr>
          <a:lstStyle/>
          <a:p>
            <a:pPr marL="375285" marR="0" lvl="0" indent="-363219" algn="l" rtl="0">
              <a:spcBef>
                <a:spcPts val="0"/>
              </a:spcBef>
              <a:spcAft>
                <a:spcPts val="0"/>
              </a:spcAft>
              <a:buClr>
                <a:schemeClr val="dk1"/>
              </a:buClr>
              <a:buSzPts val="3100"/>
              <a:buFont typeface="Noto Sans Symbols"/>
              <a:buChar char="❖"/>
            </a:pPr>
            <a:r>
              <a:rPr lang="en-US" sz="3200" b="1" dirty="0">
                <a:solidFill>
                  <a:schemeClr val="dk1"/>
                </a:solidFill>
                <a:latin typeface="Calibri"/>
                <a:ea typeface="Calibri"/>
                <a:cs typeface="Calibri"/>
                <a:sym typeface="Calibri"/>
              </a:rPr>
              <a:t>Behavioral Things:</a:t>
            </a:r>
          </a:p>
          <a:p>
            <a:pPr marL="12066" marR="0" lvl="0" algn="l" rtl="0">
              <a:spcBef>
                <a:spcPts val="0"/>
              </a:spcBef>
              <a:spcAft>
                <a:spcPts val="0"/>
              </a:spcAft>
              <a:buClr>
                <a:schemeClr val="dk1"/>
              </a:buClr>
              <a:buSzPts val="3100"/>
            </a:pPr>
            <a:r>
              <a:rPr lang="en-US" sz="2400" i="1" dirty="0">
                <a:solidFill>
                  <a:schemeClr val="dk1"/>
                </a:solidFill>
                <a:latin typeface="Times New Roman" panose="02020603050405020304" pitchFamily="18" charset="0"/>
                <a:ea typeface="Calibri"/>
                <a:cs typeface="Times New Roman" panose="02020603050405020304" pitchFamily="18" charset="0"/>
                <a:sym typeface="Calibri"/>
              </a:rPr>
              <a:t>Behavioral things </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are the </a:t>
            </a:r>
            <a:r>
              <a:rPr lang="en-US" sz="2400" dirty="0">
                <a:solidFill>
                  <a:srgbClr val="00B0F0"/>
                </a:solidFill>
                <a:latin typeface="Times New Roman" panose="02020603050405020304" pitchFamily="18" charset="0"/>
                <a:ea typeface="Calibri"/>
                <a:cs typeface="Times New Roman" panose="02020603050405020304" pitchFamily="18" charset="0"/>
                <a:sym typeface="Calibri"/>
              </a:rPr>
              <a:t>dynamic parts </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of UML models.</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12700" marR="5080" lvl="0" indent="0" algn="l" rtl="0">
              <a:lnSpc>
                <a:spcPct val="98800"/>
              </a:lnSpc>
              <a:spcBef>
                <a:spcPts val="340"/>
              </a:spcBef>
              <a:spcAft>
                <a:spcPts val="0"/>
              </a:spcAft>
              <a:buNone/>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 These are the </a:t>
            </a:r>
            <a:r>
              <a:rPr lang="en-US" sz="2400" dirty="0">
                <a:solidFill>
                  <a:srgbClr val="C00000"/>
                </a:solidFill>
                <a:latin typeface="Times New Roman" panose="02020603050405020304" pitchFamily="18" charset="0"/>
                <a:ea typeface="Calibri"/>
                <a:cs typeface="Times New Roman" panose="02020603050405020304" pitchFamily="18" charset="0"/>
                <a:sym typeface="Calibri"/>
              </a:rPr>
              <a:t>verbs </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of a model, representing behavior over time  and space.</a:t>
            </a:r>
          </a:p>
          <a:p>
            <a:pPr marL="12700" marR="5080" lvl="0" indent="0" algn="l" rtl="0">
              <a:lnSpc>
                <a:spcPct val="98800"/>
              </a:lnSpc>
              <a:spcBef>
                <a:spcPts val="340"/>
              </a:spcBef>
              <a:spcAft>
                <a:spcPts val="0"/>
              </a:spcAft>
              <a:buNone/>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  In all, there are two primary kinds of behavioral  things.</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l" rtl="0">
              <a:spcBef>
                <a:spcPts val="55"/>
              </a:spcBef>
              <a:spcAft>
                <a:spcPts val="0"/>
              </a:spcAft>
              <a:buNone/>
            </a:pP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469900" marR="0" lvl="0" indent="-457200" algn="l" rtl="0">
              <a:spcBef>
                <a:spcPts val="0"/>
              </a:spcBef>
              <a:spcAft>
                <a:spcPts val="0"/>
              </a:spcAft>
              <a:buClr>
                <a:schemeClr val="dk1"/>
              </a:buClr>
              <a:buSzPts val="2400"/>
              <a:buFont typeface="Calibri"/>
              <a:buAutoNum type="arabicPeriod"/>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Messages</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469900" marR="0" lvl="0" indent="-457200" algn="l" rtl="0">
              <a:spcBef>
                <a:spcPts val="580"/>
              </a:spcBef>
              <a:spcAft>
                <a:spcPts val="0"/>
              </a:spcAft>
              <a:buClr>
                <a:schemeClr val="dk1"/>
              </a:buClr>
              <a:buSzPts val="2400"/>
              <a:buFont typeface="Calibri"/>
              <a:buAutoNum type="arabicPeriod"/>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States</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C4D6B05-0224-47A6-A2D6-28F858F26E98}"/>
                  </a:ext>
                </a:extLst>
              </p14:cNvPr>
              <p14:cNvContentPartPr/>
              <p14:nvPr/>
            </p14:nvContentPartPr>
            <p14:xfrm>
              <a:off x="2007720" y="2979360"/>
              <a:ext cx="4917600" cy="2219760"/>
            </p14:xfrm>
          </p:contentPart>
        </mc:Choice>
        <mc:Fallback xmlns="">
          <p:pic>
            <p:nvPicPr>
              <p:cNvPr id="2" name="Ink 1">
                <a:extLst>
                  <a:ext uri="{FF2B5EF4-FFF2-40B4-BE49-F238E27FC236}">
                    <a16:creationId xmlns:a16="http://schemas.microsoft.com/office/drawing/2014/main" id="{BC4D6B05-0224-47A6-A2D6-28F858F26E98}"/>
                  </a:ext>
                </a:extLst>
              </p:cNvPr>
              <p:cNvPicPr/>
              <p:nvPr/>
            </p:nvPicPr>
            <p:blipFill>
              <a:blip r:embed="rId4"/>
              <a:stretch>
                <a:fillRect/>
              </a:stretch>
            </p:blipFill>
            <p:spPr>
              <a:xfrm>
                <a:off x="1998360" y="2970000"/>
                <a:ext cx="4936320" cy="2238480"/>
              </a:xfrm>
              <a:prstGeom prst="rect">
                <a:avLst/>
              </a:prstGeom>
            </p:spPr>
          </p:pic>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65"/>
          <p:cNvSpPr txBox="1">
            <a:spLocks noGrp="1"/>
          </p:cNvSpPr>
          <p:nvPr>
            <p:ph type="title"/>
          </p:nvPr>
        </p:nvSpPr>
        <p:spPr>
          <a:xfrm>
            <a:off x="2603500" y="102543"/>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dirty="0"/>
              <a:t>Conceptual Model of the UML</a:t>
            </a:r>
            <a:endParaRPr sz="4400" dirty="0"/>
          </a:p>
        </p:txBody>
      </p:sp>
      <p:sp>
        <p:nvSpPr>
          <p:cNvPr id="520" name="Google Shape;520;p65"/>
          <p:cNvSpPr txBox="1"/>
          <p:nvPr/>
        </p:nvSpPr>
        <p:spPr>
          <a:xfrm>
            <a:off x="381000" y="990600"/>
            <a:ext cx="11430000" cy="4687294"/>
          </a:xfrm>
          <a:prstGeom prst="rect">
            <a:avLst/>
          </a:prstGeom>
          <a:noFill/>
          <a:ln>
            <a:noFill/>
          </a:ln>
        </p:spPr>
        <p:txBody>
          <a:bodyPr spcFirstLastPara="1" wrap="square" lIns="0" tIns="110475" rIns="0" bIns="0" anchor="t" anchorCtr="0">
            <a:spAutoFit/>
          </a:bodyPr>
          <a:lstStyle/>
          <a:p>
            <a:pPr marL="356870" marR="0" lvl="0" indent="-344805" algn="l" rtl="0">
              <a:spcBef>
                <a:spcPts val="0"/>
              </a:spcBef>
              <a:spcAft>
                <a:spcPts val="0"/>
              </a:spcAft>
              <a:buClr>
                <a:schemeClr val="dk1"/>
              </a:buClr>
              <a:buSzPts val="3200"/>
              <a:buFont typeface="Arial"/>
              <a:buChar char="•"/>
            </a:pPr>
            <a:r>
              <a:rPr lang="en-US" sz="3200" dirty="0">
                <a:solidFill>
                  <a:schemeClr val="dk1"/>
                </a:solidFill>
                <a:latin typeface="Calibri"/>
                <a:ea typeface="Calibri"/>
                <a:cs typeface="Calibri"/>
                <a:sym typeface="Calibri"/>
              </a:rPr>
              <a:t>Messages:</a:t>
            </a:r>
            <a:endParaRPr sz="3200" dirty="0">
              <a:solidFill>
                <a:schemeClr val="dk1"/>
              </a:solidFill>
              <a:latin typeface="Calibri"/>
              <a:ea typeface="Calibri"/>
              <a:cs typeface="Calibri"/>
              <a:sym typeface="Calibri"/>
            </a:endParaRPr>
          </a:p>
          <a:p>
            <a:pPr marL="12065" marR="5080" lvl="0" algn="l" rtl="0">
              <a:lnSpc>
                <a:spcPct val="104400"/>
              </a:lnSpc>
              <a:spcBef>
                <a:spcPts val="1864"/>
              </a:spcBef>
              <a:spcAft>
                <a:spcPts val="0"/>
              </a:spcAft>
              <a:buClr>
                <a:schemeClr val="dk1"/>
              </a:buClr>
              <a:buSzPts val="2880"/>
            </a:pPr>
            <a:r>
              <a:rPr lang="en-US" sz="2400" dirty="0">
                <a:solidFill>
                  <a:schemeClr val="dk1"/>
                </a:solidFill>
                <a:latin typeface="Calibri"/>
                <a:ea typeface="Calibri"/>
                <a:cs typeface="Calibri"/>
                <a:sym typeface="Calibri"/>
              </a:rPr>
              <a:t>An </a:t>
            </a:r>
            <a:r>
              <a:rPr lang="en-US" sz="2400" i="1" dirty="0">
                <a:solidFill>
                  <a:schemeClr val="dk1"/>
                </a:solidFill>
                <a:latin typeface="Calibri"/>
                <a:ea typeface="Calibri"/>
                <a:cs typeface="Calibri"/>
                <a:sym typeface="Calibri"/>
              </a:rPr>
              <a:t>interaction </a:t>
            </a:r>
            <a:r>
              <a:rPr lang="en-US" sz="2400" dirty="0">
                <a:solidFill>
                  <a:schemeClr val="dk1"/>
                </a:solidFill>
                <a:latin typeface="Calibri"/>
                <a:ea typeface="Calibri"/>
                <a:cs typeface="Calibri"/>
                <a:sym typeface="Calibri"/>
              </a:rPr>
              <a:t>is a behavior that comprises a set of messages  exchanged among a set of objects within a particular context to  accomplish a specific purpose. Graphically, a message is rendered as  a directed line, almost always including the name of its operation.</a:t>
            </a:r>
          </a:p>
          <a:p>
            <a:pPr marL="356870" marR="5080" lvl="0" indent="-344805" algn="l" rtl="0">
              <a:lnSpc>
                <a:spcPct val="104400"/>
              </a:lnSpc>
              <a:spcBef>
                <a:spcPts val="1864"/>
              </a:spcBef>
              <a:spcAft>
                <a:spcPts val="0"/>
              </a:spcAft>
              <a:buClr>
                <a:schemeClr val="dk1"/>
              </a:buClr>
              <a:buSzPts val="2880"/>
              <a:buFont typeface="Arial"/>
              <a:buChar char="•"/>
            </a:pPr>
            <a:endParaRPr sz="2000" dirty="0">
              <a:solidFill>
                <a:schemeClr val="dk1"/>
              </a:solidFill>
              <a:latin typeface="Calibri"/>
              <a:ea typeface="Calibri"/>
              <a:cs typeface="Calibri"/>
              <a:sym typeface="Calibri"/>
            </a:endParaRPr>
          </a:p>
          <a:p>
            <a:pPr marL="0" marR="0" lvl="0" indent="0" algn="l" rtl="0">
              <a:spcBef>
                <a:spcPts val="40"/>
              </a:spcBef>
              <a:spcAft>
                <a:spcPts val="0"/>
              </a:spcAft>
              <a:buClr>
                <a:schemeClr val="dk1"/>
              </a:buClr>
              <a:buSzPts val="2900"/>
              <a:buFont typeface="Calibri"/>
              <a:buNone/>
            </a:pPr>
            <a:endParaRPr sz="2900" dirty="0">
              <a:solidFill>
                <a:schemeClr val="dk1"/>
              </a:solidFill>
              <a:latin typeface="Calibri"/>
              <a:ea typeface="Calibri"/>
              <a:cs typeface="Calibri"/>
              <a:sym typeface="Calibri"/>
            </a:endParaRPr>
          </a:p>
          <a:p>
            <a:pPr marL="356870" marR="0" lvl="0" indent="-344805" algn="l" rtl="0">
              <a:spcBef>
                <a:spcPts val="0"/>
              </a:spcBef>
              <a:spcAft>
                <a:spcPts val="0"/>
              </a:spcAft>
              <a:buClr>
                <a:schemeClr val="dk1"/>
              </a:buClr>
              <a:buSzPts val="3200"/>
              <a:buFont typeface="Arial"/>
              <a:buChar char="•"/>
            </a:pPr>
            <a:r>
              <a:rPr lang="en-US" sz="3200" dirty="0">
                <a:solidFill>
                  <a:schemeClr val="dk1"/>
                </a:solidFill>
                <a:latin typeface="Calibri"/>
                <a:ea typeface="Calibri"/>
                <a:cs typeface="Calibri"/>
                <a:sym typeface="Calibri"/>
              </a:rPr>
              <a:t>States:</a:t>
            </a:r>
            <a:endParaRPr sz="3200" dirty="0">
              <a:solidFill>
                <a:schemeClr val="dk1"/>
              </a:solidFill>
              <a:latin typeface="Calibri"/>
              <a:ea typeface="Calibri"/>
              <a:cs typeface="Calibri"/>
              <a:sym typeface="Calibri"/>
            </a:endParaRPr>
          </a:p>
          <a:p>
            <a:pPr marL="12065" marR="0" lvl="0" algn="l" rtl="0">
              <a:spcBef>
                <a:spcPts val="555"/>
              </a:spcBef>
              <a:spcAft>
                <a:spcPts val="0"/>
              </a:spcAft>
              <a:buClr>
                <a:schemeClr val="dk1"/>
              </a:buClr>
              <a:buSzPts val="2000"/>
            </a:pPr>
            <a:r>
              <a:rPr lang="en-US" sz="2400" dirty="0">
                <a:solidFill>
                  <a:schemeClr val="dk1"/>
                </a:solidFill>
                <a:latin typeface="Calibri"/>
                <a:ea typeface="Calibri"/>
                <a:cs typeface="Calibri"/>
                <a:sym typeface="Calibri"/>
              </a:rPr>
              <a:t>A </a:t>
            </a:r>
            <a:r>
              <a:rPr lang="en-US" sz="2400" i="1" dirty="0">
                <a:solidFill>
                  <a:schemeClr val="dk1"/>
                </a:solidFill>
                <a:latin typeface="Calibri"/>
                <a:ea typeface="Calibri"/>
                <a:cs typeface="Calibri"/>
                <a:sym typeface="Calibri"/>
              </a:rPr>
              <a:t>state machine </a:t>
            </a:r>
            <a:r>
              <a:rPr lang="en-US" sz="2400" dirty="0">
                <a:solidFill>
                  <a:schemeClr val="dk1"/>
                </a:solidFill>
                <a:latin typeface="Calibri"/>
                <a:ea typeface="Calibri"/>
                <a:cs typeface="Calibri"/>
                <a:sym typeface="Calibri"/>
              </a:rPr>
              <a:t>is a behavior that specifies the sequences of states an object or an interaction goes through during its lifetime in response to events, together with its responses to those events.</a:t>
            </a:r>
            <a:endParaRPr sz="2400" dirty="0">
              <a:solidFill>
                <a:schemeClr val="dk1"/>
              </a:solidFill>
              <a:latin typeface="Calibri"/>
              <a:ea typeface="Calibri"/>
              <a:cs typeface="Calibri"/>
              <a:sym typeface="Calibri"/>
            </a:endParaRPr>
          </a:p>
        </p:txBody>
      </p:sp>
      <p:pic>
        <p:nvPicPr>
          <p:cNvPr id="521" name="Google Shape;521;p65"/>
          <p:cNvPicPr preferRelativeResize="0"/>
          <p:nvPr/>
        </p:nvPicPr>
        <p:blipFill rotWithShape="1">
          <a:blip r:embed="rId3">
            <a:alphaModFix/>
          </a:blip>
          <a:srcRect/>
          <a:stretch/>
        </p:blipFill>
        <p:spPr>
          <a:xfrm>
            <a:off x="8827066" y="5404429"/>
            <a:ext cx="2666881" cy="925941"/>
          </a:xfrm>
          <a:prstGeom prst="rect">
            <a:avLst/>
          </a:prstGeom>
          <a:noFill/>
          <a:ln>
            <a:noFill/>
          </a:ln>
        </p:spPr>
      </p:pic>
      <p:sp>
        <p:nvSpPr>
          <p:cNvPr id="522" name="Google Shape;522;p65"/>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20</a:t>
            </a:fld>
            <a:endParaRPr sz="1200">
              <a:solidFill>
                <a:schemeClr val="dk1"/>
              </a:solidFill>
              <a:latin typeface="Times New Roman"/>
              <a:ea typeface="Times New Roman"/>
              <a:cs typeface="Times New Roman"/>
              <a:sym typeface="Times New Roman"/>
            </a:endParaRPr>
          </a:p>
        </p:txBody>
      </p:sp>
      <p:pic>
        <p:nvPicPr>
          <p:cNvPr id="2" name="Picture 1">
            <a:extLst>
              <a:ext uri="{FF2B5EF4-FFF2-40B4-BE49-F238E27FC236}">
                <a16:creationId xmlns:a16="http://schemas.microsoft.com/office/drawing/2014/main" id="{DA9A8124-0C06-462D-AA17-20F2FC446C1B}"/>
              </a:ext>
            </a:extLst>
          </p:cNvPr>
          <p:cNvPicPr>
            <a:picLocks noChangeAspect="1"/>
          </p:cNvPicPr>
          <p:nvPr/>
        </p:nvPicPr>
        <p:blipFill>
          <a:blip r:embed="rId4"/>
          <a:stretch>
            <a:fillRect/>
          </a:stretch>
        </p:blipFill>
        <p:spPr>
          <a:xfrm>
            <a:off x="2819400" y="3025287"/>
            <a:ext cx="5153085" cy="807426"/>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A1E54C7E-AA7B-4D47-B5B0-2286962F8F24}"/>
                  </a:ext>
                </a:extLst>
              </p14:cNvPr>
              <p14:cNvContentPartPr/>
              <p14:nvPr/>
            </p14:nvContentPartPr>
            <p14:xfrm>
              <a:off x="4034520" y="3746160"/>
              <a:ext cx="3103560" cy="2782440"/>
            </p14:xfrm>
          </p:contentPart>
        </mc:Choice>
        <mc:Fallback xmlns="">
          <p:pic>
            <p:nvPicPr>
              <p:cNvPr id="3" name="Ink 2">
                <a:extLst>
                  <a:ext uri="{FF2B5EF4-FFF2-40B4-BE49-F238E27FC236}">
                    <a16:creationId xmlns:a16="http://schemas.microsoft.com/office/drawing/2014/main" id="{A1E54C7E-AA7B-4D47-B5B0-2286962F8F24}"/>
                  </a:ext>
                </a:extLst>
              </p:cNvPr>
              <p:cNvPicPr/>
              <p:nvPr/>
            </p:nvPicPr>
            <p:blipFill>
              <a:blip r:embed="rId6"/>
              <a:stretch>
                <a:fillRect/>
              </a:stretch>
            </p:blipFill>
            <p:spPr>
              <a:xfrm>
                <a:off x="4025160" y="3736800"/>
                <a:ext cx="3122280" cy="280116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66"/>
          <p:cNvSpPr txBox="1">
            <a:spLocks noGrp="1"/>
          </p:cNvSpPr>
          <p:nvPr>
            <p:ph type="title"/>
          </p:nvPr>
        </p:nvSpPr>
        <p:spPr>
          <a:xfrm>
            <a:off x="2603398" y="464897"/>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a:t>Conceptual Model of the UML</a:t>
            </a:r>
            <a:endParaRPr sz="4400"/>
          </a:p>
        </p:txBody>
      </p:sp>
      <p:sp>
        <p:nvSpPr>
          <p:cNvPr id="528" name="Google Shape;528;p66"/>
          <p:cNvSpPr txBox="1"/>
          <p:nvPr/>
        </p:nvSpPr>
        <p:spPr>
          <a:xfrm>
            <a:off x="2286000" y="1646720"/>
            <a:ext cx="3188335" cy="512445"/>
          </a:xfrm>
          <a:prstGeom prst="rect">
            <a:avLst/>
          </a:prstGeom>
          <a:noFill/>
          <a:ln>
            <a:noFill/>
          </a:ln>
        </p:spPr>
        <p:txBody>
          <a:bodyPr spcFirstLastPara="1" wrap="square" lIns="0" tIns="12050" rIns="0" bIns="0" anchor="t" anchorCtr="0">
            <a:spAutoFit/>
          </a:bodyPr>
          <a:lstStyle/>
          <a:p>
            <a:pPr marL="375285" marR="0" lvl="0" indent="-363219" algn="l" rtl="0">
              <a:spcBef>
                <a:spcPts val="0"/>
              </a:spcBef>
              <a:spcAft>
                <a:spcPts val="0"/>
              </a:spcAft>
              <a:buClr>
                <a:schemeClr val="dk1"/>
              </a:buClr>
              <a:buSzPts val="3100"/>
              <a:buFont typeface="Noto Sans Symbols"/>
              <a:buChar char="❖"/>
            </a:pPr>
            <a:r>
              <a:rPr lang="en-US" sz="3200" dirty="0">
                <a:solidFill>
                  <a:schemeClr val="dk1"/>
                </a:solidFill>
                <a:latin typeface="Calibri"/>
                <a:ea typeface="Calibri"/>
                <a:cs typeface="Calibri"/>
                <a:sym typeface="Calibri"/>
              </a:rPr>
              <a:t>Grouping Things:</a:t>
            </a:r>
            <a:endParaRPr sz="3200" dirty="0">
              <a:solidFill>
                <a:schemeClr val="dk1"/>
              </a:solidFill>
              <a:latin typeface="Calibri"/>
              <a:ea typeface="Calibri"/>
              <a:cs typeface="Calibri"/>
              <a:sym typeface="Calibri"/>
            </a:endParaRPr>
          </a:p>
        </p:txBody>
      </p:sp>
      <p:sp>
        <p:nvSpPr>
          <p:cNvPr id="529" name="Google Shape;529;p66"/>
          <p:cNvSpPr txBox="1"/>
          <p:nvPr/>
        </p:nvSpPr>
        <p:spPr>
          <a:xfrm>
            <a:off x="609600" y="2309443"/>
            <a:ext cx="7162800" cy="4133178"/>
          </a:xfrm>
          <a:prstGeom prst="rect">
            <a:avLst/>
          </a:prstGeom>
          <a:noFill/>
          <a:ln>
            <a:noFill/>
          </a:ln>
        </p:spPr>
        <p:txBody>
          <a:bodyPr spcFirstLastPara="1" wrap="square" lIns="0" tIns="11425" rIns="0" bIns="0" anchor="t" anchorCtr="0">
            <a:spAutoFit/>
          </a:bodyPr>
          <a:lstStyle/>
          <a:p>
            <a:pPr marL="356870" marR="281940" lvl="0" indent="-344805" algn="l" rtl="0">
              <a:spcBef>
                <a:spcPts val="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	</a:t>
            </a:r>
            <a:r>
              <a:rPr lang="en-US" sz="2400" i="1" dirty="0">
                <a:solidFill>
                  <a:srgbClr val="C00000"/>
                </a:solidFill>
                <a:latin typeface="Calibri"/>
                <a:ea typeface="Calibri"/>
                <a:cs typeface="Calibri"/>
                <a:sym typeface="Calibri"/>
              </a:rPr>
              <a:t>Grouping things </a:t>
            </a:r>
            <a:r>
              <a:rPr lang="en-US" sz="2400" dirty="0">
                <a:solidFill>
                  <a:srgbClr val="C00000"/>
                </a:solidFill>
                <a:latin typeface="Calibri"/>
                <a:ea typeface="Calibri"/>
                <a:cs typeface="Calibri"/>
                <a:sym typeface="Calibri"/>
              </a:rPr>
              <a:t>are the organizational parts of  UML models</a:t>
            </a:r>
            <a:r>
              <a:rPr lang="en-US" sz="2400" dirty="0">
                <a:solidFill>
                  <a:schemeClr val="dk1"/>
                </a:solidFill>
                <a:latin typeface="Calibri"/>
                <a:ea typeface="Calibri"/>
                <a:cs typeface="Calibri"/>
                <a:sym typeface="Calibri"/>
              </a:rPr>
              <a:t>. These are the boxes into which a  model can be decomposed. In all, there is one  primary kind of grouping thing, namely, packages.</a:t>
            </a:r>
            <a:endParaRPr sz="2400" dirty="0">
              <a:solidFill>
                <a:schemeClr val="dk1"/>
              </a:solidFill>
              <a:latin typeface="Calibri"/>
              <a:ea typeface="Calibri"/>
              <a:cs typeface="Calibri"/>
              <a:sym typeface="Calibri"/>
            </a:endParaRPr>
          </a:p>
          <a:p>
            <a:pPr marL="356870" marR="0" lvl="0" indent="-344805" algn="l" rtl="0">
              <a:spcBef>
                <a:spcPts val="705"/>
              </a:spcBef>
              <a:spcAft>
                <a:spcPts val="0"/>
              </a:spcAft>
              <a:buClr>
                <a:schemeClr val="dk1"/>
              </a:buClr>
              <a:buSzPts val="2400"/>
              <a:buFont typeface="Arial"/>
              <a:buChar char="•"/>
            </a:pPr>
            <a:r>
              <a:rPr lang="en-US" sz="2800" dirty="0">
                <a:solidFill>
                  <a:schemeClr val="dk1"/>
                </a:solidFill>
                <a:latin typeface="Calibri"/>
                <a:ea typeface="Calibri"/>
                <a:cs typeface="Calibri"/>
                <a:sym typeface="Calibri"/>
              </a:rPr>
              <a:t>Packages</a:t>
            </a:r>
            <a:r>
              <a:rPr lang="en-US" sz="3600" dirty="0">
                <a:solidFill>
                  <a:schemeClr val="dk1"/>
                </a:solidFill>
                <a:latin typeface="Calibri"/>
                <a:ea typeface="Calibri"/>
                <a:cs typeface="Calibri"/>
                <a:sym typeface="Calibri"/>
              </a:rPr>
              <a:t>:</a:t>
            </a:r>
            <a:endParaRPr sz="3600" dirty="0">
              <a:solidFill>
                <a:schemeClr val="dk1"/>
              </a:solidFill>
              <a:latin typeface="Calibri"/>
              <a:ea typeface="Calibri"/>
              <a:cs typeface="Calibri"/>
              <a:sym typeface="Calibri"/>
            </a:endParaRPr>
          </a:p>
          <a:p>
            <a:pPr marL="356870" marR="5080" lvl="0" indent="-344805" algn="l" rtl="0">
              <a:spcBef>
                <a:spcPts val="550"/>
              </a:spcBef>
              <a:spcAft>
                <a:spcPts val="0"/>
              </a:spcAft>
              <a:buClr>
                <a:schemeClr val="dk1"/>
              </a:buClr>
              <a:buSzPts val="1800"/>
              <a:buFont typeface="Arial"/>
              <a:buChar char="•"/>
            </a:pPr>
            <a:r>
              <a:rPr lang="en-US" sz="2000" dirty="0">
                <a:solidFill>
                  <a:schemeClr val="dk1"/>
                </a:solidFill>
                <a:latin typeface="Calibri"/>
                <a:ea typeface="Calibri"/>
                <a:cs typeface="Calibri"/>
                <a:sym typeface="Calibri"/>
              </a:rPr>
              <a:t>	</a:t>
            </a:r>
            <a:r>
              <a:rPr lang="en-US" sz="2400" dirty="0">
                <a:solidFill>
                  <a:srgbClr val="C00000"/>
                </a:solidFill>
                <a:latin typeface="Calibri"/>
                <a:ea typeface="Calibri"/>
                <a:cs typeface="Calibri"/>
                <a:sym typeface="Calibri"/>
              </a:rPr>
              <a:t>A </a:t>
            </a:r>
            <a:r>
              <a:rPr lang="en-US" sz="2400" i="1" dirty="0">
                <a:solidFill>
                  <a:srgbClr val="C00000"/>
                </a:solidFill>
                <a:latin typeface="Calibri"/>
                <a:ea typeface="Calibri"/>
                <a:cs typeface="Calibri"/>
                <a:sym typeface="Calibri"/>
              </a:rPr>
              <a:t>package </a:t>
            </a:r>
            <a:r>
              <a:rPr lang="en-US" sz="2400" dirty="0">
                <a:solidFill>
                  <a:srgbClr val="C00000"/>
                </a:solidFill>
                <a:latin typeface="Calibri"/>
                <a:ea typeface="Calibri"/>
                <a:cs typeface="Calibri"/>
                <a:sym typeface="Calibri"/>
              </a:rPr>
              <a:t>is a general-purpose mechanism for  organizing elements into groups</a:t>
            </a:r>
            <a:r>
              <a:rPr lang="en-US" sz="2400" dirty="0">
                <a:solidFill>
                  <a:schemeClr val="dk1"/>
                </a:solidFill>
                <a:latin typeface="Calibri"/>
                <a:ea typeface="Calibri"/>
                <a:cs typeface="Calibri"/>
                <a:sym typeface="Calibri"/>
              </a:rPr>
              <a:t>.</a:t>
            </a:r>
          </a:p>
          <a:p>
            <a:pPr marL="356870" marR="5080" lvl="0" indent="-344805" algn="l" rtl="0">
              <a:spcBef>
                <a:spcPts val="550"/>
              </a:spcBef>
              <a:spcAft>
                <a:spcPts val="0"/>
              </a:spcAft>
              <a:buClr>
                <a:schemeClr val="dk1"/>
              </a:buClr>
              <a:buSzPts val="1800"/>
              <a:buFont typeface="Arial"/>
              <a:buChar char="•"/>
            </a:pPr>
            <a:r>
              <a:rPr lang="en-US" sz="2400" dirty="0">
                <a:solidFill>
                  <a:schemeClr val="dk1"/>
                </a:solidFill>
                <a:latin typeface="Calibri"/>
                <a:ea typeface="Calibri"/>
                <a:cs typeface="Calibri"/>
                <a:sym typeface="Calibri"/>
              </a:rPr>
              <a:t> Graphically, a  package is rendered as a tabbed folder, usually  including only its name and, sometimes, its contents</a:t>
            </a:r>
            <a:endParaRPr sz="2400" dirty="0">
              <a:solidFill>
                <a:schemeClr val="dk1"/>
              </a:solidFill>
              <a:latin typeface="Calibri"/>
              <a:ea typeface="Calibri"/>
              <a:cs typeface="Calibri"/>
              <a:sym typeface="Calibri"/>
            </a:endParaRPr>
          </a:p>
        </p:txBody>
      </p:sp>
      <p:pic>
        <p:nvPicPr>
          <p:cNvPr id="530" name="Google Shape;530;p66"/>
          <p:cNvPicPr preferRelativeResize="0"/>
          <p:nvPr/>
        </p:nvPicPr>
        <p:blipFill rotWithShape="1">
          <a:blip r:embed="rId3">
            <a:alphaModFix/>
          </a:blip>
          <a:srcRect/>
          <a:stretch/>
        </p:blipFill>
        <p:spPr>
          <a:xfrm>
            <a:off x="8207376" y="4267210"/>
            <a:ext cx="2266265" cy="1692264"/>
          </a:xfrm>
          <a:prstGeom prst="rect">
            <a:avLst/>
          </a:prstGeom>
          <a:noFill/>
          <a:ln>
            <a:noFill/>
          </a:ln>
        </p:spPr>
      </p:pic>
      <p:sp>
        <p:nvSpPr>
          <p:cNvPr id="531" name="Google Shape;531;p66"/>
          <p:cNvSpPr txBox="1"/>
          <p:nvPr/>
        </p:nvSpPr>
        <p:spPr>
          <a:xfrm>
            <a:off x="8170927" y="3670554"/>
            <a:ext cx="2116455" cy="329565"/>
          </a:xfrm>
          <a:prstGeom prst="rect">
            <a:avLst/>
          </a:prstGeom>
          <a:noFill/>
          <a:ln>
            <a:noFill/>
          </a:ln>
        </p:spPr>
        <p:txBody>
          <a:bodyPr spcFirstLastPara="1" wrap="square" lIns="0" tIns="11425" rIns="0" bIns="0" anchor="t" anchorCtr="0">
            <a:spAutoFit/>
          </a:bodyPr>
          <a:lstStyle/>
          <a:p>
            <a:pPr marL="12700" marR="0" lvl="0" indent="0" algn="l" rtl="0">
              <a:spcBef>
                <a:spcPts val="0"/>
              </a:spcBef>
              <a:spcAft>
                <a:spcPts val="0"/>
              </a:spcAft>
              <a:buNone/>
            </a:pPr>
            <a:r>
              <a:rPr lang="en-US" sz="2000" b="1">
                <a:solidFill>
                  <a:schemeClr val="dk1"/>
                </a:solidFill>
                <a:latin typeface="Arial"/>
                <a:ea typeface="Arial"/>
                <a:cs typeface="Arial"/>
                <a:sym typeface="Arial"/>
              </a:rPr>
              <a:t>Figure: Packages</a:t>
            </a:r>
            <a:endParaRPr sz="2000">
              <a:solidFill>
                <a:schemeClr val="dk1"/>
              </a:solidFill>
              <a:latin typeface="Arial"/>
              <a:ea typeface="Arial"/>
              <a:cs typeface="Arial"/>
              <a:sym typeface="Arial"/>
            </a:endParaRPr>
          </a:p>
        </p:txBody>
      </p:sp>
      <p:sp>
        <p:nvSpPr>
          <p:cNvPr id="532" name="Google Shape;532;p66"/>
          <p:cNvSpPr txBox="1"/>
          <p:nvPr/>
        </p:nvSpPr>
        <p:spPr>
          <a:xfrm>
            <a:off x="9931907" y="6448280"/>
            <a:ext cx="228600" cy="179536"/>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rgbClr val="888888"/>
                </a:solidFill>
                <a:latin typeface="Times New Roman"/>
                <a:ea typeface="Times New Roman"/>
                <a:cs typeface="Times New Roman"/>
                <a:sym typeface="Times New Roman"/>
              </a:rPr>
              <a:t>21</a:t>
            </a:fld>
            <a:endParaRPr sz="120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787E6D4-7FE1-4AB3-8D8D-AC98C688CCCE}"/>
                  </a:ext>
                </a:extLst>
              </p14:cNvPr>
              <p14:cNvContentPartPr/>
              <p14:nvPr/>
            </p14:nvContentPartPr>
            <p14:xfrm>
              <a:off x="8402760" y="1863000"/>
              <a:ext cx="2043000" cy="1404360"/>
            </p14:xfrm>
          </p:contentPart>
        </mc:Choice>
        <mc:Fallback xmlns="">
          <p:pic>
            <p:nvPicPr>
              <p:cNvPr id="2" name="Ink 1">
                <a:extLst>
                  <a:ext uri="{FF2B5EF4-FFF2-40B4-BE49-F238E27FC236}">
                    <a16:creationId xmlns:a16="http://schemas.microsoft.com/office/drawing/2014/main" id="{2787E6D4-7FE1-4AB3-8D8D-AC98C688CCCE}"/>
                  </a:ext>
                </a:extLst>
              </p:cNvPr>
              <p:cNvPicPr/>
              <p:nvPr/>
            </p:nvPicPr>
            <p:blipFill>
              <a:blip r:embed="rId5"/>
              <a:stretch>
                <a:fillRect/>
              </a:stretch>
            </p:blipFill>
            <p:spPr>
              <a:xfrm>
                <a:off x="8393400" y="1853640"/>
                <a:ext cx="2061720" cy="142308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67"/>
          <p:cNvSpPr txBox="1">
            <a:spLocks noGrp="1"/>
          </p:cNvSpPr>
          <p:nvPr>
            <p:ph type="title"/>
          </p:nvPr>
        </p:nvSpPr>
        <p:spPr>
          <a:xfrm>
            <a:off x="2603398" y="464897"/>
            <a:ext cx="6985000"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dirty="0"/>
              <a:t>Conceptual Model of the UML</a:t>
            </a:r>
            <a:endParaRPr sz="4400" dirty="0"/>
          </a:p>
        </p:txBody>
      </p:sp>
      <p:sp>
        <p:nvSpPr>
          <p:cNvPr id="538" name="Google Shape;538;p67"/>
          <p:cNvSpPr txBox="1"/>
          <p:nvPr/>
        </p:nvSpPr>
        <p:spPr>
          <a:xfrm>
            <a:off x="9957307" y="6431686"/>
            <a:ext cx="177800" cy="197490"/>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1200">
                <a:solidFill>
                  <a:srgbClr val="888888"/>
                </a:solidFill>
                <a:latin typeface="Times New Roman"/>
                <a:ea typeface="Times New Roman"/>
                <a:cs typeface="Times New Roman"/>
                <a:sym typeface="Times New Roman"/>
              </a:rPr>
              <a:t>24</a:t>
            </a:r>
            <a:endParaRPr sz="1200">
              <a:solidFill>
                <a:schemeClr val="dk1"/>
              </a:solidFill>
              <a:latin typeface="Times New Roman"/>
              <a:ea typeface="Times New Roman"/>
              <a:cs typeface="Times New Roman"/>
              <a:sym typeface="Times New Roman"/>
            </a:endParaRPr>
          </a:p>
        </p:txBody>
      </p:sp>
      <p:pic>
        <p:nvPicPr>
          <p:cNvPr id="539" name="Google Shape;539;p67"/>
          <p:cNvPicPr preferRelativeResize="0"/>
          <p:nvPr/>
        </p:nvPicPr>
        <p:blipFill rotWithShape="1">
          <a:blip r:embed="rId3">
            <a:alphaModFix/>
          </a:blip>
          <a:srcRect/>
          <a:stretch/>
        </p:blipFill>
        <p:spPr>
          <a:xfrm>
            <a:off x="3581401" y="4768809"/>
            <a:ext cx="2719273" cy="1176367"/>
          </a:xfrm>
          <a:prstGeom prst="rect">
            <a:avLst/>
          </a:prstGeom>
          <a:noFill/>
          <a:ln>
            <a:noFill/>
          </a:ln>
        </p:spPr>
      </p:pic>
      <p:sp>
        <p:nvSpPr>
          <p:cNvPr id="540" name="Google Shape;540;p67"/>
          <p:cNvSpPr txBox="1"/>
          <p:nvPr/>
        </p:nvSpPr>
        <p:spPr>
          <a:xfrm>
            <a:off x="1371600" y="1495452"/>
            <a:ext cx="9905999" cy="4271677"/>
          </a:xfrm>
          <a:prstGeom prst="rect">
            <a:avLst/>
          </a:prstGeom>
          <a:noFill/>
          <a:ln>
            <a:noFill/>
          </a:ln>
        </p:spPr>
        <p:txBody>
          <a:bodyPr spcFirstLastPara="1" wrap="square" lIns="0" tIns="125725" rIns="0" bIns="0" anchor="t" anchorCtr="0">
            <a:spAutoFit/>
          </a:bodyPr>
          <a:lstStyle/>
          <a:p>
            <a:pPr marL="356870" marR="0" lvl="0" indent="-344805" algn="l" rtl="0">
              <a:spcBef>
                <a:spcPts val="0"/>
              </a:spcBef>
              <a:spcAft>
                <a:spcPts val="0"/>
              </a:spcAft>
              <a:buClr>
                <a:schemeClr val="dk1"/>
              </a:buClr>
              <a:buSzPts val="3200"/>
              <a:buFont typeface="Arial"/>
              <a:buChar char="•"/>
            </a:pPr>
            <a:r>
              <a:rPr lang="en-US" sz="3600" b="1" dirty="0" err="1">
                <a:solidFill>
                  <a:schemeClr val="dk1"/>
                </a:solidFill>
                <a:latin typeface="Calibri"/>
                <a:ea typeface="Calibri"/>
                <a:cs typeface="Calibri"/>
                <a:sym typeface="Calibri"/>
              </a:rPr>
              <a:t>Annotational</a:t>
            </a:r>
            <a:r>
              <a:rPr lang="en-US" sz="3600" b="1" dirty="0">
                <a:solidFill>
                  <a:schemeClr val="dk1"/>
                </a:solidFill>
                <a:latin typeface="Calibri"/>
                <a:ea typeface="Calibri"/>
                <a:cs typeface="Calibri"/>
                <a:sym typeface="Calibri"/>
              </a:rPr>
              <a:t> Things:</a:t>
            </a:r>
            <a:endParaRPr sz="3600" dirty="0">
              <a:solidFill>
                <a:schemeClr val="dk1"/>
              </a:solidFill>
              <a:latin typeface="Calibri"/>
              <a:ea typeface="Calibri"/>
              <a:cs typeface="Calibri"/>
              <a:sym typeface="Calibri"/>
            </a:endParaRPr>
          </a:p>
          <a:p>
            <a:pPr marL="356870" marR="5080" lvl="0" indent="-344805" algn="just" rtl="0">
              <a:spcBef>
                <a:spcPts val="555"/>
              </a:spcBef>
              <a:spcAft>
                <a:spcPts val="0"/>
              </a:spcAft>
              <a:buClr>
                <a:schemeClr val="dk1"/>
              </a:buClr>
              <a:buSzPts val="2000"/>
              <a:buFont typeface="Arial"/>
              <a:buChar char="•"/>
            </a:pPr>
            <a:r>
              <a:rPr lang="en-US" sz="2400" i="1" dirty="0" err="1">
                <a:solidFill>
                  <a:srgbClr val="C00000"/>
                </a:solidFill>
                <a:latin typeface="Calibri"/>
                <a:ea typeface="Calibri"/>
                <a:cs typeface="Calibri"/>
                <a:sym typeface="Calibri"/>
              </a:rPr>
              <a:t>Annotational</a:t>
            </a:r>
            <a:r>
              <a:rPr lang="en-US" sz="2400" i="1" dirty="0">
                <a:solidFill>
                  <a:srgbClr val="C00000"/>
                </a:solidFill>
                <a:latin typeface="Calibri"/>
                <a:ea typeface="Calibri"/>
                <a:cs typeface="Calibri"/>
                <a:sym typeface="Calibri"/>
              </a:rPr>
              <a:t> things </a:t>
            </a:r>
            <a:r>
              <a:rPr lang="en-US" sz="2400" dirty="0">
                <a:solidFill>
                  <a:srgbClr val="C00000"/>
                </a:solidFill>
                <a:latin typeface="Calibri"/>
                <a:ea typeface="Calibri"/>
                <a:cs typeface="Calibri"/>
                <a:sym typeface="Calibri"/>
              </a:rPr>
              <a:t>are the explanatory parts of UML models</a:t>
            </a:r>
            <a:r>
              <a:rPr lang="en-US" sz="2400" dirty="0">
                <a:solidFill>
                  <a:schemeClr val="dk1"/>
                </a:solidFill>
                <a:latin typeface="Calibri"/>
                <a:ea typeface="Calibri"/>
                <a:cs typeface="Calibri"/>
                <a:sym typeface="Calibri"/>
              </a:rPr>
              <a:t>. </a:t>
            </a:r>
            <a:r>
              <a:rPr lang="en-US" sz="2400" dirty="0">
                <a:solidFill>
                  <a:srgbClr val="C00000"/>
                </a:solidFill>
                <a:latin typeface="Calibri"/>
                <a:ea typeface="Calibri"/>
                <a:cs typeface="Calibri"/>
                <a:sym typeface="Calibri"/>
              </a:rPr>
              <a:t>These are  the comments you may apply </a:t>
            </a:r>
            <a:r>
              <a:rPr lang="en-US" sz="2400" dirty="0">
                <a:solidFill>
                  <a:schemeClr val="dk1"/>
                </a:solidFill>
                <a:latin typeface="Calibri"/>
                <a:ea typeface="Calibri"/>
                <a:cs typeface="Calibri"/>
                <a:sym typeface="Calibri"/>
              </a:rPr>
              <a:t>to describe, illuminate, and remark about  any element in a model.</a:t>
            </a:r>
            <a:endParaRPr sz="2400" dirty="0">
              <a:solidFill>
                <a:schemeClr val="dk1"/>
              </a:solidFill>
              <a:latin typeface="Calibri"/>
              <a:ea typeface="Calibri"/>
              <a:cs typeface="Calibri"/>
              <a:sym typeface="Calibri"/>
            </a:endParaRPr>
          </a:p>
          <a:p>
            <a:pPr marL="356870" marR="56514" lvl="0" indent="-344805" algn="l" rtl="0">
              <a:spcBef>
                <a:spcPts val="480"/>
              </a:spcBef>
              <a:spcAft>
                <a:spcPts val="0"/>
              </a:spcAft>
              <a:buClr>
                <a:schemeClr val="dk1"/>
              </a:buClr>
              <a:buSzPts val="2000"/>
              <a:buFont typeface="Arial"/>
              <a:buChar char="•"/>
            </a:pPr>
            <a:r>
              <a:rPr lang="en-US" sz="2400" dirty="0">
                <a:solidFill>
                  <a:schemeClr val="dk1"/>
                </a:solidFill>
                <a:latin typeface="Calibri"/>
                <a:ea typeface="Calibri"/>
                <a:cs typeface="Calibri"/>
                <a:sym typeface="Calibri"/>
              </a:rPr>
              <a:t>There is one primary kind of annotation thing, called a </a:t>
            </a:r>
            <a:r>
              <a:rPr lang="en-US" sz="2400" dirty="0">
                <a:solidFill>
                  <a:srgbClr val="C00000"/>
                </a:solidFill>
                <a:latin typeface="Calibri"/>
                <a:ea typeface="Calibri"/>
                <a:cs typeface="Calibri"/>
                <a:sym typeface="Calibri"/>
              </a:rPr>
              <a:t>note</a:t>
            </a:r>
            <a:r>
              <a:rPr lang="en-US" sz="2400" dirty="0">
                <a:solidFill>
                  <a:schemeClr val="dk1"/>
                </a:solidFill>
                <a:latin typeface="Calibri"/>
                <a:ea typeface="Calibri"/>
                <a:cs typeface="Calibri"/>
                <a:sym typeface="Calibri"/>
              </a:rPr>
              <a:t>.</a:t>
            </a:r>
          </a:p>
          <a:p>
            <a:pPr marL="356870" marR="56514" lvl="0" indent="-344805" algn="l" rtl="0">
              <a:spcBef>
                <a:spcPts val="480"/>
              </a:spcBef>
              <a:spcAft>
                <a:spcPts val="0"/>
              </a:spcAft>
              <a:buClr>
                <a:schemeClr val="dk1"/>
              </a:buClr>
              <a:buSzPts val="2000"/>
              <a:buFont typeface="Arial"/>
              <a:buChar char="•"/>
            </a:pPr>
            <a:r>
              <a:rPr lang="en-US" sz="2400" dirty="0">
                <a:solidFill>
                  <a:schemeClr val="dk1"/>
                </a:solidFill>
                <a:latin typeface="Calibri"/>
                <a:ea typeface="Calibri"/>
                <a:cs typeface="Calibri"/>
                <a:sym typeface="Calibri"/>
              </a:rPr>
              <a:t> A </a:t>
            </a:r>
            <a:r>
              <a:rPr lang="en-US" sz="2400" i="1" dirty="0">
                <a:solidFill>
                  <a:srgbClr val="C00000"/>
                </a:solidFill>
                <a:latin typeface="Calibri"/>
                <a:ea typeface="Calibri"/>
                <a:cs typeface="Calibri"/>
                <a:sym typeface="Calibri"/>
              </a:rPr>
              <a:t>note</a:t>
            </a:r>
            <a:r>
              <a:rPr lang="en-US" sz="2400" i="1" dirty="0">
                <a:solidFill>
                  <a:schemeClr val="dk1"/>
                </a:solidFill>
                <a:latin typeface="Calibri"/>
                <a:ea typeface="Calibri"/>
                <a:cs typeface="Calibri"/>
                <a:sym typeface="Calibri"/>
              </a:rPr>
              <a:t> </a:t>
            </a:r>
            <a:r>
              <a:rPr lang="en-US" sz="2400" dirty="0">
                <a:solidFill>
                  <a:schemeClr val="dk1"/>
                </a:solidFill>
                <a:latin typeface="Calibri"/>
                <a:ea typeface="Calibri"/>
                <a:cs typeface="Calibri"/>
                <a:sym typeface="Calibri"/>
              </a:rPr>
              <a:t>is  simply a symbol for rendering constraints and comments attached to an  element or a collection of elements.</a:t>
            </a:r>
            <a:endParaRPr sz="24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400" dirty="0">
              <a:solidFill>
                <a:schemeClr val="dk1"/>
              </a:solidFill>
              <a:latin typeface="Calibri"/>
              <a:ea typeface="Calibri"/>
              <a:cs typeface="Calibri"/>
              <a:sym typeface="Calibri"/>
            </a:endParaRPr>
          </a:p>
          <a:p>
            <a:pPr marL="0" marR="0" lvl="0" indent="0" algn="l" rtl="0">
              <a:spcBef>
                <a:spcPts val="10"/>
              </a:spcBef>
              <a:spcAft>
                <a:spcPts val="0"/>
              </a:spcAft>
              <a:buNone/>
            </a:pPr>
            <a:endParaRPr sz="2800" dirty="0">
              <a:solidFill>
                <a:schemeClr val="dk1"/>
              </a:solidFill>
              <a:latin typeface="Calibri"/>
              <a:ea typeface="Calibri"/>
              <a:cs typeface="Calibri"/>
              <a:sym typeface="Calibri"/>
            </a:endParaRPr>
          </a:p>
          <a:p>
            <a:pPr marL="4585970" marR="0" lvl="0" indent="0" algn="l" rtl="0">
              <a:spcBef>
                <a:spcPts val="0"/>
              </a:spcBef>
              <a:spcAft>
                <a:spcPts val="0"/>
              </a:spcAft>
              <a:buNone/>
            </a:pPr>
            <a:r>
              <a:rPr lang="en-US" sz="2400" b="1" dirty="0">
                <a:solidFill>
                  <a:schemeClr val="dk1"/>
                </a:solidFill>
                <a:latin typeface="Arial"/>
                <a:ea typeface="Arial"/>
                <a:cs typeface="Arial"/>
                <a:sym typeface="Arial"/>
              </a:rPr>
              <a:t>	</a:t>
            </a:r>
            <a:endParaRPr sz="2400" dirty="0">
              <a:solidFill>
                <a:schemeClr val="dk1"/>
              </a:solidFill>
              <a:latin typeface="Arial"/>
              <a:ea typeface="Arial"/>
              <a:cs typeface="Arial"/>
              <a:sym typeface="Arial"/>
            </a:endParaRPr>
          </a:p>
        </p:txBody>
      </p:sp>
      <p:sp>
        <p:nvSpPr>
          <p:cNvPr id="2" name="Rectangle 1">
            <a:extLst>
              <a:ext uri="{FF2B5EF4-FFF2-40B4-BE49-F238E27FC236}">
                <a16:creationId xmlns:a16="http://schemas.microsoft.com/office/drawing/2014/main" id="{8DF32A8B-BDC7-4B77-AB29-AE6EA70DC234}"/>
              </a:ext>
            </a:extLst>
          </p:cNvPr>
          <p:cNvSpPr/>
          <p:nvPr/>
        </p:nvSpPr>
        <p:spPr>
          <a:xfrm>
            <a:off x="3955966" y="6023771"/>
            <a:ext cx="1736373" cy="369332"/>
          </a:xfrm>
          <a:prstGeom prst="rect">
            <a:avLst/>
          </a:prstGeom>
        </p:spPr>
        <p:txBody>
          <a:bodyPr wrap="none">
            <a:spAutoFit/>
          </a:bodyPr>
          <a:lstStyle/>
          <a:p>
            <a:r>
              <a:rPr lang="en-US" b="1" dirty="0">
                <a:solidFill>
                  <a:schemeClr val="dk1"/>
                </a:solidFill>
                <a:latin typeface="Arial"/>
                <a:ea typeface="Arial"/>
                <a:cs typeface="Arial"/>
                <a:sym typeface="Arial"/>
              </a:rPr>
              <a:t>Figure:  Notes</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188842"/>
            <a:ext cx="10515600" cy="6490253"/>
          </a:xfrm>
        </p:spPr>
        <p:txBody>
          <a:bodyPr/>
          <a:lstStyle/>
          <a:p>
            <a:pPr marL="0" indent="0">
              <a:buNone/>
            </a:pPr>
            <a:r>
              <a:rPr lang="en-IN" sz="2600" b="1" dirty="0">
                <a:solidFill>
                  <a:srgbClr val="000000"/>
                </a:solidFill>
                <a:latin typeface="Calibri "/>
              </a:rPr>
              <a:t>2.Relationships: </a:t>
            </a:r>
          </a:p>
          <a:p>
            <a:pPr marL="179388" indent="-179388"/>
            <a:r>
              <a:rPr lang="en-US" sz="2600" dirty="0">
                <a:solidFill>
                  <a:srgbClr val="C00000"/>
                </a:solidFill>
                <a:latin typeface="Calibri "/>
              </a:rPr>
              <a:t>A relationship is a connection among things.</a:t>
            </a:r>
            <a:r>
              <a:rPr lang="en-US" sz="2600" dirty="0">
                <a:solidFill>
                  <a:srgbClr val="000000"/>
                </a:solidFill>
                <a:latin typeface="Calibri "/>
              </a:rPr>
              <a:t> </a:t>
            </a:r>
          </a:p>
          <a:p>
            <a:pPr marL="179388" indent="-179388"/>
            <a:r>
              <a:rPr lang="en-US" sz="2600" dirty="0">
                <a:solidFill>
                  <a:srgbClr val="000000"/>
                </a:solidFill>
                <a:latin typeface="Calibri "/>
              </a:rPr>
              <a:t>In object-oriented modeling, the most important relationships are </a:t>
            </a:r>
            <a:r>
              <a:rPr lang="en-US" sz="2600" dirty="0">
                <a:solidFill>
                  <a:srgbClr val="C00000"/>
                </a:solidFill>
                <a:latin typeface="Calibri "/>
              </a:rPr>
              <a:t>dependencies, generalizations , associations and realization</a:t>
            </a:r>
            <a:r>
              <a:rPr lang="en-US" sz="2600" dirty="0">
                <a:solidFill>
                  <a:srgbClr val="000000"/>
                </a:solidFill>
                <a:latin typeface="Calibri "/>
              </a:rPr>
              <a:t>. </a:t>
            </a:r>
          </a:p>
          <a:p>
            <a:endParaRPr lang="en-IN" sz="2600" dirty="0">
              <a:solidFill>
                <a:srgbClr val="000000"/>
              </a:solidFill>
              <a:latin typeface="Calibri "/>
            </a:endParaRPr>
          </a:p>
        </p:txBody>
      </p:sp>
    </p:spTree>
    <p:extLst>
      <p:ext uri="{BB962C8B-B14F-4D97-AF65-F5344CB8AC3E}">
        <p14:creationId xmlns:p14="http://schemas.microsoft.com/office/powerpoint/2010/main" val="3544460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83C5-48FF-4D97-8D77-274EFAFED2D5}"/>
              </a:ext>
            </a:extLst>
          </p:cNvPr>
          <p:cNvSpPr>
            <a:spLocks noGrp="1"/>
          </p:cNvSpPr>
          <p:nvPr>
            <p:ph type="title"/>
          </p:nvPr>
        </p:nvSpPr>
        <p:spPr>
          <a:xfrm>
            <a:off x="609600" y="167013"/>
            <a:ext cx="10972800" cy="564823"/>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AC541414-EA88-4E12-B220-3C27ADE8231D}"/>
              </a:ext>
            </a:extLst>
          </p:cNvPr>
          <p:cNvSpPr>
            <a:spLocks noGrp="1"/>
          </p:cNvSpPr>
          <p:nvPr>
            <p:ph idx="1"/>
          </p:nvPr>
        </p:nvSpPr>
        <p:spPr>
          <a:xfrm>
            <a:off x="609600" y="846513"/>
            <a:ext cx="10972800" cy="5715000"/>
          </a:xfrm>
        </p:spPr>
        <p:txBody>
          <a:bodyPr/>
          <a:lstStyle/>
          <a:p>
            <a:r>
              <a:rPr lang="en-IN" sz="2400" b="1" dirty="0">
                <a:solidFill>
                  <a:srgbClr val="000000"/>
                </a:solidFill>
                <a:latin typeface="Calibri "/>
              </a:rPr>
              <a:t>Dependencies </a:t>
            </a:r>
          </a:p>
          <a:p>
            <a:pPr marL="715963" indent="-179388"/>
            <a:r>
              <a:rPr lang="en-US" sz="2400" dirty="0">
                <a:solidFill>
                  <a:srgbClr val="000000"/>
                </a:solidFill>
                <a:latin typeface="Calibri "/>
              </a:rPr>
              <a:t>Relationship that states that one thing uses the information and services of another thing , but not necessarily the reverse. </a:t>
            </a:r>
          </a:p>
          <a:p>
            <a:pPr marL="715963" indent="-179388"/>
            <a:r>
              <a:rPr lang="en-US" sz="2400" dirty="0">
                <a:solidFill>
                  <a:srgbClr val="000000"/>
                </a:solidFill>
                <a:latin typeface="Calibri "/>
              </a:rPr>
              <a:t>A dependency exists between two classes when one class relies on another, but the relationship is not as strong as association or inheritance. It represents a more loosely coupled connection between classes.</a:t>
            </a:r>
          </a:p>
          <a:p>
            <a:pPr marL="715963" indent="-179388"/>
            <a:r>
              <a:rPr lang="en-US" sz="2400" dirty="0"/>
              <a:t>Dependencies are often depicted as a dashed arrow  pointing from the </a:t>
            </a:r>
            <a:r>
              <a:rPr lang="en-US" sz="2400" b="1" dirty="0"/>
              <a:t>dependent (client)</a:t>
            </a:r>
            <a:r>
              <a:rPr lang="en-US" sz="2400" dirty="0"/>
              <a:t> to the </a:t>
            </a:r>
            <a:r>
              <a:rPr lang="en-US" sz="2400" b="1" dirty="0"/>
              <a:t>independent (supplier)</a:t>
            </a:r>
            <a:r>
              <a:rPr lang="en-US" sz="2400" dirty="0"/>
              <a:t> element, occasionally including a label</a:t>
            </a:r>
            <a:endParaRPr lang="en-US" sz="2400" dirty="0">
              <a:solidFill>
                <a:srgbClr val="000000"/>
              </a:solidFill>
              <a:latin typeface="Calibri "/>
            </a:endParaRPr>
          </a:p>
          <a:p>
            <a:pPr marL="536575" indent="0">
              <a:buNone/>
            </a:pPr>
            <a:endParaRPr lang="en-US" sz="2400" dirty="0">
              <a:solidFill>
                <a:srgbClr val="000000"/>
              </a:solidFill>
              <a:latin typeface="Calibri "/>
            </a:endParaRPr>
          </a:p>
          <a:p>
            <a:endParaRPr lang="en-IN" dirty="0"/>
          </a:p>
        </p:txBody>
      </p:sp>
      <p:pic>
        <p:nvPicPr>
          <p:cNvPr id="4" name="Picture 3">
            <a:extLst>
              <a:ext uri="{FF2B5EF4-FFF2-40B4-BE49-F238E27FC236}">
                <a16:creationId xmlns:a16="http://schemas.microsoft.com/office/drawing/2014/main" id="{6C2865AA-4B54-46D7-ACAC-1E196FB6F42D}"/>
              </a:ext>
            </a:extLst>
          </p:cNvPr>
          <p:cNvPicPr>
            <a:picLocks noChangeAspect="1"/>
          </p:cNvPicPr>
          <p:nvPr/>
        </p:nvPicPr>
        <p:blipFill>
          <a:blip r:embed="rId3"/>
          <a:stretch>
            <a:fillRect/>
          </a:stretch>
        </p:blipFill>
        <p:spPr>
          <a:xfrm>
            <a:off x="383771" y="4671738"/>
            <a:ext cx="5300868" cy="1987826"/>
          </a:xfrm>
          <a:prstGeom prst="rect">
            <a:avLst/>
          </a:prstGeom>
        </p:spPr>
      </p:pic>
      <p:sp>
        <p:nvSpPr>
          <p:cNvPr id="5" name="Rectangle 1">
            <a:extLst>
              <a:ext uri="{FF2B5EF4-FFF2-40B4-BE49-F238E27FC236}">
                <a16:creationId xmlns:a16="http://schemas.microsoft.com/office/drawing/2014/main" id="{DA5394E3-8737-4257-87F7-A797F4A3EC0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2920A4EF-C266-4CDE-A16B-F144D1F8F707}"/>
              </a:ext>
            </a:extLst>
          </p:cNvPr>
          <p:cNvPicPr>
            <a:picLocks noChangeAspect="1"/>
          </p:cNvPicPr>
          <p:nvPr/>
        </p:nvPicPr>
        <p:blipFill>
          <a:blip r:embed="rId4"/>
          <a:stretch>
            <a:fillRect/>
          </a:stretch>
        </p:blipFill>
        <p:spPr>
          <a:xfrm>
            <a:off x="7015942" y="4971149"/>
            <a:ext cx="4316580" cy="1230225"/>
          </a:xfrm>
          <a:prstGeom prst="rect">
            <a:avLst/>
          </a:prstGeom>
        </p:spPr>
      </p:pic>
    </p:spTree>
    <p:extLst>
      <p:ext uri="{BB962C8B-B14F-4D97-AF65-F5344CB8AC3E}">
        <p14:creationId xmlns:p14="http://schemas.microsoft.com/office/powerpoint/2010/main" val="1659159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7690-1AF5-4020-BF38-84F5AA888272}"/>
              </a:ext>
            </a:extLst>
          </p:cNvPr>
          <p:cNvSpPr>
            <a:spLocks noGrp="1"/>
          </p:cNvSpPr>
          <p:nvPr>
            <p:ph type="title"/>
          </p:nvPr>
        </p:nvSpPr>
        <p:spPr>
          <a:xfrm>
            <a:off x="609600" y="274638"/>
            <a:ext cx="10972800" cy="457198"/>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8FE1F9C2-F914-407F-9D73-7104E770433D}"/>
              </a:ext>
            </a:extLst>
          </p:cNvPr>
          <p:cNvSpPr>
            <a:spLocks noGrp="1"/>
          </p:cNvSpPr>
          <p:nvPr>
            <p:ph idx="1"/>
          </p:nvPr>
        </p:nvSpPr>
        <p:spPr>
          <a:xfrm>
            <a:off x="609600" y="914401"/>
            <a:ext cx="10972800" cy="5211764"/>
          </a:xfrm>
        </p:spPr>
        <p:txBody>
          <a:bodyPr/>
          <a:lstStyle/>
          <a:p>
            <a:pPr marL="0" indent="0">
              <a:buNone/>
            </a:pPr>
            <a:r>
              <a:rPr lang="en-US" sz="2400" dirty="0"/>
              <a:t>Let’s consider a scenario where a Person depends on a Book.</a:t>
            </a:r>
          </a:p>
          <a:p>
            <a:r>
              <a:rPr lang="en-US" sz="2400" b="1" dirty="0"/>
              <a:t>Person Class:</a:t>
            </a:r>
            <a:r>
              <a:rPr lang="en-US" sz="2400" dirty="0"/>
              <a:t> Represents an individual who reads a book. The Person class depends on the Book class to access and read the content.</a:t>
            </a:r>
          </a:p>
          <a:p>
            <a:r>
              <a:rPr lang="en-US" sz="2400" b="1" dirty="0"/>
              <a:t>Book Class:</a:t>
            </a:r>
            <a:r>
              <a:rPr lang="en-US" sz="2400" dirty="0"/>
              <a:t> Represents a book that contains content to be read by a person. The Book class is independent and can exist without the Person class.</a:t>
            </a:r>
          </a:p>
          <a:p>
            <a:pPr marL="0" indent="0">
              <a:buNone/>
            </a:pPr>
            <a:br>
              <a:rPr lang="en-US" dirty="0"/>
            </a:br>
            <a:endParaRPr lang="en-IN" dirty="0"/>
          </a:p>
        </p:txBody>
      </p:sp>
      <p:pic>
        <p:nvPicPr>
          <p:cNvPr id="5" name="Picture 4">
            <a:extLst>
              <a:ext uri="{FF2B5EF4-FFF2-40B4-BE49-F238E27FC236}">
                <a16:creationId xmlns:a16="http://schemas.microsoft.com/office/drawing/2014/main" id="{A582EA79-C96F-4275-A2BF-E795A3D849A9}"/>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3124200" y="3200400"/>
            <a:ext cx="5334000" cy="326073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9679813-938B-4F02-BAC7-08AD9F1B5B4F}"/>
                  </a:ext>
                </a:extLst>
              </p14:cNvPr>
              <p14:cNvContentPartPr/>
              <p14:nvPr/>
            </p14:nvContentPartPr>
            <p14:xfrm>
              <a:off x="920880" y="3014640"/>
              <a:ext cx="7174080" cy="2080440"/>
            </p14:xfrm>
          </p:contentPart>
        </mc:Choice>
        <mc:Fallback xmlns="">
          <p:pic>
            <p:nvPicPr>
              <p:cNvPr id="4" name="Ink 3">
                <a:extLst>
                  <a:ext uri="{FF2B5EF4-FFF2-40B4-BE49-F238E27FC236}">
                    <a16:creationId xmlns:a16="http://schemas.microsoft.com/office/drawing/2014/main" id="{99679813-938B-4F02-BAC7-08AD9F1B5B4F}"/>
                  </a:ext>
                </a:extLst>
              </p:cNvPr>
              <p:cNvPicPr/>
              <p:nvPr/>
            </p:nvPicPr>
            <p:blipFill>
              <a:blip r:embed="rId4"/>
              <a:stretch>
                <a:fillRect/>
              </a:stretch>
            </p:blipFill>
            <p:spPr>
              <a:xfrm>
                <a:off x="911520" y="3005280"/>
                <a:ext cx="7192800" cy="2099160"/>
              </a:xfrm>
              <a:prstGeom prst="rect">
                <a:avLst/>
              </a:prstGeom>
            </p:spPr>
          </p:pic>
        </mc:Fallback>
      </mc:AlternateContent>
    </p:spTree>
    <p:extLst>
      <p:ext uri="{BB962C8B-B14F-4D97-AF65-F5344CB8AC3E}">
        <p14:creationId xmlns:p14="http://schemas.microsoft.com/office/powerpoint/2010/main" val="340315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147278"/>
            <a:ext cx="10515600" cy="6490253"/>
          </a:xfrm>
        </p:spPr>
        <p:txBody>
          <a:bodyPr/>
          <a:lstStyle/>
          <a:p>
            <a:r>
              <a:rPr lang="en-IN" sz="2600" b="1" dirty="0">
                <a:solidFill>
                  <a:srgbClr val="000000"/>
                </a:solidFill>
                <a:latin typeface="Calibri "/>
              </a:rPr>
              <a:t>Generalizations </a:t>
            </a:r>
          </a:p>
          <a:p>
            <a:r>
              <a:rPr lang="en-US" sz="2400" dirty="0">
                <a:solidFill>
                  <a:srgbClr val="000000"/>
                </a:solidFill>
                <a:latin typeface="Calibri "/>
              </a:rPr>
              <a:t>A generalization is a relationship between a general kind of thing and a more specific kind of thing.</a:t>
            </a:r>
          </a:p>
          <a:p>
            <a:r>
              <a:rPr lang="en-US" sz="2400" dirty="0">
                <a:solidFill>
                  <a:srgbClr val="000000"/>
                </a:solidFill>
                <a:latin typeface="Calibri "/>
              </a:rPr>
              <a:t>Generalization is sometimes called an </a:t>
            </a:r>
            <a:r>
              <a:rPr lang="en-US" sz="2400" dirty="0">
                <a:solidFill>
                  <a:srgbClr val="C00000"/>
                </a:solidFill>
                <a:latin typeface="Calibri "/>
              </a:rPr>
              <a:t>"is-a-kind-of" </a:t>
            </a:r>
            <a:r>
              <a:rPr lang="en-US" sz="2400" dirty="0">
                <a:solidFill>
                  <a:srgbClr val="000000"/>
                </a:solidFill>
                <a:latin typeface="Calibri "/>
              </a:rPr>
              <a:t>relationship:</a:t>
            </a:r>
          </a:p>
          <a:p>
            <a:r>
              <a:rPr lang="en-US" sz="2400" dirty="0">
                <a:solidFill>
                  <a:srgbClr val="000000"/>
                </a:solidFill>
                <a:latin typeface="Calibri "/>
              </a:rPr>
              <a:t> one thing (class Journal) is-a-kind-of a more general thing (the class Book). </a:t>
            </a:r>
            <a:endParaRPr lang="en-IN" sz="2400" dirty="0">
              <a:solidFill>
                <a:srgbClr val="000000"/>
              </a:solidFill>
              <a:latin typeface="Calibri "/>
            </a:endParaRPr>
          </a:p>
        </p:txBody>
      </p:sp>
      <p:pic>
        <p:nvPicPr>
          <p:cNvPr id="4" name="Picture 3">
            <a:extLst>
              <a:ext uri="{FF2B5EF4-FFF2-40B4-BE49-F238E27FC236}">
                <a16:creationId xmlns:a16="http://schemas.microsoft.com/office/drawing/2014/main" id="{CCA91A56-DB26-4A56-B7F9-0D0E78A8BBF7}"/>
              </a:ext>
            </a:extLst>
          </p:cNvPr>
          <p:cNvPicPr>
            <a:picLocks noChangeAspect="1"/>
          </p:cNvPicPr>
          <p:nvPr/>
        </p:nvPicPr>
        <p:blipFill>
          <a:blip r:embed="rId2"/>
          <a:stretch>
            <a:fillRect/>
          </a:stretch>
        </p:blipFill>
        <p:spPr>
          <a:xfrm>
            <a:off x="5075901" y="2310844"/>
            <a:ext cx="6053455" cy="4310061"/>
          </a:xfrm>
          <a:prstGeom prst="rect">
            <a:avLst/>
          </a:prstGeom>
        </p:spPr>
      </p:pic>
      <p:sp>
        <p:nvSpPr>
          <p:cNvPr id="2" name="Rectangle 1">
            <a:extLst>
              <a:ext uri="{FF2B5EF4-FFF2-40B4-BE49-F238E27FC236}">
                <a16:creationId xmlns:a16="http://schemas.microsoft.com/office/drawing/2014/main" id="{62CC8A5E-17EB-4958-A750-95957BF6EF1B}"/>
              </a:ext>
            </a:extLst>
          </p:cNvPr>
          <p:cNvSpPr/>
          <p:nvPr/>
        </p:nvSpPr>
        <p:spPr>
          <a:xfrm>
            <a:off x="838200" y="3059944"/>
            <a:ext cx="3502430" cy="2308324"/>
          </a:xfrm>
          <a:prstGeom prst="rect">
            <a:avLst/>
          </a:prstGeom>
        </p:spPr>
        <p:txBody>
          <a:bodyPr wrap="square">
            <a:spAutoFit/>
          </a:bodyPr>
          <a:lstStyle/>
          <a:p>
            <a:pPr marL="342900" indent="-342900">
              <a:buFont typeface="Arial" panose="020B0604020202020204" pitchFamily="34" charset="0"/>
              <a:buChar char="•"/>
            </a:pPr>
            <a:r>
              <a:rPr lang="en-IN" sz="2400" dirty="0">
                <a:solidFill>
                  <a:srgbClr val="000000"/>
                </a:solidFill>
                <a:latin typeface="Calibri "/>
              </a:rPr>
              <a:t>Graphically, a </a:t>
            </a:r>
            <a:r>
              <a:rPr lang="en-US" sz="2400" dirty="0">
                <a:solidFill>
                  <a:srgbClr val="000000"/>
                </a:solidFill>
                <a:latin typeface="Calibri "/>
              </a:rPr>
              <a:t>generalization relationship is rendered as a solid line with a hollow arrowhead pointing to the </a:t>
            </a:r>
            <a:r>
              <a:rPr lang="en-IN" sz="2400" dirty="0">
                <a:solidFill>
                  <a:srgbClr val="000000"/>
                </a:solidFill>
                <a:latin typeface="Calibri "/>
              </a:rPr>
              <a:t>parent.</a:t>
            </a:r>
          </a:p>
        </p:txBody>
      </p:sp>
    </p:spTree>
    <p:extLst>
      <p:ext uri="{BB962C8B-B14F-4D97-AF65-F5344CB8AC3E}">
        <p14:creationId xmlns:p14="http://schemas.microsoft.com/office/powerpoint/2010/main" val="1328169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A7348-17F7-4916-9609-87B09F535E6F}"/>
              </a:ext>
            </a:extLst>
          </p:cNvPr>
          <p:cNvSpPr>
            <a:spLocks noGrp="1"/>
          </p:cNvSpPr>
          <p:nvPr>
            <p:ph type="title"/>
          </p:nvPr>
        </p:nvSpPr>
        <p:spPr>
          <a:xfrm>
            <a:off x="609600" y="274638"/>
            <a:ext cx="10972800" cy="41116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6BE22C82-20C1-4331-B475-80C9F6404B98}"/>
              </a:ext>
            </a:extLst>
          </p:cNvPr>
          <p:cNvSpPr>
            <a:spLocks noGrp="1"/>
          </p:cNvSpPr>
          <p:nvPr>
            <p:ph idx="1"/>
          </p:nvPr>
        </p:nvSpPr>
        <p:spPr>
          <a:xfrm>
            <a:off x="551411" y="1367444"/>
            <a:ext cx="10972800" cy="4912153"/>
          </a:xfrm>
        </p:spPr>
        <p:txBody>
          <a:bodyPr/>
          <a:lstStyle/>
          <a:p>
            <a:r>
              <a:rPr lang="en-US" sz="2400" dirty="0"/>
              <a:t>Here one class (the subclass or child) inherits the properties and behaviors of another class (the superclass or parent).</a:t>
            </a:r>
          </a:p>
          <a:p>
            <a:r>
              <a:rPr lang="en-US" sz="2400" dirty="0" err="1"/>
              <a:t>Eg</a:t>
            </a:r>
            <a:r>
              <a:rPr lang="en-US" sz="2400" dirty="0"/>
              <a:t> : In  bank accounts, we can use generalization to represent different types of accounts such as current accounts, savings accounts, and credit accounts. </a:t>
            </a:r>
          </a:p>
          <a:p>
            <a:pPr marL="0" indent="0">
              <a:buNone/>
            </a:pPr>
            <a:br>
              <a:rPr lang="en-US" sz="2400" dirty="0"/>
            </a:br>
            <a:endParaRPr lang="en-IN" sz="2400" dirty="0"/>
          </a:p>
        </p:txBody>
      </p:sp>
      <p:pic>
        <p:nvPicPr>
          <p:cNvPr id="5" name="Picture 4">
            <a:extLst>
              <a:ext uri="{FF2B5EF4-FFF2-40B4-BE49-F238E27FC236}">
                <a16:creationId xmlns:a16="http://schemas.microsoft.com/office/drawing/2014/main" id="{56891CB7-4D49-41F5-9349-5184475C64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3237827"/>
            <a:ext cx="4953000" cy="3345535"/>
          </a:xfrm>
          <a:prstGeom prst="rect">
            <a:avLst/>
          </a:prstGeom>
        </p:spPr>
      </p:pic>
    </p:spTree>
    <p:extLst>
      <p:ext uri="{BB962C8B-B14F-4D97-AF65-F5344CB8AC3E}">
        <p14:creationId xmlns:p14="http://schemas.microsoft.com/office/powerpoint/2010/main" val="1373517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188842"/>
            <a:ext cx="10515600" cy="6490253"/>
          </a:xfrm>
        </p:spPr>
        <p:txBody>
          <a:bodyPr/>
          <a:lstStyle/>
          <a:p>
            <a:r>
              <a:rPr lang="en-IN" sz="2600" b="1" dirty="0">
                <a:solidFill>
                  <a:srgbClr val="000000"/>
                </a:solidFill>
                <a:latin typeface="Calibri "/>
              </a:rPr>
              <a:t>Associations </a:t>
            </a:r>
          </a:p>
          <a:p>
            <a:pPr marL="715963" indent="-358775"/>
            <a:r>
              <a:rPr lang="en-US" sz="2600" dirty="0">
                <a:solidFill>
                  <a:srgbClr val="000000"/>
                </a:solidFill>
                <a:latin typeface="Calibri "/>
              </a:rPr>
              <a:t>An </a:t>
            </a:r>
            <a:r>
              <a:rPr lang="en-US" sz="2600" dirty="0">
                <a:solidFill>
                  <a:schemeClr val="accent5">
                    <a:lumMod val="75000"/>
                  </a:schemeClr>
                </a:solidFill>
                <a:latin typeface="Calibri "/>
              </a:rPr>
              <a:t>association</a:t>
            </a:r>
            <a:r>
              <a:rPr lang="en-US" sz="2600" dirty="0">
                <a:solidFill>
                  <a:srgbClr val="000000"/>
                </a:solidFill>
                <a:latin typeface="Calibri "/>
              </a:rPr>
              <a:t> is a structural relationship that specifies that objects of one thing are connected to objects of another. </a:t>
            </a:r>
          </a:p>
          <a:p>
            <a:pPr marL="715963" indent="-358775"/>
            <a:r>
              <a:rPr lang="en-US" sz="2600" dirty="0">
                <a:solidFill>
                  <a:srgbClr val="000000"/>
                </a:solidFill>
                <a:latin typeface="Calibri "/>
              </a:rPr>
              <a:t>Given an association connecting two classes, you can relate objects of one class to objects of the other class. </a:t>
            </a:r>
          </a:p>
          <a:p>
            <a:pPr marL="715963" indent="-358775"/>
            <a:r>
              <a:rPr lang="en-US" sz="2600" dirty="0">
                <a:solidFill>
                  <a:srgbClr val="000000"/>
                </a:solidFill>
                <a:latin typeface="Calibri "/>
              </a:rPr>
              <a:t>An association that connects exactly two classes is called a binary association. </a:t>
            </a:r>
          </a:p>
          <a:p>
            <a:pPr marL="715963" indent="-358775"/>
            <a:r>
              <a:rPr lang="en-US" sz="2600" dirty="0">
                <a:solidFill>
                  <a:srgbClr val="000000"/>
                </a:solidFill>
                <a:latin typeface="Calibri "/>
              </a:rPr>
              <a:t>Although it's not as common, you can have associations that connect more than two classes; these are called </a:t>
            </a:r>
            <a:r>
              <a:rPr lang="en-US" sz="2600" dirty="0">
                <a:solidFill>
                  <a:schemeClr val="accent5">
                    <a:lumMod val="75000"/>
                  </a:schemeClr>
                </a:solidFill>
                <a:latin typeface="Calibri "/>
              </a:rPr>
              <a:t>n-</a:t>
            </a:r>
            <a:r>
              <a:rPr lang="en-US" sz="2600" dirty="0" err="1">
                <a:solidFill>
                  <a:schemeClr val="accent5">
                    <a:lumMod val="75000"/>
                  </a:schemeClr>
                </a:solidFill>
                <a:latin typeface="Calibri "/>
              </a:rPr>
              <a:t>ary</a:t>
            </a:r>
            <a:r>
              <a:rPr lang="en-US" sz="2600" dirty="0">
                <a:solidFill>
                  <a:schemeClr val="accent5">
                    <a:lumMod val="75000"/>
                  </a:schemeClr>
                </a:solidFill>
                <a:latin typeface="Calibri "/>
              </a:rPr>
              <a:t> associations</a:t>
            </a:r>
            <a:r>
              <a:rPr lang="en-US" sz="2600" dirty="0">
                <a:solidFill>
                  <a:srgbClr val="000000"/>
                </a:solidFill>
                <a:latin typeface="Calibri "/>
              </a:rPr>
              <a:t>. </a:t>
            </a:r>
          </a:p>
          <a:p>
            <a:pPr marL="715963" indent="-358775"/>
            <a:r>
              <a:rPr lang="en-US" sz="2600" dirty="0">
                <a:solidFill>
                  <a:srgbClr val="000000"/>
                </a:solidFill>
                <a:latin typeface="Calibri "/>
              </a:rPr>
              <a:t>There are four adornments that apply to associations : </a:t>
            </a:r>
            <a:r>
              <a:rPr lang="en-US" sz="2600" dirty="0">
                <a:solidFill>
                  <a:schemeClr val="accent5">
                    <a:lumMod val="75000"/>
                  </a:schemeClr>
                </a:solidFill>
                <a:latin typeface="Calibri "/>
              </a:rPr>
              <a:t>Name, Role, Multiplicity and Aggregation.</a:t>
            </a:r>
          </a:p>
          <a:p>
            <a:r>
              <a:rPr lang="en-US" sz="2600" dirty="0">
                <a:solidFill>
                  <a:srgbClr val="000000"/>
                </a:solidFill>
                <a:latin typeface="Calibri "/>
              </a:rPr>
              <a:t>Graphically, an association is rendered as a solid line, possibly directed, occasionally including a label, and often containing other adornments, such as </a:t>
            </a:r>
            <a:r>
              <a:rPr lang="en-IN" sz="2600" dirty="0">
                <a:solidFill>
                  <a:srgbClr val="000000"/>
                </a:solidFill>
                <a:latin typeface="Calibri "/>
              </a:rPr>
              <a:t>multiplicity and role names</a:t>
            </a:r>
          </a:p>
        </p:txBody>
      </p:sp>
    </p:spTree>
    <p:extLst>
      <p:ext uri="{BB962C8B-B14F-4D97-AF65-F5344CB8AC3E}">
        <p14:creationId xmlns:p14="http://schemas.microsoft.com/office/powerpoint/2010/main" val="3189584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188842"/>
            <a:ext cx="10515600" cy="6490253"/>
          </a:xfrm>
        </p:spPr>
        <p:txBody>
          <a:bodyPr/>
          <a:lstStyle/>
          <a:p>
            <a:pPr marL="0" indent="0">
              <a:buNone/>
            </a:pPr>
            <a:r>
              <a:rPr lang="en-US" b="1" dirty="0"/>
              <a:t>Name:</a:t>
            </a:r>
          </a:p>
          <a:p>
            <a:r>
              <a:rPr lang="en-US" sz="2600" dirty="0">
                <a:solidFill>
                  <a:srgbClr val="000000"/>
                </a:solidFill>
                <a:latin typeface="Calibri "/>
              </a:rPr>
              <a:t>An association can have a name, which is used to describe the nature of the relationship.</a:t>
            </a:r>
          </a:p>
          <a:p>
            <a:endParaRPr lang="en-US" sz="2600" dirty="0">
              <a:solidFill>
                <a:srgbClr val="000000"/>
              </a:solidFill>
              <a:latin typeface="Calibri "/>
            </a:endParaRPr>
          </a:p>
          <a:p>
            <a:endParaRPr lang="en-US" sz="2600" dirty="0">
              <a:solidFill>
                <a:srgbClr val="000000"/>
              </a:solidFill>
              <a:latin typeface="Calibri "/>
            </a:endParaRPr>
          </a:p>
          <a:p>
            <a:pPr marL="0" indent="0">
              <a:buNone/>
            </a:pPr>
            <a:r>
              <a:rPr lang="en-IN" b="1" dirty="0"/>
              <a:t>Role </a:t>
            </a:r>
            <a:r>
              <a:rPr lang="en-US" sz="2600" b="1" dirty="0">
                <a:solidFill>
                  <a:srgbClr val="000000"/>
                </a:solidFill>
                <a:latin typeface="Calibri "/>
              </a:rPr>
              <a:t>:</a:t>
            </a:r>
          </a:p>
          <a:p>
            <a:r>
              <a:rPr lang="en-US" sz="2600" dirty="0">
                <a:solidFill>
                  <a:srgbClr val="000000"/>
                </a:solidFill>
                <a:latin typeface="Calibri "/>
              </a:rPr>
              <a:t>Class has a specific role that it plays in that relationship; a role is just the face the class at the far end of the association presents to the class at the near end of the association. </a:t>
            </a:r>
          </a:p>
          <a:p>
            <a:r>
              <a:rPr lang="en-US" sz="2600" dirty="0">
                <a:solidFill>
                  <a:srgbClr val="000000"/>
                </a:solidFill>
                <a:latin typeface="Calibri "/>
              </a:rPr>
              <a:t>Explicitly name the role a class plays in an association. </a:t>
            </a:r>
          </a:p>
          <a:p>
            <a:endParaRPr lang="en-IN" dirty="0"/>
          </a:p>
        </p:txBody>
      </p:sp>
      <p:pic>
        <p:nvPicPr>
          <p:cNvPr id="4" name="Picture 3">
            <a:extLst>
              <a:ext uri="{FF2B5EF4-FFF2-40B4-BE49-F238E27FC236}">
                <a16:creationId xmlns:a16="http://schemas.microsoft.com/office/drawing/2014/main" id="{AEDFC319-71F8-447C-9C01-C7C34038D728}"/>
              </a:ext>
            </a:extLst>
          </p:cNvPr>
          <p:cNvPicPr>
            <a:picLocks noChangeAspect="1"/>
          </p:cNvPicPr>
          <p:nvPr/>
        </p:nvPicPr>
        <p:blipFill>
          <a:blip r:embed="rId3"/>
          <a:stretch>
            <a:fillRect/>
          </a:stretch>
        </p:blipFill>
        <p:spPr>
          <a:xfrm>
            <a:off x="6553200" y="1295400"/>
            <a:ext cx="4014310" cy="1731171"/>
          </a:xfrm>
          <a:prstGeom prst="rect">
            <a:avLst/>
          </a:prstGeom>
        </p:spPr>
      </p:pic>
      <p:pic>
        <p:nvPicPr>
          <p:cNvPr id="6" name="Picture 5">
            <a:extLst>
              <a:ext uri="{FF2B5EF4-FFF2-40B4-BE49-F238E27FC236}">
                <a16:creationId xmlns:a16="http://schemas.microsoft.com/office/drawing/2014/main" id="{6F513AFB-239A-49FA-BFDE-644F1C96504F}"/>
              </a:ext>
            </a:extLst>
          </p:cNvPr>
          <p:cNvPicPr>
            <a:picLocks noChangeAspect="1"/>
          </p:cNvPicPr>
          <p:nvPr/>
        </p:nvPicPr>
        <p:blipFill>
          <a:blip r:embed="rId4"/>
          <a:stretch>
            <a:fillRect/>
          </a:stretch>
        </p:blipFill>
        <p:spPr>
          <a:xfrm>
            <a:off x="5779382" y="5029200"/>
            <a:ext cx="5955007" cy="1288050"/>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A2915F7-A3E0-45CC-8AC0-AFD474A16C7D}"/>
                  </a:ext>
                </a:extLst>
              </p14:cNvPr>
              <p14:cNvContentPartPr/>
              <p14:nvPr/>
            </p14:nvContentPartPr>
            <p14:xfrm>
              <a:off x="1648080" y="1622520"/>
              <a:ext cx="8489520" cy="4310280"/>
            </p14:xfrm>
          </p:contentPart>
        </mc:Choice>
        <mc:Fallback xmlns="">
          <p:pic>
            <p:nvPicPr>
              <p:cNvPr id="2" name="Ink 1">
                <a:extLst>
                  <a:ext uri="{FF2B5EF4-FFF2-40B4-BE49-F238E27FC236}">
                    <a16:creationId xmlns:a16="http://schemas.microsoft.com/office/drawing/2014/main" id="{EA2915F7-A3E0-45CC-8AC0-AFD474A16C7D}"/>
                  </a:ext>
                </a:extLst>
              </p:cNvPr>
              <p:cNvPicPr/>
              <p:nvPr/>
            </p:nvPicPr>
            <p:blipFill>
              <a:blip r:embed="rId6"/>
              <a:stretch>
                <a:fillRect/>
              </a:stretch>
            </p:blipFill>
            <p:spPr>
              <a:xfrm>
                <a:off x="1638720" y="1613160"/>
                <a:ext cx="8508240" cy="4329000"/>
              </a:xfrm>
              <a:prstGeom prst="rect">
                <a:avLst/>
              </a:prstGeom>
            </p:spPr>
          </p:pic>
        </mc:Fallback>
      </mc:AlternateContent>
    </p:spTree>
    <p:extLst>
      <p:ext uri="{BB962C8B-B14F-4D97-AF65-F5344CB8AC3E}">
        <p14:creationId xmlns:p14="http://schemas.microsoft.com/office/powerpoint/2010/main" val="2460388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188842"/>
            <a:ext cx="10515600" cy="6490253"/>
          </a:xfrm>
        </p:spPr>
        <p:txBody>
          <a:bodyPr/>
          <a:lstStyle/>
          <a:p>
            <a:pPr marL="0" indent="0">
              <a:buNone/>
            </a:pPr>
            <a:r>
              <a:rPr lang="en-US" b="1" dirty="0"/>
              <a:t>Multiplicity:</a:t>
            </a:r>
          </a:p>
          <a:p>
            <a:r>
              <a:rPr lang="en-US" sz="2600" dirty="0">
                <a:solidFill>
                  <a:srgbClr val="000000"/>
                </a:solidFill>
                <a:latin typeface="Calibri "/>
              </a:rPr>
              <a:t>Represents a range of integers </a:t>
            </a:r>
            <a:r>
              <a:rPr lang="en-US" sz="2600" dirty="0">
                <a:solidFill>
                  <a:srgbClr val="C00000"/>
                </a:solidFill>
                <a:latin typeface="Calibri "/>
              </a:rPr>
              <a:t>specifying the possible size of the set of related objects. </a:t>
            </a:r>
          </a:p>
          <a:p>
            <a:r>
              <a:rPr lang="en-US" sz="2600" dirty="0">
                <a:latin typeface="Calibri "/>
              </a:rPr>
              <a:t>It represents </a:t>
            </a:r>
            <a:r>
              <a:rPr lang="en-US" sz="2600" u="sng" dirty="0">
                <a:latin typeface="Calibri "/>
              </a:rPr>
              <a:t>how many objects may be connected across an instance of an association</a:t>
            </a:r>
            <a:r>
              <a:rPr lang="en-US" sz="2600" dirty="0">
                <a:latin typeface="Calibri "/>
              </a:rPr>
              <a:t>. </a:t>
            </a:r>
          </a:p>
          <a:p>
            <a:pPr lvl="1"/>
            <a:r>
              <a:rPr lang="en-US" sz="2200" dirty="0">
                <a:latin typeface="Calibri "/>
              </a:rPr>
              <a:t>This "how many" is called the multiplicity of an association's role.</a:t>
            </a:r>
          </a:p>
          <a:p>
            <a:r>
              <a:rPr lang="en-US" sz="2600" dirty="0">
                <a:solidFill>
                  <a:srgbClr val="000000"/>
                </a:solidFill>
                <a:latin typeface="Calibri "/>
              </a:rPr>
              <a:t>The number of objects must be in the given range-show  a multiplicity of exactly one (1), zero or one (0..1), many (0..*), or one or more (1..*). </a:t>
            </a:r>
          </a:p>
          <a:p>
            <a:r>
              <a:rPr lang="en-US" sz="2600" dirty="0">
                <a:solidFill>
                  <a:srgbClr val="000000"/>
                </a:solidFill>
                <a:latin typeface="Calibri "/>
              </a:rPr>
              <a:t>Integer range (such as 2..5). You can even state an exact number (for example, 3, which is equivalent to 3..3). </a:t>
            </a:r>
            <a:endParaRPr lang="en-IN" sz="2600" dirty="0">
              <a:solidFill>
                <a:srgbClr val="000000"/>
              </a:solidFill>
              <a:latin typeface="Calibri "/>
            </a:endParaRPr>
          </a:p>
        </p:txBody>
      </p:sp>
      <p:pic>
        <p:nvPicPr>
          <p:cNvPr id="6" name="Picture 5">
            <a:extLst>
              <a:ext uri="{FF2B5EF4-FFF2-40B4-BE49-F238E27FC236}">
                <a16:creationId xmlns:a16="http://schemas.microsoft.com/office/drawing/2014/main" id="{4FC45376-4FD5-410E-BD9A-4B467C61CE14}"/>
              </a:ext>
            </a:extLst>
          </p:cNvPr>
          <p:cNvPicPr>
            <a:picLocks noChangeAspect="1"/>
          </p:cNvPicPr>
          <p:nvPr/>
        </p:nvPicPr>
        <p:blipFill>
          <a:blip r:embed="rId3"/>
          <a:stretch>
            <a:fillRect/>
          </a:stretch>
        </p:blipFill>
        <p:spPr>
          <a:xfrm>
            <a:off x="3505200" y="4820698"/>
            <a:ext cx="5588769" cy="1867824"/>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FEA65B5-5E73-470F-8B11-A98FFC909E49}"/>
                  </a:ext>
                </a:extLst>
              </p14:cNvPr>
              <p14:cNvContentPartPr/>
              <p14:nvPr/>
            </p14:nvContentPartPr>
            <p14:xfrm>
              <a:off x="2724480" y="3254040"/>
              <a:ext cx="8381160" cy="2301480"/>
            </p14:xfrm>
          </p:contentPart>
        </mc:Choice>
        <mc:Fallback xmlns="">
          <p:pic>
            <p:nvPicPr>
              <p:cNvPr id="2" name="Ink 1">
                <a:extLst>
                  <a:ext uri="{FF2B5EF4-FFF2-40B4-BE49-F238E27FC236}">
                    <a16:creationId xmlns:a16="http://schemas.microsoft.com/office/drawing/2014/main" id="{2FEA65B5-5E73-470F-8B11-A98FFC909E49}"/>
                  </a:ext>
                </a:extLst>
              </p:cNvPr>
              <p:cNvPicPr/>
              <p:nvPr/>
            </p:nvPicPr>
            <p:blipFill>
              <a:blip r:embed="rId5"/>
              <a:stretch>
                <a:fillRect/>
              </a:stretch>
            </p:blipFill>
            <p:spPr>
              <a:xfrm>
                <a:off x="2715120" y="3244680"/>
                <a:ext cx="8399880" cy="2320200"/>
              </a:xfrm>
              <a:prstGeom prst="rect">
                <a:avLst/>
              </a:prstGeom>
            </p:spPr>
          </p:pic>
        </mc:Fallback>
      </mc:AlternateContent>
    </p:spTree>
    <p:extLst>
      <p:ext uri="{BB962C8B-B14F-4D97-AF65-F5344CB8AC3E}">
        <p14:creationId xmlns:p14="http://schemas.microsoft.com/office/powerpoint/2010/main" val="42023793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188842"/>
            <a:ext cx="10515600" cy="6490253"/>
          </a:xfrm>
        </p:spPr>
        <p:txBody>
          <a:bodyPr/>
          <a:lstStyle/>
          <a:p>
            <a:pPr marL="0" indent="0">
              <a:buNone/>
            </a:pPr>
            <a:r>
              <a:rPr lang="en-US" b="1" dirty="0"/>
              <a:t>Aggregation:</a:t>
            </a:r>
          </a:p>
          <a:p>
            <a:r>
              <a:rPr lang="en-US" sz="2600" dirty="0">
                <a:solidFill>
                  <a:srgbClr val="000000"/>
                </a:solidFill>
                <a:latin typeface="Calibri "/>
              </a:rPr>
              <a:t>A plain Association between two classes represents  both classes are conceptually at the same level, no one more important than the other. </a:t>
            </a:r>
          </a:p>
          <a:p>
            <a:r>
              <a:rPr lang="en-US" sz="2600" dirty="0">
                <a:solidFill>
                  <a:srgbClr val="000000"/>
                </a:solidFill>
                <a:latin typeface="Calibri "/>
              </a:rPr>
              <a:t>Model a "</a:t>
            </a:r>
            <a:r>
              <a:rPr lang="en-US" sz="2600" dirty="0">
                <a:solidFill>
                  <a:schemeClr val="accent5">
                    <a:lumMod val="75000"/>
                  </a:schemeClr>
                </a:solidFill>
                <a:latin typeface="Calibri "/>
              </a:rPr>
              <a:t>whole/part" </a:t>
            </a:r>
            <a:r>
              <a:rPr lang="en-US" sz="2600" dirty="0">
                <a:solidFill>
                  <a:srgbClr val="000000"/>
                </a:solidFill>
                <a:latin typeface="Calibri "/>
              </a:rPr>
              <a:t>relationship, in which one class represents a larger thing (the "whole"), which consists of smaller things (the "parts"). </a:t>
            </a:r>
          </a:p>
          <a:p>
            <a:r>
              <a:rPr lang="en-US" sz="2600" dirty="0">
                <a:solidFill>
                  <a:srgbClr val="000000"/>
                </a:solidFill>
                <a:latin typeface="Calibri "/>
              </a:rPr>
              <a:t>This kind of relationship is called aggregation, which represents a "</a:t>
            </a:r>
            <a:r>
              <a:rPr lang="en-US" sz="2600" dirty="0">
                <a:solidFill>
                  <a:schemeClr val="accent5">
                    <a:lumMod val="75000"/>
                  </a:schemeClr>
                </a:solidFill>
                <a:latin typeface="Calibri "/>
              </a:rPr>
              <a:t>has-a</a:t>
            </a:r>
            <a:r>
              <a:rPr lang="en-US" sz="2600" dirty="0">
                <a:solidFill>
                  <a:srgbClr val="000000"/>
                </a:solidFill>
                <a:latin typeface="Calibri "/>
              </a:rPr>
              <a:t>" relationship.</a:t>
            </a:r>
          </a:p>
          <a:p>
            <a:r>
              <a:rPr lang="en-US" sz="2600" dirty="0">
                <a:solidFill>
                  <a:srgbClr val="000000"/>
                </a:solidFill>
                <a:latin typeface="Calibri "/>
              </a:rPr>
              <a:t>Represented with an open </a:t>
            </a:r>
          </a:p>
          <a:p>
            <a:pPr marL="0" indent="0">
              <a:buNone/>
            </a:pPr>
            <a:r>
              <a:rPr lang="en-US" sz="2600" dirty="0">
                <a:solidFill>
                  <a:srgbClr val="000000"/>
                </a:solidFill>
                <a:latin typeface="Calibri "/>
              </a:rPr>
              <a:t> diamond at the whole end.</a:t>
            </a:r>
            <a:endParaRPr lang="en-IN" sz="2600" dirty="0">
              <a:solidFill>
                <a:srgbClr val="000000"/>
              </a:solidFill>
              <a:latin typeface="Calibri "/>
            </a:endParaRPr>
          </a:p>
        </p:txBody>
      </p:sp>
      <p:pic>
        <p:nvPicPr>
          <p:cNvPr id="4" name="Picture 3">
            <a:extLst>
              <a:ext uri="{FF2B5EF4-FFF2-40B4-BE49-F238E27FC236}">
                <a16:creationId xmlns:a16="http://schemas.microsoft.com/office/drawing/2014/main" id="{C2157264-54CE-4D4D-94E3-2A8774B5CE73}"/>
              </a:ext>
            </a:extLst>
          </p:cNvPr>
          <p:cNvPicPr>
            <a:picLocks noChangeAspect="1"/>
          </p:cNvPicPr>
          <p:nvPr/>
        </p:nvPicPr>
        <p:blipFill>
          <a:blip r:embed="rId3"/>
          <a:stretch>
            <a:fillRect/>
          </a:stretch>
        </p:blipFill>
        <p:spPr>
          <a:xfrm>
            <a:off x="5867400" y="3429000"/>
            <a:ext cx="4897674" cy="2720931"/>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9C54751-B653-4585-88DA-02095E26E053}"/>
                  </a:ext>
                </a:extLst>
              </p14:cNvPr>
              <p14:cNvContentPartPr/>
              <p14:nvPr/>
            </p14:nvContentPartPr>
            <p14:xfrm>
              <a:off x="2357280" y="1899360"/>
              <a:ext cx="6876000" cy="4109040"/>
            </p14:xfrm>
          </p:contentPart>
        </mc:Choice>
        <mc:Fallback xmlns="">
          <p:pic>
            <p:nvPicPr>
              <p:cNvPr id="2" name="Ink 1">
                <a:extLst>
                  <a:ext uri="{FF2B5EF4-FFF2-40B4-BE49-F238E27FC236}">
                    <a16:creationId xmlns:a16="http://schemas.microsoft.com/office/drawing/2014/main" id="{69C54751-B653-4585-88DA-02095E26E053}"/>
                  </a:ext>
                </a:extLst>
              </p:cNvPr>
              <p:cNvPicPr/>
              <p:nvPr/>
            </p:nvPicPr>
            <p:blipFill>
              <a:blip r:embed="rId5"/>
              <a:stretch>
                <a:fillRect/>
              </a:stretch>
            </p:blipFill>
            <p:spPr>
              <a:xfrm>
                <a:off x="2347920" y="1890000"/>
                <a:ext cx="6894720" cy="4127760"/>
              </a:xfrm>
              <a:prstGeom prst="rect">
                <a:avLst/>
              </a:prstGeom>
            </p:spPr>
          </p:pic>
        </mc:Fallback>
      </mc:AlternateContent>
    </p:spTree>
    <p:extLst>
      <p:ext uri="{BB962C8B-B14F-4D97-AF65-F5344CB8AC3E}">
        <p14:creationId xmlns:p14="http://schemas.microsoft.com/office/powerpoint/2010/main" val="1087635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7C9B1-A4B0-F8FF-EB99-605FDA5C110C}"/>
              </a:ext>
            </a:extLst>
          </p:cNvPr>
          <p:cNvSpPr>
            <a:spLocks noGrp="1"/>
          </p:cNvSpPr>
          <p:nvPr>
            <p:ph type="title"/>
          </p:nvPr>
        </p:nvSpPr>
        <p:spPr/>
        <p:txBody>
          <a:bodyPr/>
          <a:lstStyle/>
          <a:p>
            <a:r>
              <a:rPr lang="en-US" b="1" dirty="0"/>
              <a:t>Realization</a:t>
            </a:r>
            <a:endParaRPr lang="en-IN" b="1" dirty="0"/>
          </a:p>
        </p:txBody>
      </p:sp>
      <p:sp>
        <p:nvSpPr>
          <p:cNvPr id="3" name="Content Placeholder 2">
            <a:extLst>
              <a:ext uri="{FF2B5EF4-FFF2-40B4-BE49-F238E27FC236}">
                <a16:creationId xmlns:a16="http://schemas.microsoft.com/office/drawing/2014/main" id="{C3D6F216-5852-46D5-87A0-39EEF549FE96}"/>
              </a:ext>
            </a:extLst>
          </p:cNvPr>
          <p:cNvSpPr>
            <a:spLocks noGrp="1"/>
          </p:cNvSpPr>
          <p:nvPr>
            <p:ph idx="1"/>
          </p:nvPr>
        </p:nvSpPr>
        <p:spPr/>
        <p:txBody>
          <a:bodyPr/>
          <a:lstStyle/>
          <a:p>
            <a:r>
              <a:rPr lang="en-US" dirty="0"/>
              <a:t>A </a:t>
            </a:r>
            <a:r>
              <a:rPr lang="en-US" i="1" dirty="0"/>
              <a:t>realization</a:t>
            </a:r>
            <a:r>
              <a:rPr lang="en-US" dirty="0"/>
              <a:t> is a semantic relationship between classifiers, wherein one classifier specifies a contract that another classifier guarantees to carry out. </a:t>
            </a:r>
          </a:p>
          <a:p>
            <a:r>
              <a:rPr lang="en-US" dirty="0"/>
              <a:t>Realization relationships occurs in two places: (</a:t>
            </a:r>
            <a:r>
              <a:rPr lang="en-US" dirty="0" err="1"/>
              <a:t>i</a:t>
            </a:r>
            <a:r>
              <a:rPr lang="en-US" dirty="0"/>
              <a:t>) between interfaces and the classes or components that realize them.</a:t>
            </a:r>
          </a:p>
          <a:p>
            <a:r>
              <a:rPr lang="en-US" dirty="0"/>
              <a:t>(ii) between use cases and the collaborations that realize them. Graphically, a realization relationship is rendered as a cross between a generalization and a dependency relationship as in the following figure:</a:t>
            </a:r>
            <a:endParaRPr lang="en-IN" dirty="0"/>
          </a:p>
        </p:txBody>
      </p:sp>
      <p:pic>
        <p:nvPicPr>
          <p:cNvPr id="5" name="Picture 4">
            <a:extLst>
              <a:ext uri="{FF2B5EF4-FFF2-40B4-BE49-F238E27FC236}">
                <a16:creationId xmlns:a16="http://schemas.microsoft.com/office/drawing/2014/main" id="{53DD5387-2668-6FDF-D7D2-33D63586A7B6}"/>
              </a:ext>
            </a:extLst>
          </p:cNvPr>
          <p:cNvPicPr>
            <a:picLocks noChangeAspect="1"/>
          </p:cNvPicPr>
          <p:nvPr/>
        </p:nvPicPr>
        <p:blipFill>
          <a:blip r:embed="rId3"/>
          <a:stretch>
            <a:fillRect/>
          </a:stretch>
        </p:blipFill>
        <p:spPr>
          <a:xfrm>
            <a:off x="3429000" y="5774936"/>
            <a:ext cx="4214225" cy="579170"/>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F8213EC-A7C9-4D95-A72D-F0FEDB60FDD3}"/>
                  </a:ext>
                </a:extLst>
              </p14:cNvPr>
              <p14:cNvContentPartPr/>
              <p14:nvPr/>
            </p14:nvContentPartPr>
            <p14:xfrm>
              <a:off x="3040920" y="4414320"/>
              <a:ext cx="7086600" cy="1912680"/>
            </p14:xfrm>
          </p:contentPart>
        </mc:Choice>
        <mc:Fallback xmlns="">
          <p:pic>
            <p:nvPicPr>
              <p:cNvPr id="4" name="Ink 3">
                <a:extLst>
                  <a:ext uri="{FF2B5EF4-FFF2-40B4-BE49-F238E27FC236}">
                    <a16:creationId xmlns:a16="http://schemas.microsoft.com/office/drawing/2014/main" id="{EF8213EC-A7C9-4D95-A72D-F0FEDB60FDD3}"/>
                  </a:ext>
                </a:extLst>
              </p:cNvPr>
              <p:cNvPicPr/>
              <p:nvPr/>
            </p:nvPicPr>
            <p:blipFill>
              <a:blip r:embed="rId5"/>
              <a:stretch>
                <a:fillRect/>
              </a:stretch>
            </p:blipFill>
            <p:spPr>
              <a:xfrm>
                <a:off x="3031560" y="4404960"/>
                <a:ext cx="7105320" cy="1931400"/>
              </a:xfrm>
              <a:prstGeom prst="rect">
                <a:avLst/>
              </a:prstGeom>
            </p:spPr>
          </p:pic>
        </mc:Fallback>
      </mc:AlternateContent>
    </p:spTree>
    <p:extLst>
      <p:ext uri="{BB962C8B-B14F-4D97-AF65-F5344CB8AC3E}">
        <p14:creationId xmlns:p14="http://schemas.microsoft.com/office/powerpoint/2010/main" val="2952831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585A48-8903-486E-AE68-261E2332D13F}"/>
              </a:ext>
            </a:extLst>
          </p:cNvPr>
          <p:cNvSpPr>
            <a:spLocks noGrp="1"/>
          </p:cNvSpPr>
          <p:nvPr>
            <p:ph idx="1"/>
          </p:nvPr>
        </p:nvSpPr>
        <p:spPr>
          <a:xfrm>
            <a:off x="457200" y="152400"/>
            <a:ext cx="11506200" cy="6629400"/>
          </a:xfrm>
        </p:spPr>
        <p:txBody>
          <a:bodyPr/>
          <a:lstStyle/>
          <a:p>
            <a:r>
              <a:rPr lang="en-US" sz="2400" dirty="0"/>
              <a:t>Realization indicates that a class implements the features of an interface. </a:t>
            </a:r>
          </a:p>
          <a:p>
            <a:r>
              <a:rPr lang="en-US" sz="2400" dirty="0"/>
              <a:t>It is often used in cases where a class realizes the operations defined by an interface.</a:t>
            </a:r>
          </a:p>
          <a:p>
            <a:pPr marL="0" indent="0">
              <a:buNone/>
            </a:pPr>
            <a:r>
              <a:rPr lang="en-US" sz="2400" dirty="0"/>
              <a:t> Example: Let’s consider the scenario where a Person and a Corporation both realizing 	      an “Owner” interface.</a:t>
            </a:r>
          </a:p>
          <a:p>
            <a:r>
              <a:rPr lang="en-US" sz="2400" b="1" dirty="0"/>
              <a:t>Owner Interface:</a:t>
            </a:r>
            <a:r>
              <a:rPr lang="en-US" sz="2400" dirty="0"/>
              <a:t> This interface now includes methods such as “acquire(property)” and “dispose(property)” to represent actions related to acquiring and disposing of property.</a:t>
            </a:r>
          </a:p>
          <a:p>
            <a:r>
              <a:rPr lang="en-US" sz="2400" b="1" dirty="0"/>
              <a:t>Person Class (Realization):</a:t>
            </a:r>
            <a:r>
              <a:rPr lang="en-US" sz="2400" dirty="0"/>
              <a:t> The Person class implements the Owner interface, providing concrete implementations for the “acquire(property)” and “dispose(property)” methods. For instance, a person can acquire ownership of a house or dispose of a car.</a:t>
            </a:r>
          </a:p>
          <a:p>
            <a:r>
              <a:rPr lang="en-US" sz="2400" b="1" dirty="0"/>
              <a:t>Corporation Class (Realization):</a:t>
            </a:r>
            <a:r>
              <a:rPr lang="en-US" sz="2400" dirty="0"/>
              <a:t> Similarly, the Corporation class also implements the Owner interface, offering specific implementations for the “acquire(property)” and “dispose(property)” methods. For example, a corporation can acquire ownership of real estate properties or dispose of company vehicles.</a:t>
            </a:r>
          </a:p>
          <a:p>
            <a:pPr marL="0" indent="0">
              <a:buNone/>
            </a:pPr>
            <a:endParaRPr lang="en-IN" sz="2400" dirty="0"/>
          </a:p>
        </p:txBody>
      </p:sp>
    </p:spTree>
    <p:extLst>
      <p:ext uri="{BB962C8B-B14F-4D97-AF65-F5344CB8AC3E}">
        <p14:creationId xmlns:p14="http://schemas.microsoft.com/office/powerpoint/2010/main" val="2885611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0402A-282B-43A7-9D68-3187AE85B66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7B19C8C-58BE-4066-A09D-744DB8BC20F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52600" y="941540"/>
            <a:ext cx="8991600" cy="5107229"/>
          </a:xfr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4754665-5958-449C-9A57-11BBAD1C80D6}"/>
                  </a:ext>
                </a:extLst>
              </p14:cNvPr>
              <p14:cNvContentPartPr/>
              <p14:nvPr/>
            </p14:nvContentPartPr>
            <p14:xfrm>
              <a:off x="4475880" y="3662640"/>
              <a:ext cx="5535000" cy="1353960"/>
            </p14:xfrm>
          </p:contentPart>
        </mc:Choice>
        <mc:Fallback xmlns="">
          <p:pic>
            <p:nvPicPr>
              <p:cNvPr id="3" name="Ink 2">
                <a:extLst>
                  <a:ext uri="{FF2B5EF4-FFF2-40B4-BE49-F238E27FC236}">
                    <a16:creationId xmlns:a16="http://schemas.microsoft.com/office/drawing/2014/main" id="{94754665-5958-449C-9A57-11BBAD1C80D6}"/>
                  </a:ext>
                </a:extLst>
              </p:cNvPr>
              <p:cNvPicPr/>
              <p:nvPr/>
            </p:nvPicPr>
            <p:blipFill>
              <a:blip r:embed="rId5"/>
              <a:stretch>
                <a:fillRect/>
              </a:stretch>
            </p:blipFill>
            <p:spPr>
              <a:xfrm>
                <a:off x="4466520" y="3653280"/>
                <a:ext cx="5553720" cy="1372680"/>
              </a:xfrm>
              <a:prstGeom prst="rect">
                <a:avLst/>
              </a:prstGeom>
            </p:spPr>
          </p:pic>
        </mc:Fallback>
      </mc:AlternateContent>
    </p:spTree>
    <p:extLst>
      <p:ext uri="{BB962C8B-B14F-4D97-AF65-F5344CB8AC3E}">
        <p14:creationId xmlns:p14="http://schemas.microsoft.com/office/powerpoint/2010/main" val="1821193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39C317-8CA9-4E5B-8C24-F9A9F1D5B36C}"/>
              </a:ext>
            </a:extLst>
          </p:cNvPr>
          <p:cNvSpPr>
            <a:spLocks noGrp="1"/>
          </p:cNvSpPr>
          <p:nvPr>
            <p:ph idx="1"/>
          </p:nvPr>
        </p:nvSpPr>
        <p:spPr>
          <a:xfrm>
            <a:off x="838200" y="129210"/>
            <a:ext cx="10896600" cy="6579704"/>
          </a:xfrm>
        </p:spPr>
        <p:txBody>
          <a:bodyPr/>
          <a:lstStyle/>
          <a:p>
            <a:pPr marL="0" indent="0" algn="l">
              <a:buNone/>
            </a:pPr>
            <a:r>
              <a:rPr lang="en-US" b="1" dirty="0"/>
              <a:t>Structural things</a:t>
            </a:r>
          </a:p>
          <a:p>
            <a:r>
              <a:rPr lang="en-US" dirty="0"/>
              <a:t>Seven things</a:t>
            </a:r>
          </a:p>
          <a:p>
            <a:pPr lvl="1"/>
            <a:r>
              <a:rPr lang="en-US" dirty="0"/>
              <a:t>Class</a:t>
            </a:r>
          </a:p>
          <a:p>
            <a:pPr lvl="1"/>
            <a:r>
              <a:rPr lang="en-US" dirty="0"/>
              <a:t>Interface</a:t>
            </a:r>
          </a:p>
          <a:p>
            <a:pPr lvl="1"/>
            <a:r>
              <a:rPr lang="en-US" dirty="0"/>
              <a:t>Collaboration</a:t>
            </a:r>
          </a:p>
          <a:p>
            <a:pPr lvl="1"/>
            <a:r>
              <a:rPr lang="en-US" dirty="0"/>
              <a:t>Use case</a:t>
            </a:r>
          </a:p>
          <a:p>
            <a:pPr lvl="1"/>
            <a:r>
              <a:rPr lang="en-US" dirty="0"/>
              <a:t>Active class</a:t>
            </a:r>
          </a:p>
          <a:p>
            <a:pPr lvl="1"/>
            <a:r>
              <a:rPr lang="en-US" dirty="0"/>
              <a:t>Component</a:t>
            </a:r>
          </a:p>
          <a:p>
            <a:pPr lvl="1"/>
            <a:r>
              <a:rPr lang="en-US" dirty="0"/>
              <a:t>Node</a:t>
            </a:r>
          </a:p>
          <a:p>
            <a:pPr lvl="1"/>
            <a:r>
              <a:rPr lang="en-US" dirty="0"/>
              <a:t>There are also variations on these seven, such as actors, signals, and utilities (kinds of classes), processes and threads (kinds of active classes), and applications, documents, files, libraries, pages, and tables (kinds of components).</a:t>
            </a:r>
          </a:p>
          <a:p>
            <a:pPr lvl="1"/>
            <a:endParaRPr lang="en-IN" dirty="0"/>
          </a:p>
        </p:txBody>
      </p:sp>
      <p:pic>
        <p:nvPicPr>
          <p:cNvPr id="4" name="Picture 3">
            <a:extLst>
              <a:ext uri="{FF2B5EF4-FFF2-40B4-BE49-F238E27FC236}">
                <a16:creationId xmlns:a16="http://schemas.microsoft.com/office/drawing/2014/main" id="{96F75EEF-A13F-4737-9073-6A09D647FC92}"/>
              </a:ext>
            </a:extLst>
          </p:cNvPr>
          <p:cNvPicPr>
            <a:picLocks noChangeAspect="1"/>
          </p:cNvPicPr>
          <p:nvPr/>
        </p:nvPicPr>
        <p:blipFill>
          <a:blip r:embed="rId2"/>
          <a:stretch>
            <a:fillRect/>
          </a:stretch>
        </p:blipFill>
        <p:spPr>
          <a:xfrm>
            <a:off x="4226940" y="149086"/>
            <a:ext cx="1273215" cy="2071868"/>
          </a:xfrm>
          <a:prstGeom prst="rect">
            <a:avLst/>
          </a:prstGeom>
        </p:spPr>
      </p:pic>
      <p:pic>
        <p:nvPicPr>
          <p:cNvPr id="6" name="Picture 5">
            <a:extLst>
              <a:ext uri="{FF2B5EF4-FFF2-40B4-BE49-F238E27FC236}">
                <a16:creationId xmlns:a16="http://schemas.microsoft.com/office/drawing/2014/main" id="{FF1AEB85-2B07-4AE9-8351-F0572BD813A9}"/>
              </a:ext>
            </a:extLst>
          </p:cNvPr>
          <p:cNvPicPr>
            <a:picLocks noChangeAspect="1"/>
          </p:cNvPicPr>
          <p:nvPr/>
        </p:nvPicPr>
        <p:blipFill>
          <a:blip r:embed="rId3"/>
          <a:stretch>
            <a:fillRect/>
          </a:stretch>
        </p:blipFill>
        <p:spPr>
          <a:xfrm>
            <a:off x="5985538" y="516079"/>
            <a:ext cx="578734" cy="538223"/>
          </a:xfrm>
          <a:prstGeom prst="rect">
            <a:avLst/>
          </a:prstGeom>
        </p:spPr>
      </p:pic>
      <p:pic>
        <p:nvPicPr>
          <p:cNvPr id="8" name="Picture 7">
            <a:extLst>
              <a:ext uri="{FF2B5EF4-FFF2-40B4-BE49-F238E27FC236}">
                <a16:creationId xmlns:a16="http://schemas.microsoft.com/office/drawing/2014/main" id="{B13A4FA9-F2AD-479E-902C-92AF29B051DB}"/>
              </a:ext>
            </a:extLst>
          </p:cNvPr>
          <p:cNvPicPr>
            <a:picLocks noChangeAspect="1"/>
          </p:cNvPicPr>
          <p:nvPr/>
        </p:nvPicPr>
        <p:blipFill>
          <a:blip r:embed="rId4"/>
          <a:stretch>
            <a:fillRect/>
          </a:stretch>
        </p:blipFill>
        <p:spPr>
          <a:xfrm>
            <a:off x="6771421" y="397943"/>
            <a:ext cx="1458410" cy="787078"/>
          </a:xfrm>
          <a:prstGeom prst="rect">
            <a:avLst/>
          </a:prstGeom>
        </p:spPr>
      </p:pic>
      <p:pic>
        <p:nvPicPr>
          <p:cNvPr id="10" name="Picture 9">
            <a:extLst>
              <a:ext uri="{FF2B5EF4-FFF2-40B4-BE49-F238E27FC236}">
                <a16:creationId xmlns:a16="http://schemas.microsoft.com/office/drawing/2014/main" id="{B7450DD1-AACB-46A8-BBB6-3A6CE28C13E9}"/>
              </a:ext>
            </a:extLst>
          </p:cNvPr>
          <p:cNvPicPr>
            <a:picLocks noChangeAspect="1"/>
          </p:cNvPicPr>
          <p:nvPr/>
        </p:nvPicPr>
        <p:blipFill>
          <a:blip r:embed="rId5"/>
          <a:stretch>
            <a:fillRect/>
          </a:stretch>
        </p:blipFill>
        <p:spPr>
          <a:xfrm>
            <a:off x="8489989" y="397943"/>
            <a:ext cx="1736203" cy="925975"/>
          </a:xfrm>
          <a:prstGeom prst="rect">
            <a:avLst/>
          </a:prstGeom>
        </p:spPr>
      </p:pic>
      <p:pic>
        <p:nvPicPr>
          <p:cNvPr id="12" name="Picture 11">
            <a:extLst>
              <a:ext uri="{FF2B5EF4-FFF2-40B4-BE49-F238E27FC236}">
                <a16:creationId xmlns:a16="http://schemas.microsoft.com/office/drawing/2014/main" id="{5636AF04-12B4-49E4-B3BE-9E449993D0AD}"/>
              </a:ext>
            </a:extLst>
          </p:cNvPr>
          <p:cNvPicPr>
            <a:picLocks noChangeAspect="1"/>
          </p:cNvPicPr>
          <p:nvPr/>
        </p:nvPicPr>
        <p:blipFill>
          <a:blip r:embed="rId6"/>
          <a:stretch>
            <a:fillRect/>
          </a:stretch>
        </p:blipFill>
        <p:spPr>
          <a:xfrm>
            <a:off x="10486350" y="397943"/>
            <a:ext cx="1157468" cy="983848"/>
          </a:xfrm>
          <a:prstGeom prst="rect">
            <a:avLst/>
          </a:prstGeom>
        </p:spPr>
      </p:pic>
      <p:pic>
        <p:nvPicPr>
          <p:cNvPr id="14" name="Picture 13">
            <a:extLst>
              <a:ext uri="{FF2B5EF4-FFF2-40B4-BE49-F238E27FC236}">
                <a16:creationId xmlns:a16="http://schemas.microsoft.com/office/drawing/2014/main" id="{E94585C2-8751-4440-9370-67DC723F6991}"/>
              </a:ext>
            </a:extLst>
          </p:cNvPr>
          <p:cNvPicPr>
            <a:picLocks noChangeAspect="1"/>
          </p:cNvPicPr>
          <p:nvPr/>
        </p:nvPicPr>
        <p:blipFill>
          <a:blip r:embed="rId7"/>
          <a:stretch>
            <a:fillRect/>
          </a:stretch>
        </p:blipFill>
        <p:spPr>
          <a:xfrm>
            <a:off x="5077428" y="2362810"/>
            <a:ext cx="2037144" cy="1053296"/>
          </a:xfrm>
          <a:prstGeom prst="rect">
            <a:avLst/>
          </a:prstGeom>
        </p:spPr>
      </p:pic>
      <p:pic>
        <p:nvPicPr>
          <p:cNvPr id="16" name="Picture 15">
            <a:extLst>
              <a:ext uri="{FF2B5EF4-FFF2-40B4-BE49-F238E27FC236}">
                <a16:creationId xmlns:a16="http://schemas.microsoft.com/office/drawing/2014/main" id="{E28A8A8C-F2A9-4360-A579-7FDD148F79FF}"/>
              </a:ext>
            </a:extLst>
          </p:cNvPr>
          <p:cNvPicPr>
            <a:picLocks noChangeAspect="1"/>
          </p:cNvPicPr>
          <p:nvPr/>
        </p:nvPicPr>
        <p:blipFill>
          <a:blip r:embed="rId8"/>
          <a:stretch>
            <a:fillRect/>
          </a:stretch>
        </p:blipFill>
        <p:spPr>
          <a:xfrm>
            <a:off x="7651097" y="2220954"/>
            <a:ext cx="1157468" cy="1088020"/>
          </a:xfrm>
          <a:prstGeom prst="rect">
            <a:avLst/>
          </a:prstGeom>
        </p:spPr>
      </p:pic>
    </p:spTree>
    <p:extLst>
      <p:ext uri="{BB962C8B-B14F-4D97-AF65-F5344CB8AC3E}">
        <p14:creationId xmlns:p14="http://schemas.microsoft.com/office/powerpoint/2010/main" val="823283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3C266-31AB-AA45-9AA0-74F085B9BD0D}"/>
              </a:ext>
            </a:extLst>
          </p:cNvPr>
          <p:cNvSpPr>
            <a:spLocks noGrp="1"/>
          </p:cNvSpPr>
          <p:nvPr>
            <p:ph type="title"/>
          </p:nvPr>
        </p:nvSpPr>
        <p:spPr>
          <a:xfrm>
            <a:off x="609600" y="31423"/>
            <a:ext cx="10972800" cy="700413"/>
          </a:xfrm>
        </p:spPr>
        <p:txBody>
          <a:bodyPr/>
          <a:lstStyle/>
          <a:p>
            <a:r>
              <a:rPr lang="en-US" dirty="0"/>
              <a:t>Visibility</a:t>
            </a:r>
            <a:endParaRPr lang="en-IN" dirty="0"/>
          </a:p>
        </p:txBody>
      </p:sp>
      <p:sp>
        <p:nvSpPr>
          <p:cNvPr id="3" name="Content Placeholder 2">
            <a:extLst>
              <a:ext uri="{FF2B5EF4-FFF2-40B4-BE49-F238E27FC236}">
                <a16:creationId xmlns:a16="http://schemas.microsoft.com/office/drawing/2014/main" id="{603095E7-F47C-FE56-9E2A-CD843C29E4E4}"/>
              </a:ext>
            </a:extLst>
          </p:cNvPr>
          <p:cNvSpPr>
            <a:spLocks noGrp="1"/>
          </p:cNvSpPr>
          <p:nvPr>
            <p:ph idx="1"/>
          </p:nvPr>
        </p:nvSpPr>
        <p:spPr>
          <a:xfrm>
            <a:off x="152400" y="609600"/>
            <a:ext cx="11887200" cy="6096000"/>
          </a:xfrm>
        </p:spPr>
        <p:txBody>
          <a:bodyPr/>
          <a:lstStyle/>
          <a:p>
            <a:r>
              <a:rPr lang="en-US" sz="2400" dirty="0"/>
              <a:t>Visibility indicates the accessibility of attributes and operations (methods) of a class. Visibility determines how other classes can interact with these elements.</a:t>
            </a:r>
          </a:p>
          <a:p>
            <a:pPr marL="457200" indent="-457200">
              <a:buAutoNum type="arabicParenR"/>
            </a:pPr>
            <a:r>
              <a:rPr lang="en-US" sz="2400" dirty="0"/>
              <a:t>Public (+)  - Members with public visibility can be accessed by </a:t>
            </a:r>
            <a:r>
              <a:rPr lang="en-US" sz="2400" b="1" dirty="0"/>
              <a:t>any other class</a:t>
            </a:r>
            <a:r>
              <a:rPr lang="en-US" sz="2400" dirty="0"/>
              <a:t>.</a:t>
            </a:r>
          </a:p>
          <a:p>
            <a:pPr marL="0" indent="0">
              <a:buNone/>
            </a:pPr>
            <a:r>
              <a:rPr lang="en-US" sz="2400" dirty="0"/>
              <a:t>2)   Protected (#)- Members with protected visibility can be accessed by</a:t>
            </a:r>
          </a:p>
          <a:p>
            <a:pPr marL="0" indent="0">
              <a:buNone/>
            </a:pPr>
            <a:r>
              <a:rPr lang="en-US" sz="2400" dirty="0"/>
              <a:t>			-The class itself.</a:t>
            </a:r>
          </a:p>
          <a:p>
            <a:pPr marL="0" indent="0">
              <a:buNone/>
            </a:pPr>
            <a:r>
              <a:rPr lang="en-US" sz="2400" dirty="0"/>
              <a:t>			- Its subclasses.</a:t>
            </a:r>
          </a:p>
          <a:p>
            <a:pPr marL="0" indent="0">
              <a:buNone/>
            </a:pPr>
            <a:r>
              <a:rPr lang="en-US" sz="2400" dirty="0"/>
              <a:t>			- Classes in the same package/module (depending on the language).</a:t>
            </a:r>
          </a:p>
          <a:p>
            <a:pPr marL="0" indent="0">
              <a:buNone/>
            </a:pPr>
            <a:r>
              <a:rPr lang="en-IN" sz="2400" dirty="0"/>
              <a:t>3) Private (-) - </a:t>
            </a:r>
            <a:r>
              <a:rPr lang="en-US" sz="2400" dirty="0"/>
              <a:t>Members with private visibility can only be</a:t>
            </a:r>
          </a:p>
          <a:p>
            <a:pPr marL="0" indent="0">
              <a:buNone/>
            </a:pPr>
            <a:r>
              <a:rPr lang="en-US" sz="2400" dirty="0"/>
              <a:t>                           accessed by </a:t>
            </a:r>
            <a:r>
              <a:rPr lang="en-US" sz="2400" b="1" dirty="0"/>
              <a:t>the class itself</a:t>
            </a:r>
            <a:r>
              <a:rPr lang="en-US" sz="2400" dirty="0"/>
              <a:t>.</a:t>
            </a:r>
            <a:endParaRPr lang="en-IN" sz="2400" dirty="0"/>
          </a:p>
        </p:txBody>
      </p:sp>
      <p:pic>
        <p:nvPicPr>
          <p:cNvPr id="5" name="Picture 4">
            <a:extLst>
              <a:ext uri="{FF2B5EF4-FFF2-40B4-BE49-F238E27FC236}">
                <a16:creationId xmlns:a16="http://schemas.microsoft.com/office/drawing/2014/main" id="{425619E9-DF95-10A6-9FDD-2FC067C4540C}"/>
              </a:ext>
            </a:extLst>
          </p:cNvPr>
          <p:cNvPicPr>
            <a:picLocks noChangeAspect="1"/>
          </p:cNvPicPr>
          <p:nvPr/>
        </p:nvPicPr>
        <p:blipFill>
          <a:blip r:embed="rId2"/>
          <a:stretch>
            <a:fillRect/>
          </a:stretch>
        </p:blipFill>
        <p:spPr>
          <a:xfrm>
            <a:off x="5638800" y="3967283"/>
            <a:ext cx="6553200" cy="2779028"/>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782B14A-C1DF-401C-BB83-43261BDC22C8}"/>
                  </a:ext>
                </a:extLst>
              </p14:cNvPr>
              <p14:cNvContentPartPr/>
              <p14:nvPr/>
            </p14:nvContentPartPr>
            <p14:xfrm>
              <a:off x="1605240" y="1341360"/>
              <a:ext cx="7741440" cy="5253840"/>
            </p14:xfrm>
          </p:contentPart>
        </mc:Choice>
        <mc:Fallback xmlns="">
          <p:pic>
            <p:nvPicPr>
              <p:cNvPr id="4" name="Ink 3">
                <a:extLst>
                  <a:ext uri="{FF2B5EF4-FFF2-40B4-BE49-F238E27FC236}">
                    <a16:creationId xmlns:a16="http://schemas.microsoft.com/office/drawing/2014/main" id="{8782B14A-C1DF-401C-BB83-43261BDC22C8}"/>
                  </a:ext>
                </a:extLst>
              </p:cNvPr>
              <p:cNvPicPr/>
              <p:nvPr/>
            </p:nvPicPr>
            <p:blipFill>
              <a:blip r:embed="rId4"/>
              <a:stretch>
                <a:fillRect/>
              </a:stretch>
            </p:blipFill>
            <p:spPr>
              <a:xfrm>
                <a:off x="1595880" y="1332000"/>
                <a:ext cx="7760160" cy="5272560"/>
              </a:xfrm>
              <a:prstGeom prst="rect">
                <a:avLst/>
              </a:prstGeom>
            </p:spPr>
          </p:pic>
        </mc:Fallback>
      </mc:AlternateContent>
    </p:spTree>
    <p:extLst>
      <p:ext uri="{BB962C8B-B14F-4D97-AF65-F5344CB8AC3E}">
        <p14:creationId xmlns:p14="http://schemas.microsoft.com/office/powerpoint/2010/main" val="5305617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8927D6-7FE8-4EAB-BB7A-A561B72D13D9}"/>
              </a:ext>
            </a:extLst>
          </p:cNvPr>
          <p:cNvPicPr>
            <a:picLocks noChangeAspect="1"/>
          </p:cNvPicPr>
          <p:nvPr/>
        </p:nvPicPr>
        <p:blipFill>
          <a:blip r:embed="rId3"/>
          <a:stretch>
            <a:fillRect/>
          </a:stretch>
        </p:blipFill>
        <p:spPr>
          <a:xfrm>
            <a:off x="1257300" y="990600"/>
            <a:ext cx="9677400" cy="5206442"/>
          </a:xfrm>
          <a:prstGeom prst="rect">
            <a:avLst/>
          </a:prstGeom>
        </p:spPr>
      </p:pic>
    </p:spTree>
    <p:extLst>
      <p:ext uri="{BB962C8B-B14F-4D97-AF65-F5344CB8AC3E}">
        <p14:creationId xmlns:p14="http://schemas.microsoft.com/office/powerpoint/2010/main" val="2861994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DAB3DF8-D12F-4A64-96F2-27FA6EC7228E}"/>
              </a:ext>
            </a:extLst>
          </p:cNvPr>
          <p:cNvPicPr>
            <a:picLocks noGrp="1" noChangeAspect="1"/>
          </p:cNvPicPr>
          <p:nvPr>
            <p:ph idx="1"/>
          </p:nvPr>
        </p:nvPicPr>
        <p:blipFill>
          <a:blip r:embed="rId3"/>
          <a:stretch>
            <a:fillRect/>
          </a:stretch>
        </p:blipFill>
        <p:spPr>
          <a:xfrm>
            <a:off x="1676400" y="393221"/>
            <a:ext cx="7772400" cy="6171287"/>
          </a:xfrm>
          <a:prstGeom prst="rect">
            <a:avLst/>
          </a:prstGeom>
        </p:spPr>
      </p:pic>
    </p:spTree>
    <p:extLst>
      <p:ext uri="{BB962C8B-B14F-4D97-AF65-F5344CB8AC3E}">
        <p14:creationId xmlns:p14="http://schemas.microsoft.com/office/powerpoint/2010/main" val="165360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9CD55-F527-475F-87AA-3FE88BF9C162}"/>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932D5543-F6B7-46C2-AAC2-8D2461C98745}"/>
              </a:ext>
            </a:extLst>
          </p:cNvPr>
          <p:cNvPicPr>
            <a:picLocks noGrp="1" noChangeAspect="1"/>
          </p:cNvPicPr>
          <p:nvPr>
            <p:ph idx="1"/>
          </p:nvPr>
        </p:nvPicPr>
        <p:blipFill>
          <a:blip r:embed="rId3"/>
          <a:stretch>
            <a:fillRect/>
          </a:stretch>
        </p:blipFill>
        <p:spPr>
          <a:xfrm>
            <a:off x="533399" y="371575"/>
            <a:ext cx="6595711" cy="3218706"/>
          </a:xfrm>
          <a:prstGeom prst="rect">
            <a:avLst/>
          </a:prstGeom>
        </p:spPr>
      </p:pic>
      <p:pic>
        <p:nvPicPr>
          <p:cNvPr id="5" name="Picture 4">
            <a:extLst>
              <a:ext uri="{FF2B5EF4-FFF2-40B4-BE49-F238E27FC236}">
                <a16:creationId xmlns:a16="http://schemas.microsoft.com/office/drawing/2014/main" id="{DBCEF6A8-8323-43EC-92CD-6E6CD2B61DDE}"/>
              </a:ext>
            </a:extLst>
          </p:cNvPr>
          <p:cNvPicPr>
            <a:picLocks noChangeAspect="1"/>
          </p:cNvPicPr>
          <p:nvPr/>
        </p:nvPicPr>
        <p:blipFill>
          <a:blip r:embed="rId4"/>
          <a:stretch>
            <a:fillRect/>
          </a:stretch>
        </p:blipFill>
        <p:spPr>
          <a:xfrm>
            <a:off x="6248400" y="4114800"/>
            <a:ext cx="5480901" cy="2219764"/>
          </a:xfrm>
          <a:prstGeom prst="rect">
            <a:avLst/>
          </a:prstGeom>
        </p:spPr>
      </p:pic>
    </p:spTree>
    <p:extLst>
      <p:ext uri="{BB962C8B-B14F-4D97-AF65-F5344CB8AC3E}">
        <p14:creationId xmlns:p14="http://schemas.microsoft.com/office/powerpoint/2010/main" val="35671042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ADD3F9-93DD-4BFB-9B41-708E8EB6B989}"/>
              </a:ext>
            </a:extLst>
          </p:cNvPr>
          <p:cNvPicPr>
            <a:picLocks noChangeAspect="1"/>
          </p:cNvPicPr>
          <p:nvPr/>
        </p:nvPicPr>
        <p:blipFill>
          <a:blip r:embed="rId3"/>
          <a:stretch>
            <a:fillRect/>
          </a:stretch>
        </p:blipFill>
        <p:spPr>
          <a:xfrm>
            <a:off x="1905000" y="860450"/>
            <a:ext cx="8077200" cy="5137100"/>
          </a:xfrm>
          <a:prstGeom prst="rect">
            <a:avLst/>
          </a:prstGeom>
        </p:spPr>
      </p:pic>
      <p:sp>
        <p:nvSpPr>
          <p:cNvPr id="2" name="TextBox 1">
            <a:extLst>
              <a:ext uri="{FF2B5EF4-FFF2-40B4-BE49-F238E27FC236}">
                <a16:creationId xmlns:a16="http://schemas.microsoft.com/office/drawing/2014/main" id="{AF37E421-4D2F-4424-8926-3D80F777BA85}"/>
              </a:ext>
            </a:extLst>
          </p:cNvPr>
          <p:cNvSpPr txBox="1"/>
          <p:nvPr/>
        </p:nvSpPr>
        <p:spPr>
          <a:xfrm>
            <a:off x="3886200" y="152400"/>
            <a:ext cx="3962400" cy="523220"/>
          </a:xfrm>
          <a:prstGeom prst="rect">
            <a:avLst/>
          </a:prstGeom>
          <a:noFill/>
        </p:spPr>
        <p:txBody>
          <a:bodyPr wrap="square" rtlCol="0">
            <a:spAutoFit/>
          </a:bodyPr>
          <a:lstStyle/>
          <a:p>
            <a:r>
              <a:rPr lang="en-IN" sz="2800" dirty="0"/>
              <a:t>Sequence Diagram</a:t>
            </a:r>
          </a:p>
        </p:txBody>
      </p:sp>
    </p:spTree>
    <p:extLst>
      <p:ext uri="{BB962C8B-B14F-4D97-AF65-F5344CB8AC3E}">
        <p14:creationId xmlns:p14="http://schemas.microsoft.com/office/powerpoint/2010/main" val="3669528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9DAE4-85E1-4597-BB13-0A6AD2F5A90A}"/>
              </a:ext>
            </a:extLst>
          </p:cNvPr>
          <p:cNvSpPr>
            <a:spLocks noGrp="1"/>
          </p:cNvSpPr>
          <p:nvPr>
            <p:ph type="title"/>
          </p:nvPr>
        </p:nvSpPr>
        <p:spPr/>
        <p:txBody>
          <a:bodyPr/>
          <a:lstStyle/>
          <a:p>
            <a:endParaRPr lang="en-IN" dirty="0"/>
          </a:p>
        </p:txBody>
      </p:sp>
      <p:pic>
        <p:nvPicPr>
          <p:cNvPr id="4" name="Picture 3">
            <a:extLst>
              <a:ext uri="{FF2B5EF4-FFF2-40B4-BE49-F238E27FC236}">
                <a16:creationId xmlns:a16="http://schemas.microsoft.com/office/drawing/2014/main" id="{D552C27C-48F0-445A-991F-FFEC91D3828C}"/>
              </a:ext>
            </a:extLst>
          </p:cNvPr>
          <p:cNvPicPr>
            <a:picLocks noChangeAspect="1"/>
          </p:cNvPicPr>
          <p:nvPr/>
        </p:nvPicPr>
        <p:blipFill>
          <a:blip r:embed="rId3"/>
          <a:stretch>
            <a:fillRect/>
          </a:stretch>
        </p:blipFill>
        <p:spPr>
          <a:xfrm>
            <a:off x="1430453" y="1066800"/>
            <a:ext cx="9133238" cy="4493552"/>
          </a:xfrm>
          <a:prstGeom prst="rect">
            <a:avLst/>
          </a:prstGeom>
        </p:spPr>
      </p:pic>
    </p:spTree>
    <p:extLst>
      <p:ext uri="{BB962C8B-B14F-4D97-AF65-F5344CB8AC3E}">
        <p14:creationId xmlns:p14="http://schemas.microsoft.com/office/powerpoint/2010/main" val="17852621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39C317-8CA9-4E5B-8C24-F9A9F1D5B36C}"/>
              </a:ext>
            </a:extLst>
          </p:cNvPr>
          <p:cNvSpPr>
            <a:spLocks noGrp="1"/>
          </p:cNvSpPr>
          <p:nvPr>
            <p:ph idx="1"/>
          </p:nvPr>
        </p:nvSpPr>
        <p:spPr>
          <a:xfrm>
            <a:off x="838200" y="129210"/>
            <a:ext cx="10515600" cy="6579704"/>
          </a:xfrm>
        </p:spPr>
        <p:txBody>
          <a:bodyPr>
            <a:normAutofit/>
          </a:bodyPr>
          <a:lstStyle/>
          <a:p>
            <a:pPr marL="0" indent="0" algn="l">
              <a:buNone/>
            </a:pPr>
            <a:r>
              <a:rPr lang="en-IN" sz="2400" b="1" i="0" u="none" strike="noStrike" baseline="0" dirty="0">
                <a:latin typeface="Arial" panose="020B0604020202020204" pitchFamily="34" charset="0"/>
              </a:rPr>
              <a:t>Relationships in the UML</a:t>
            </a:r>
          </a:p>
          <a:p>
            <a:pPr lvl="1"/>
            <a:r>
              <a:rPr lang="en-US" dirty="0"/>
              <a:t>There are four kinds of relationships in the UML:</a:t>
            </a:r>
          </a:p>
          <a:p>
            <a:pPr marL="457200" lvl="1" indent="0">
              <a:buNone/>
            </a:pPr>
            <a:r>
              <a:rPr lang="en-IN" dirty="0"/>
              <a:t>1. Dependency</a:t>
            </a:r>
          </a:p>
          <a:p>
            <a:pPr marL="457200" lvl="1" indent="0">
              <a:buNone/>
            </a:pPr>
            <a:r>
              <a:rPr lang="en-IN" dirty="0"/>
              <a:t>2. Association</a:t>
            </a:r>
          </a:p>
          <a:p>
            <a:pPr marL="457200" lvl="1" indent="0">
              <a:buNone/>
            </a:pPr>
            <a:r>
              <a:rPr lang="en-IN" dirty="0"/>
              <a:t>3. Generalization</a:t>
            </a:r>
          </a:p>
          <a:p>
            <a:pPr marL="457200" lvl="1" indent="0">
              <a:buNone/>
            </a:pPr>
            <a:r>
              <a:rPr lang="en-IN" dirty="0"/>
              <a:t>4. Realization</a:t>
            </a:r>
          </a:p>
          <a:p>
            <a:pPr lvl="1"/>
            <a:endParaRPr lang="en-IN" dirty="0"/>
          </a:p>
          <a:p>
            <a:pPr algn="l"/>
            <a:endParaRPr lang="en-IN" sz="1800" b="1" i="0" u="none" strike="noStrike" baseline="0" dirty="0">
              <a:latin typeface="Arial" panose="020B0604020202020204" pitchFamily="34" charset="0"/>
            </a:endParaRPr>
          </a:p>
          <a:p>
            <a:pPr algn="l"/>
            <a:endParaRPr lang="en-IN" dirty="0"/>
          </a:p>
        </p:txBody>
      </p:sp>
      <p:pic>
        <p:nvPicPr>
          <p:cNvPr id="4" name="Picture 3">
            <a:extLst>
              <a:ext uri="{FF2B5EF4-FFF2-40B4-BE49-F238E27FC236}">
                <a16:creationId xmlns:a16="http://schemas.microsoft.com/office/drawing/2014/main" id="{B60B8D62-4632-4199-86B9-F62DBAC3F4C3}"/>
              </a:ext>
            </a:extLst>
          </p:cNvPr>
          <p:cNvPicPr>
            <a:picLocks noChangeAspect="1"/>
          </p:cNvPicPr>
          <p:nvPr/>
        </p:nvPicPr>
        <p:blipFill>
          <a:blip r:embed="rId3"/>
          <a:stretch>
            <a:fillRect/>
          </a:stretch>
        </p:blipFill>
        <p:spPr>
          <a:xfrm>
            <a:off x="3781063" y="1018906"/>
            <a:ext cx="2314937" cy="231494"/>
          </a:xfrm>
          <a:prstGeom prst="rect">
            <a:avLst/>
          </a:prstGeom>
        </p:spPr>
      </p:pic>
      <p:pic>
        <p:nvPicPr>
          <p:cNvPr id="6" name="Picture 5">
            <a:extLst>
              <a:ext uri="{FF2B5EF4-FFF2-40B4-BE49-F238E27FC236}">
                <a16:creationId xmlns:a16="http://schemas.microsoft.com/office/drawing/2014/main" id="{AF66F422-3604-4A75-BBCB-581CBB34A817}"/>
              </a:ext>
            </a:extLst>
          </p:cNvPr>
          <p:cNvPicPr>
            <a:picLocks noChangeAspect="1"/>
          </p:cNvPicPr>
          <p:nvPr/>
        </p:nvPicPr>
        <p:blipFill>
          <a:blip r:embed="rId4"/>
          <a:stretch>
            <a:fillRect/>
          </a:stretch>
        </p:blipFill>
        <p:spPr>
          <a:xfrm>
            <a:off x="3781062" y="1285811"/>
            <a:ext cx="2314937" cy="520861"/>
          </a:xfrm>
          <a:prstGeom prst="rect">
            <a:avLst/>
          </a:prstGeom>
        </p:spPr>
      </p:pic>
      <p:pic>
        <p:nvPicPr>
          <p:cNvPr id="8" name="Picture 7">
            <a:extLst>
              <a:ext uri="{FF2B5EF4-FFF2-40B4-BE49-F238E27FC236}">
                <a16:creationId xmlns:a16="http://schemas.microsoft.com/office/drawing/2014/main" id="{E662874C-C96F-4C66-8CA4-F061929B06C7}"/>
              </a:ext>
            </a:extLst>
          </p:cNvPr>
          <p:cNvPicPr>
            <a:picLocks noChangeAspect="1"/>
          </p:cNvPicPr>
          <p:nvPr/>
        </p:nvPicPr>
        <p:blipFill>
          <a:blip r:embed="rId5"/>
          <a:stretch>
            <a:fillRect/>
          </a:stretch>
        </p:blipFill>
        <p:spPr>
          <a:xfrm>
            <a:off x="3781062" y="1847574"/>
            <a:ext cx="2314937" cy="243068"/>
          </a:xfrm>
          <a:prstGeom prst="rect">
            <a:avLst/>
          </a:prstGeom>
        </p:spPr>
      </p:pic>
      <p:pic>
        <p:nvPicPr>
          <p:cNvPr id="10" name="Picture 9">
            <a:extLst>
              <a:ext uri="{FF2B5EF4-FFF2-40B4-BE49-F238E27FC236}">
                <a16:creationId xmlns:a16="http://schemas.microsoft.com/office/drawing/2014/main" id="{0B8F4871-DCC4-4098-B356-9C6CE20036EE}"/>
              </a:ext>
            </a:extLst>
          </p:cNvPr>
          <p:cNvPicPr>
            <a:picLocks noChangeAspect="1"/>
          </p:cNvPicPr>
          <p:nvPr/>
        </p:nvPicPr>
        <p:blipFill>
          <a:blip r:embed="rId6"/>
          <a:stretch>
            <a:fillRect/>
          </a:stretch>
        </p:blipFill>
        <p:spPr>
          <a:xfrm>
            <a:off x="3781062" y="2248756"/>
            <a:ext cx="2314937" cy="260430"/>
          </a:xfrm>
          <a:prstGeom prst="rect">
            <a:avLst/>
          </a:prstGeom>
        </p:spPr>
      </p:pic>
      <p:pic>
        <p:nvPicPr>
          <p:cNvPr id="5" name="Picture 4">
            <a:extLst>
              <a:ext uri="{FF2B5EF4-FFF2-40B4-BE49-F238E27FC236}">
                <a16:creationId xmlns:a16="http://schemas.microsoft.com/office/drawing/2014/main" id="{FB46B77C-1337-42E3-9A30-DF27C130400E}"/>
              </a:ext>
            </a:extLst>
          </p:cNvPr>
          <p:cNvPicPr>
            <a:picLocks noChangeAspect="1"/>
          </p:cNvPicPr>
          <p:nvPr/>
        </p:nvPicPr>
        <p:blipFill>
          <a:blip r:embed="rId7"/>
          <a:stretch>
            <a:fillRect/>
          </a:stretch>
        </p:blipFill>
        <p:spPr>
          <a:xfrm>
            <a:off x="6710136" y="1052768"/>
            <a:ext cx="5481864" cy="1562331"/>
          </a:xfrm>
          <a:prstGeom prst="rect">
            <a:avLst/>
          </a:prstGeom>
        </p:spPr>
      </p:pic>
      <p:pic>
        <p:nvPicPr>
          <p:cNvPr id="9" name="Picture 8">
            <a:extLst>
              <a:ext uri="{FF2B5EF4-FFF2-40B4-BE49-F238E27FC236}">
                <a16:creationId xmlns:a16="http://schemas.microsoft.com/office/drawing/2014/main" id="{CD1B17CE-D831-4678-9198-40225FD162C1}"/>
              </a:ext>
            </a:extLst>
          </p:cNvPr>
          <p:cNvPicPr>
            <a:picLocks noChangeAspect="1"/>
          </p:cNvPicPr>
          <p:nvPr/>
        </p:nvPicPr>
        <p:blipFill>
          <a:blip r:embed="rId8"/>
          <a:stretch>
            <a:fillRect/>
          </a:stretch>
        </p:blipFill>
        <p:spPr>
          <a:xfrm>
            <a:off x="494607" y="3660666"/>
            <a:ext cx="6135796" cy="2498128"/>
          </a:xfrm>
          <a:prstGeom prst="rect">
            <a:avLst/>
          </a:prstGeom>
        </p:spPr>
      </p:pic>
      <p:pic>
        <p:nvPicPr>
          <p:cNvPr id="12" name="Picture 11">
            <a:extLst>
              <a:ext uri="{FF2B5EF4-FFF2-40B4-BE49-F238E27FC236}">
                <a16:creationId xmlns:a16="http://schemas.microsoft.com/office/drawing/2014/main" id="{955467D9-FA05-46EA-A090-6797F79EED26}"/>
              </a:ext>
            </a:extLst>
          </p:cNvPr>
          <p:cNvPicPr>
            <a:picLocks noChangeAspect="1"/>
          </p:cNvPicPr>
          <p:nvPr/>
        </p:nvPicPr>
        <p:blipFill>
          <a:blip r:embed="rId9"/>
          <a:stretch>
            <a:fillRect/>
          </a:stretch>
        </p:blipFill>
        <p:spPr>
          <a:xfrm>
            <a:off x="6630403" y="3238898"/>
            <a:ext cx="5481864" cy="1743232"/>
          </a:xfrm>
          <a:prstGeom prst="rect">
            <a:avLst/>
          </a:prstGeom>
        </p:spPr>
      </p:pic>
    </p:spTree>
    <p:extLst>
      <p:ext uri="{BB962C8B-B14F-4D97-AF65-F5344CB8AC3E}">
        <p14:creationId xmlns:p14="http://schemas.microsoft.com/office/powerpoint/2010/main" val="2751136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358D3A-9F06-4CD5-9819-AE4F506CA697}"/>
              </a:ext>
            </a:extLst>
          </p:cNvPr>
          <p:cNvSpPr txBox="1"/>
          <p:nvPr/>
        </p:nvSpPr>
        <p:spPr>
          <a:xfrm>
            <a:off x="1530626" y="536713"/>
            <a:ext cx="5446644" cy="584775"/>
          </a:xfrm>
          <a:prstGeom prst="rect">
            <a:avLst/>
          </a:prstGeom>
          <a:noFill/>
        </p:spPr>
        <p:txBody>
          <a:bodyPr wrap="square" rtlCol="0">
            <a:spAutoFit/>
          </a:bodyPr>
          <a:lstStyle/>
          <a:p>
            <a:r>
              <a:rPr lang="en-US" sz="3200" b="1" dirty="0"/>
              <a:t>Class Relationship in UML</a:t>
            </a:r>
            <a:endParaRPr lang="en-IN" sz="3200" b="1" dirty="0"/>
          </a:p>
        </p:txBody>
      </p:sp>
      <p:sp>
        <p:nvSpPr>
          <p:cNvPr id="5" name="TextBox 4">
            <a:extLst>
              <a:ext uri="{FF2B5EF4-FFF2-40B4-BE49-F238E27FC236}">
                <a16:creationId xmlns:a16="http://schemas.microsoft.com/office/drawing/2014/main" id="{07F2191B-E60B-4797-B34F-4661A81C1D99}"/>
              </a:ext>
            </a:extLst>
          </p:cNvPr>
          <p:cNvSpPr txBox="1"/>
          <p:nvPr/>
        </p:nvSpPr>
        <p:spPr>
          <a:xfrm>
            <a:off x="7946957" y="407504"/>
            <a:ext cx="3960121" cy="563231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3F3F3F"/>
                </a:solidFill>
                <a:latin typeface="Calibri "/>
              </a:rPr>
              <a:t>A</a:t>
            </a:r>
            <a:r>
              <a:rPr lang="en-US" b="0" i="0" dirty="0">
                <a:solidFill>
                  <a:srgbClr val="3F3F3F"/>
                </a:solidFill>
                <a:effectLst/>
                <a:latin typeface="Calibri "/>
              </a:rPr>
              <a:t>ny logical connection or relationship between </a:t>
            </a:r>
            <a:r>
              <a:rPr lang="en-US" b="0" i="0" u="sng" dirty="0">
                <a:effectLst/>
                <a:latin typeface="Calibri "/>
              </a:rPr>
              <a:t>classes</a:t>
            </a:r>
          </a:p>
          <a:p>
            <a:pPr marL="285750" indent="-285750">
              <a:buFont typeface="Arial" panose="020B0604020202020204" pitchFamily="34" charset="0"/>
              <a:buChar char="•"/>
            </a:pPr>
            <a:r>
              <a:rPr lang="en-US" dirty="0">
                <a:solidFill>
                  <a:srgbClr val="3F3F3F"/>
                </a:solidFill>
                <a:latin typeface="Calibri "/>
              </a:rPr>
              <a:t>D</a:t>
            </a:r>
            <a:r>
              <a:rPr lang="en-US" b="0" i="0" dirty="0">
                <a:solidFill>
                  <a:srgbClr val="3F3F3F"/>
                </a:solidFill>
                <a:effectLst/>
                <a:latin typeface="Calibri "/>
              </a:rPr>
              <a:t>epicts a container-contained directional flow</a:t>
            </a:r>
          </a:p>
          <a:p>
            <a:pPr marL="285750" indent="-285750">
              <a:buFont typeface="Arial" panose="020B0604020202020204" pitchFamily="34" charset="0"/>
              <a:buChar char="•"/>
            </a:pPr>
            <a:r>
              <a:rPr lang="en-US" b="0" i="0" dirty="0">
                <a:solidFill>
                  <a:srgbClr val="3F3F3F"/>
                </a:solidFill>
                <a:effectLst/>
                <a:latin typeface="Calibri "/>
              </a:rPr>
              <a:t>Class may have multiple functions or responsibilities</a:t>
            </a:r>
          </a:p>
          <a:p>
            <a:pPr marL="285750" indent="-285750">
              <a:buFont typeface="Arial" panose="020B0604020202020204" pitchFamily="34" charset="0"/>
              <a:buChar char="•"/>
            </a:pPr>
            <a:r>
              <a:rPr lang="en-US" b="0" i="0" dirty="0">
                <a:solidFill>
                  <a:srgbClr val="3F3F3F"/>
                </a:solidFill>
                <a:effectLst/>
                <a:latin typeface="Calibri "/>
              </a:rPr>
              <a:t>Active logical association when the cardinality of a class in relation to another</a:t>
            </a:r>
          </a:p>
          <a:p>
            <a:pPr marL="285750" indent="-285750">
              <a:buFont typeface="Arial" panose="020B0604020202020204" pitchFamily="34" charset="0"/>
              <a:buChar char="•"/>
            </a:pPr>
            <a:r>
              <a:rPr lang="en-US" dirty="0">
                <a:solidFill>
                  <a:srgbClr val="3F3F3F"/>
                </a:solidFill>
                <a:latin typeface="Calibri "/>
              </a:rPr>
              <a:t>F</a:t>
            </a:r>
            <a:r>
              <a:rPr lang="en-US" b="0" i="0" dirty="0">
                <a:solidFill>
                  <a:srgbClr val="3F3F3F"/>
                </a:solidFill>
                <a:effectLst/>
                <a:latin typeface="Calibri "/>
              </a:rPr>
              <a:t>ormation of a particular class as a result of one class being aggregated or built as a collection.</a:t>
            </a:r>
          </a:p>
          <a:p>
            <a:pPr marL="285750" indent="-285750">
              <a:buFont typeface="Arial" panose="020B0604020202020204" pitchFamily="34" charset="0"/>
              <a:buChar char="•"/>
            </a:pPr>
            <a:r>
              <a:rPr lang="en-US" dirty="0">
                <a:solidFill>
                  <a:srgbClr val="3F3F3F"/>
                </a:solidFill>
                <a:latin typeface="Calibri "/>
              </a:rPr>
              <a:t>C</a:t>
            </a:r>
            <a:r>
              <a:rPr lang="en-US" b="0" i="0" dirty="0">
                <a:solidFill>
                  <a:srgbClr val="3F3F3F"/>
                </a:solidFill>
                <a:effectLst/>
                <a:latin typeface="Calibri "/>
              </a:rPr>
              <a:t>ontained class will be obliterated when the container class is destroyed.</a:t>
            </a:r>
          </a:p>
          <a:p>
            <a:pPr marL="285750" indent="-285750">
              <a:buFont typeface="Arial" panose="020B0604020202020204" pitchFamily="34" charset="0"/>
              <a:buChar char="•"/>
            </a:pPr>
            <a:r>
              <a:rPr lang="en-US" b="0" i="0" dirty="0">
                <a:solidFill>
                  <a:srgbClr val="3F3F3F"/>
                </a:solidFill>
                <a:effectLst/>
                <a:latin typeface="Calibri "/>
              </a:rPr>
              <a:t>Child class is a specific type of the parent class</a:t>
            </a:r>
            <a:endParaRPr lang="en-US" dirty="0">
              <a:solidFill>
                <a:srgbClr val="3F3F3F"/>
              </a:solidFill>
              <a:latin typeface="Calibri "/>
            </a:endParaRPr>
          </a:p>
          <a:p>
            <a:pPr marL="285750" indent="-285750">
              <a:buFont typeface="Arial" panose="020B0604020202020204" pitchFamily="34" charset="0"/>
              <a:buChar char="•"/>
            </a:pPr>
            <a:r>
              <a:rPr lang="en-US" dirty="0">
                <a:solidFill>
                  <a:srgbClr val="3F3F3F"/>
                </a:solidFill>
                <a:latin typeface="Calibri "/>
              </a:rPr>
              <a:t>I</a:t>
            </a:r>
            <a:r>
              <a:rPr lang="en-US" b="0" i="0" dirty="0">
                <a:solidFill>
                  <a:srgbClr val="3F3F3F"/>
                </a:solidFill>
                <a:effectLst/>
                <a:latin typeface="Calibri "/>
              </a:rPr>
              <a:t>mplementation of the functionality defined in one class by another class</a:t>
            </a:r>
            <a:endParaRPr lang="en-US" dirty="0">
              <a:solidFill>
                <a:srgbClr val="3F3F3F"/>
              </a:solidFill>
              <a:latin typeface="Calibri "/>
            </a:endParaRPr>
          </a:p>
          <a:p>
            <a:pPr marL="285750" indent="-285750">
              <a:buFont typeface="Arial" panose="020B0604020202020204" pitchFamily="34" charset="0"/>
              <a:buChar char="•"/>
            </a:pPr>
            <a:endParaRPr lang="en-IN" dirty="0"/>
          </a:p>
        </p:txBody>
      </p:sp>
      <p:pic>
        <p:nvPicPr>
          <p:cNvPr id="2" name="Picture 1">
            <a:extLst>
              <a:ext uri="{FF2B5EF4-FFF2-40B4-BE49-F238E27FC236}">
                <a16:creationId xmlns:a16="http://schemas.microsoft.com/office/drawing/2014/main" id="{A991918B-2F85-415F-AD54-2AFD89B59439}"/>
              </a:ext>
            </a:extLst>
          </p:cNvPr>
          <p:cNvPicPr>
            <a:picLocks noChangeAspect="1"/>
          </p:cNvPicPr>
          <p:nvPr/>
        </p:nvPicPr>
        <p:blipFill>
          <a:blip r:embed="rId3"/>
          <a:stretch>
            <a:fillRect/>
          </a:stretch>
        </p:blipFill>
        <p:spPr>
          <a:xfrm>
            <a:off x="1041839" y="1652080"/>
            <a:ext cx="6424217" cy="1691787"/>
          </a:xfrm>
          <a:prstGeom prst="rect">
            <a:avLst/>
          </a:prstGeom>
        </p:spPr>
      </p:pic>
      <p:pic>
        <p:nvPicPr>
          <p:cNvPr id="3" name="Picture 2">
            <a:extLst>
              <a:ext uri="{FF2B5EF4-FFF2-40B4-BE49-F238E27FC236}">
                <a16:creationId xmlns:a16="http://schemas.microsoft.com/office/drawing/2014/main" id="{C34A1F26-FAA3-4354-A53B-1A2F9BE1AF87}"/>
              </a:ext>
            </a:extLst>
          </p:cNvPr>
          <p:cNvPicPr>
            <a:picLocks noChangeAspect="1"/>
          </p:cNvPicPr>
          <p:nvPr/>
        </p:nvPicPr>
        <p:blipFill>
          <a:blip r:embed="rId4"/>
          <a:stretch>
            <a:fillRect/>
          </a:stretch>
        </p:blipFill>
        <p:spPr>
          <a:xfrm>
            <a:off x="960539" y="4138620"/>
            <a:ext cx="6569009" cy="1806097"/>
          </a:xfrm>
          <a:prstGeom prst="rect">
            <a:avLst/>
          </a:prstGeom>
        </p:spPr>
      </p:pic>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E2FE9B4E-AC06-4F31-BB7E-F964D46E081D}"/>
                  </a:ext>
                </a:extLst>
              </p14:cNvPr>
              <p14:cNvContentPartPr/>
              <p14:nvPr/>
            </p14:nvContentPartPr>
            <p14:xfrm>
              <a:off x="731520" y="2054160"/>
              <a:ext cx="6525720" cy="3602520"/>
            </p14:xfrm>
          </p:contentPart>
        </mc:Choice>
        <mc:Fallback xmlns="">
          <p:pic>
            <p:nvPicPr>
              <p:cNvPr id="6" name="Ink 5">
                <a:extLst>
                  <a:ext uri="{FF2B5EF4-FFF2-40B4-BE49-F238E27FC236}">
                    <a16:creationId xmlns:a16="http://schemas.microsoft.com/office/drawing/2014/main" id="{E2FE9B4E-AC06-4F31-BB7E-F964D46E081D}"/>
                  </a:ext>
                </a:extLst>
              </p:cNvPr>
              <p:cNvPicPr/>
              <p:nvPr/>
            </p:nvPicPr>
            <p:blipFill>
              <a:blip r:embed="rId6"/>
              <a:stretch>
                <a:fillRect/>
              </a:stretch>
            </p:blipFill>
            <p:spPr>
              <a:xfrm>
                <a:off x="722160" y="2044800"/>
                <a:ext cx="6544440" cy="3621240"/>
              </a:xfrm>
              <a:prstGeom prst="rect">
                <a:avLst/>
              </a:prstGeom>
            </p:spPr>
          </p:pic>
        </mc:Fallback>
      </mc:AlternateContent>
    </p:spTree>
    <p:extLst>
      <p:ext uri="{BB962C8B-B14F-4D97-AF65-F5344CB8AC3E}">
        <p14:creationId xmlns:p14="http://schemas.microsoft.com/office/powerpoint/2010/main" val="3688765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F7D9086-7E9F-4F2E-83BE-5FD8213045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009" y="1229014"/>
            <a:ext cx="7131948" cy="49963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358D3A-9F06-4CD5-9819-AE4F506CA697}"/>
              </a:ext>
            </a:extLst>
          </p:cNvPr>
          <p:cNvSpPr txBox="1"/>
          <p:nvPr/>
        </p:nvSpPr>
        <p:spPr>
          <a:xfrm>
            <a:off x="1530626" y="536713"/>
            <a:ext cx="5446644" cy="584775"/>
          </a:xfrm>
          <a:prstGeom prst="rect">
            <a:avLst/>
          </a:prstGeom>
          <a:noFill/>
        </p:spPr>
        <p:txBody>
          <a:bodyPr wrap="square" rtlCol="0">
            <a:spAutoFit/>
          </a:bodyPr>
          <a:lstStyle/>
          <a:p>
            <a:r>
              <a:rPr lang="en-US" sz="3200" b="1" dirty="0"/>
              <a:t>Class Relationship in UML</a:t>
            </a:r>
            <a:endParaRPr lang="en-IN" sz="3200" b="1" dirty="0"/>
          </a:p>
        </p:txBody>
      </p:sp>
      <p:sp>
        <p:nvSpPr>
          <p:cNvPr id="5" name="TextBox 4">
            <a:extLst>
              <a:ext uri="{FF2B5EF4-FFF2-40B4-BE49-F238E27FC236}">
                <a16:creationId xmlns:a16="http://schemas.microsoft.com/office/drawing/2014/main" id="{07F2191B-E60B-4797-B34F-4661A81C1D99}"/>
              </a:ext>
            </a:extLst>
          </p:cNvPr>
          <p:cNvSpPr txBox="1"/>
          <p:nvPr/>
        </p:nvSpPr>
        <p:spPr>
          <a:xfrm>
            <a:off x="7946957" y="407504"/>
            <a:ext cx="3960121" cy="5632311"/>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3F3F3F"/>
                </a:solidFill>
                <a:latin typeface="Calibri "/>
              </a:rPr>
              <a:t>A</a:t>
            </a:r>
            <a:r>
              <a:rPr lang="en-US" b="0" i="0" dirty="0">
                <a:solidFill>
                  <a:srgbClr val="3F3F3F"/>
                </a:solidFill>
                <a:effectLst/>
                <a:latin typeface="Calibri "/>
              </a:rPr>
              <a:t>ny logical connection or relationship between </a:t>
            </a:r>
            <a:r>
              <a:rPr lang="en-US" b="0" i="0" u="sng" dirty="0">
                <a:effectLst/>
                <a:latin typeface="Calibri "/>
              </a:rPr>
              <a:t>classes</a:t>
            </a:r>
          </a:p>
          <a:p>
            <a:pPr marL="285750" indent="-285750">
              <a:buFont typeface="Arial" panose="020B0604020202020204" pitchFamily="34" charset="0"/>
              <a:buChar char="•"/>
            </a:pPr>
            <a:r>
              <a:rPr lang="en-US" dirty="0">
                <a:solidFill>
                  <a:srgbClr val="3F3F3F"/>
                </a:solidFill>
                <a:latin typeface="Calibri "/>
              </a:rPr>
              <a:t>D</a:t>
            </a:r>
            <a:r>
              <a:rPr lang="en-US" b="0" i="0" dirty="0">
                <a:solidFill>
                  <a:srgbClr val="3F3F3F"/>
                </a:solidFill>
                <a:effectLst/>
                <a:latin typeface="Calibri "/>
              </a:rPr>
              <a:t>epicts a container-contained directional flow</a:t>
            </a:r>
          </a:p>
          <a:p>
            <a:pPr marL="285750" indent="-285750">
              <a:buFont typeface="Arial" panose="020B0604020202020204" pitchFamily="34" charset="0"/>
              <a:buChar char="•"/>
            </a:pPr>
            <a:r>
              <a:rPr lang="en-US" b="0" i="0" dirty="0">
                <a:solidFill>
                  <a:srgbClr val="3F3F3F"/>
                </a:solidFill>
                <a:effectLst/>
                <a:latin typeface="Calibri "/>
              </a:rPr>
              <a:t>Class may have multiple functions or responsibilities</a:t>
            </a:r>
          </a:p>
          <a:p>
            <a:pPr marL="285750" indent="-285750">
              <a:buFont typeface="Arial" panose="020B0604020202020204" pitchFamily="34" charset="0"/>
              <a:buChar char="•"/>
            </a:pPr>
            <a:r>
              <a:rPr lang="en-US" b="0" i="0" dirty="0">
                <a:solidFill>
                  <a:srgbClr val="3F3F3F"/>
                </a:solidFill>
                <a:effectLst/>
                <a:latin typeface="Calibri "/>
              </a:rPr>
              <a:t>Active logical association when the cardinality of a class in relation to another</a:t>
            </a:r>
          </a:p>
          <a:p>
            <a:pPr marL="285750" indent="-285750">
              <a:buFont typeface="Arial" panose="020B0604020202020204" pitchFamily="34" charset="0"/>
              <a:buChar char="•"/>
            </a:pPr>
            <a:r>
              <a:rPr lang="en-US" dirty="0">
                <a:solidFill>
                  <a:srgbClr val="3F3F3F"/>
                </a:solidFill>
                <a:latin typeface="Calibri "/>
              </a:rPr>
              <a:t>F</a:t>
            </a:r>
            <a:r>
              <a:rPr lang="en-US" b="0" i="0" dirty="0">
                <a:solidFill>
                  <a:srgbClr val="3F3F3F"/>
                </a:solidFill>
                <a:effectLst/>
                <a:latin typeface="Calibri "/>
              </a:rPr>
              <a:t>ormation of a particular class as a result of one class being aggregated or built as a collection.</a:t>
            </a:r>
          </a:p>
          <a:p>
            <a:pPr marL="285750" indent="-285750">
              <a:buFont typeface="Arial" panose="020B0604020202020204" pitchFamily="34" charset="0"/>
              <a:buChar char="•"/>
            </a:pPr>
            <a:r>
              <a:rPr lang="en-US" dirty="0">
                <a:solidFill>
                  <a:srgbClr val="3F3F3F"/>
                </a:solidFill>
                <a:latin typeface="Calibri "/>
              </a:rPr>
              <a:t>C</a:t>
            </a:r>
            <a:r>
              <a:rPr lang="en-US" b="0" i="0" dirty="0">
                <a:solidFill>
                  <a:srgbClr val="3F3F3F"/>
                </a:solidFill>
                <a:effectLst/>
                <a:latin typeface="Calibri "/>
              </a:rPr>
              <a:t>ontained class will be obliterated when the container class is destroyed.</a:t>
            </a:r>
          </a:p>
          <a:p>
            <a:pPr marL="285750" indent="-285750">
              <a:buFont typeface="Arial" panose="020B0604020202020204" pitchFamily="34" charset="0"/>
              <a:buChar char="•"/>
            </a:pPr>
            <a:r>
              <a:rPr lang="en-US" b="0" i="0" dirty="0">
                <a:solidFill>
                  <a:srgbClr val="3F3F3F"/>
                </a:solidFill>
                <a:effectLst/>
                <a:latin typeface="Calibri "/>
              </a:rPr>
              <a:t>Child class is a specific type of the parent class</a:t>
            </a:r>
            <a:endParaRPr lang="en-US" dirty="0">
              <a:solidFill>
                <a:srgbClr val="3F3F3F"/>
              </a:solidFill>
              <a:latin typeface="Calibri "/>
            </a:endParaRPr>
          </a:p>
          <a:p>
            <a:pPr marL="285750" indent="-285750">
              <a:buFont typeface="Arial" panose="020B0604020202020204" pitchFamily="34" charset="0"/>
              <a:buChar char="•"/>
            </a:pPr>
            <a:r>
              <a:rPr lang="en-US" dirty="0">
                <a:solidFill>
                  <a:srgbClr val="3F3F3F"/>
                </a:solidFill>
                <a:latin typeface="Calibri "/>
              </a:rPr>
              <a:t>I</a:t>
            </a:r>
            <a:r>
              <a:rPr lang="en-US" b="0" i="0" dirty="0">
                <a:solidFill>
                  <a:srgbClr val="3F3F3F"/>
                </a:solidFill>
                <a:effectLst/>
                <a:latin typeface="Calibri "/>
              </a:rPr>
              <a:t>mplementation of the functionality defined in one class by another class</a:t>
            </a:r>
            <a:endParaRPr lang="en-US" dirty="0">
              <a:solidFill>
                <a:srgbClr val="3F3F3F"/>
              </a:solidFill>
              <a:latin typeface="Calibri "/>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7559739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0EDB-6BC2-43A8-ACAA-C3CC159340A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D28402-5CA5-429C-AD16-6A0A288E9451}"/>
              </a:ext>
            </a:extLst>
          </p:cNvPr>
          <p:cNvSpPr>
            <a:spLocks noGrp="1"/>
          </p:cNvSpPr>
          <p:nvPr>
            <p:ph idx="1"/>
          </p:nvPr>
        </p:nvSpPr>
        <p:spPr/>
        <p:txBody>
          <a:bodyPr/>
          <a:lstStyle/>
          <a:p>
            <a:r>
              <a:rPr lang="en-US" sz="2800" dirty="0"/>
              <a:t>A reflexive association (also known as a </a:t>
            </a:r>
            <a:r>
              <a:rPr lang="en-US" sz="2800" dirty="0">
                <a:solidFill>
                  <a:srgbClr val="C00000"/>
                </a:solidFill>
              </a:rPr>
              <a:t>self-referential relationship</a:t>
            </a:r>
            <a:r>
              <a:rPr lang="en-US" sz="2800" dirty="0"/>
              <a:t>) occurs when an entity in a relationship is associated with itself.</a:t>
            </a:r>
          </a:p>
          <a:p>
            <a:r>
              <a:rPr lang="en-US" sz="2800" dirty="0"/>
              <a:t>Composition - A strong form of association where one entity (the whole) </a:t>
            </a:r>
            <a:r>
              <a:rPr lang="en-US" sz="2800" dirty="0">
                <a:solidFill>
                  <a:srgbClr val="C00000"/>
                </a:solidFill>
              </a:rPr>
              <a:t>owns</a:t>
            </a:r>
            <a:r>
              <a:rPr lang="en-US" sz="2800" dirty="0"/>
              <a:t> the other entity (the part), and the parts </a:t>
            </a:r>
            <a:r>
              <a:rPr lang="en-US" sz="2800" dirty="0">
                <a:solidFill>
                  <a:srgbClr val="C00000"/>
                </a:solidFill>
              </a:rPr>
              <a:t>cannot exist independently </a:t>
            </a:r>
            <a:r>
              <a:rPr lang="en-US" sz="2800" dirty="0"/>
              <a:t>of the whole.</a:t>
            </a:r>
          </a:p>
          <a:p>
            <a:r>
              <a:rPr lang="en-US" sz="2800" dirty="0"/>
              <a:t>Aggregation- A weak form of association where one entity (the whole) is associated with the other entity (the part), but the parts </a:t>
            </a:r>
            <a:r>
              <a:rPr lang="en-US" sz="2800" dirty="0">
                <a:solidFill>
                  <a:srgbClr val="C00000"/>
                </a:solidFill>
              </a:rPr>
              <a:t>can exist independently</a:t>
            </a:r>
            <a:r>
              <a:rPr lang="en-US" sz="2800" dirty="0"/>
              <a:t> of the whole.</a:t>
            </a:r>
            <a:endParaRPr lang="en-IN" sz="2800" dirty="0"/>
          </a:p>
        </p:txBody>
      </p:sp>
    </p:spTree>
    <p:extLst>
      <p:ext uri="{BB962C8B-B14F-4D97-AF65-F5344CB8AC3E}">
        <p14:creationId xmlns:p14="http://schemas.microsoft.com/office/powerpoint/2010/main" val="3568547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8F412-A5F3-4291-A97C-0536D6DD7D5C}"/>
              </a:ext>
            </a:extLst>
          </p:cNvPr>
          <p:cNvSpPr>
            <a:spLocks noGrp="1"/>
          </p:cNvSpPr>
          <p:nvPr>
            <p:ph type="title"/>
          </p:nvPr>
        </p:nvSpPr>
        <p:spPr>
          <a:xfrm>
            <a:off x="838200" y="365125"/>
            <a:ext cx="10515600" cy="416271"/>
          </a:xfrm>
        </p:spPr>
        <p:txBody>
          <a:bodyPr>
            <a:normAutofit fontScale="90000"/>
          </a:bodyPr>
          <a:lstStyle/>
          <a:p>
            <a:r>
              <a:rPr lang="en-IN" b="1" dirty="0"/>
              <a:t>Exercise 1 -16/01/26</a:t>
            </a:r>
          </a:p>
        </p:txBody>
      </p:sp>
      <p:sp>
        <p:nvSpPr>
          <p:cNvPr id="3" name="Content Placeholder 2">
            <a:extLst>
              <a:ext uri="{FF2B5EF4-FFF2-40B4-BE49-F238E27FC236}">
                <a16:creationId xmlns:a16="http://schemas.microsoft.com/office/drawing/2014/main" id="{ADF669B0-979D-4784-AF2C-68F1359D5C02}"/>
              </a:ext>
            </a:extLst>
          </p:cNvPr>
          <p:cNvSpPr>
            <a:spLocks noGrp="1"/>
          </p:cNvSpPr>
          <p:nvPr>
            <p:ph idx="1"/>
          </p:nvPr>
        </p:nvSpPr>
        <p:spPr>
          <a:xfrm>
            <a:off x="838200" y="1055716"/>
            <a:ext cx="10515600" cy="5162811"/>
          </a:xfrm>
        </p:spPr>
        <p:txBody>
          <a:bodyPr>
            <a:normAutofit/>
          </a:bodyPr>
          <a:lstStyle/>
          <a:p>
            <a:r>
              <a:rPr lang="en-US" sz="2400" dirty="0"/>
              <a:t>For each case below,</a:t>
            </a:r>
          </a:p>
          <a:p>
            <a:pPr marL="0" indent="0">
              <a:buNone/>
            </a:pPr>
            <a:r>
              <a:rPr lang="en-US" sz="2400" dirty="0"/>
              <a:t>	- identify the correct relationship</a:t>
            </a:r>
          </a:p>
          <a:p>
            <a:pPr marL="0" indent="0">
              <a:buNone/>
            </a:pPr>
            <a:r>
              <a:rPr lang="en-US" sz="2400" dirty="0"/>
              <a:t>	- draw a simple UML diagram using the proper symbol.</a:t>
            </a:r>
          </a:p>
          <a:p>
            <a:pPr marL="0" indent="0">
              <a:buNone/>
            </a:pPr>
            <a:endParaRPr lang="en-US" sz="2400" dirty="0"/>
          </a:p>
          <a:p>
            <a:pPr marL="457200" indent="-457200">
              <a:buAutoNum type="arabicParenR"/>
            </a:pPr>
            <a:r>
              <a:rPr lang="en-US" sz="2400" dirty="0"/>
              <a:t>A</a:t>
            </a:r>
            <a:r>
              <a:rPr lang="en-US" sz="2400" b="1" dirty="0"/>
              <a:t> </a:t>
            </a:r>
            <a:r>
              <a:rPr lang="en-US" sz="2400" dirty="0"/>
              <a:t>Doctor</a:t>
            </a:r>
            <a:r>
              <a:rPr lang="en-US" sz="2400" b="1" dirty="0"/>
              <a:t> </a:t>
            </a:r>
            <a:r>
              <a:rPr lang="en-US" sz="2400" dirty="0"/>
              <a:t>treats a Patient.</a:t>
            </a:r>
          </a:p>
          <a:p>
            <a:pPr marL="457200" indent="-457200">
              <a:buAutoNum type="arabicParenR"/>
            </a:pPr>
            <a:r>
              <a:rPr lang="en-IN" sz="2400" dirty="0"/>
              <a:t>A Department has Professors.</a:t>
            </a:r>
          </a:p>
          <a:p>
            <a:pPr marL="457200" indent="-457200">
              <a:buAutoNum type="arabicParenR"/>
            </a:pPr>
            <a:r>
              <a:rPr lang="en-US" sz="2400" dirty="0"/>
              <a:t>An Order consists of </a:t>
            </a:r>
            <a:r>
              <a:rPr lang="en-US" sz="2400" dirty="0" err="1"/>
              <a:t>OrderItems</a:t>
            </a:r>
            <a:r>
              <a:rPr lang="en-US" sz="2400" dirty="0"/>
              <a:t>.</a:t>
            </a:r>
          </a:p>
          <a:p>
            <a:pPr marL="457200" indent="-457200">
              <a:buAutoNum type="arabicParenR"/>
            </a:pPr>
            <a:r>
              <a:rPr lang="en-US" sz="2400" dirty="0"/>
              <a:t>Car, Bike and Train are types of Vehicle.</a:t>
            </a:r>
          </a:p>
          <a:p>
            <a:pPr marL="457200" indent="-457200">
              <a:buFont typeface="Arial" panose="020B0604020202020204" pitchFamily="34" charset="0"/>
              <a:buAutoNum type="arabicParenR"/>
            </a:pPr>
            <a:r>
              <a:rPr lang="en-US" altLang="en-US" sz="2400" dirty="0"/>
              <a:t>An interface called Payment has a method </a:t>
            </a:r>
            <a:r>
              <a:rPr lang="en-US" altLang="en-US" sz="2400" dirty="0" err="1"/>
              <a:t>makePayment</a:t>
            </a:r>
            <a:r>
              <a:rPr lang="en-US" altLang="en-US" sz="2400" dirty="0"/>
              <a:t>().</a:t>
            </a:r>
            <a:br>
              <a:rPr lang="en-US" altLang="en-US" sz="2400" dirty="0"/>
            </a:br>
            <a:r>
              <a:rPr lang="en-US" altLang="en-US" sz="2400" dirty="0"/>
              <a:t>Classes </a:t>
            </a:r>
            <a:r>
              <a:rPr lang="en-US" altLang="en-US" sz="2400" dirty="0" err="1"/>
              <a:t>UPIPayment</a:t>
            </a:r>
            <a:r>
              <a:rPr lang="en-US" altLang="en-US" sz="2400" dirty="0"/>
              <a:t> and </a:t>
            </a:r>
            <a:r>
              <a:rPr lang="en-US" altLang="en-US" sz="2400" dirty="0" err="1"/>
              <a:t>CardPayment</a:t>
            </a:r>
            <a:r>
              <a:rPr lang="en-US" altLang="en-US" sz="2400" dirty="0"/>
              <a:t> implement it. </a:t>
            </a:r>
          </a:p>
          <a:p>
            <a:pPr marL="457200" indent="-457200">
              <a:buAutoNum type="arabicParenR"/>
            </a:pPr>
            <a:endParaRPr lang="en-US" sz="2400" dirty="0"/>
          </a:p>
          <a:p>
            <a:pPr marL="457200" indent="-457200">
              <a:buAutoNum type="arabicParenR"/>
            </a:pPr>
            <a:endParaRPr lang="en-IN" sz="24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6E15452-07D5-4A1A-9EAC-9B669A24FFFA}"/>
                  </a:ext>
                </a:extLst>
              </p14:cNvPr>
              <p14:cNvContentPartPr/>
              <p14:nvPr/>
            </p14:nvContentPartPr>
            <p14:xfrm>
              <a:off x="1921320" y="2870640"/>
              <a:ext cx="6766560" cy="2605320"/>
            </p14:xfrm>
          </p:contentPart>
        </mc:Choice>
        <mc:Fallback xmlns="">
          <p:pic>
            <p:nvPicPr>
              <p:cNvPr id="4" name="Ink 3">
                <a:extLst>
                  <a:ext uri="{FF2B5EF4-FFF2-40B4-BE49-F238E27FC236}">
                    <a16:creationId xmlns:a16="http://schemas.microsoft.com/office/drawing/2014/main" id="{26E15452-07D5-4A1A-9EAC-9B669A24FFFA}"/>
                  </a:ext>
                </a:extLst>
              </p:cNvPr>
              <p:cNvPicPr/>
              <p:nvPr/>
            </p:nvPicPr>
            <p:blipFill>
              <a:blip r:embed="rId4"/>
              <a:stretch>
                <a:fillRect/>
              </a:stretch>
            </p:blipFill>
            <p:spPr>
              <a:xfrm>
                <a:off x="1911960" y="2861280"/>
                <a:ext cx="6785280" cy="2624040"/>
              </a:xfrm>
              <a:prstGeom prst="rect">
                <a:avLst/>
              </a:prstGeom>
            </p:spPr>
          </p:pic>
        </mc:Fallback>
      </mc:AlternateContent>
    </p:spTree>
    <p:extLst>
      <p:ext uri="{BB962C8B-B14F-4D97-AF65-F5344CB8AC3E}">
        <p14:creationId xmlns:p14="http://schemas.microsoft.com/office/powerpoint/2010/main" val="14600203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73"/>
          <p:cNvSpPr txBox="1"/>
          <p:nvPr/>
        </p:nvSpPr>
        <p:spPr>
          <a:xfrm>
            <a:off x="9660890" y="6450565"/>
            <a:ext cx="271780" cy="205184"/>
          </a:xfrm>
          <a:prstGeom prst="rect">
            <a:avLst/>
          </a:prstGeom>
          <a:noFill/>
          <a:ln>
            <a:noFill/>
          </a:ln>
        </p:spPr>
        <p:txBody>
          <a:bodyPr spcFirstLastPara="1" wrap="square" lIns="0" tIns="0" rIns="0" bIns="0" anchor="t" anchorCtr="0">
            <a:spAutoFit/>
          </a:bodyPr>
          <a:lstStyle/>
          <a:p>
            <a:pPr marL="38100" marR="0" lvl="0" indent="0" algn="l" rtl="0">
              <a:lnSpc>
                <a:spcPct val="117071"/>
              </a:lnSpc>
              <a:spcBef>
                <a:spcPts val="0"/>
              </a:spcBef>
              <a:spcAft>
                <a:spcPts val="0"/>
              </a:spcAft>
              <a:buNone/>
            </a:pPr>
            <a:fld id="{00000000-1234-1234-1234-123412341234}" type="slidenum">
              <a:rPr lang="en-US" sz="1400">
                <a:solidFill>
                  <a:schemeClr val="dk1"/>
                </a:solidFill>
                <a:latin typeface="Arial"/>
                <a:ea typeface="Arial"/>
                <a:cs typeface="Arial"/>
                <a:sym typeface="Arial"/>
              </a:rPr>
              <a:t>47</a:t>
            </a:fld>
            <a:endParaRPr sz="1400">
              <a:solidFill>
                <a:schemeClr val="dk1"/>
              </a:solidFill>
              <a:latin typeface="Arial"/>
              <a:ea typeface="Arial"/>
              <a:cs typeface="Arial"/>
              <a:sym typeface="Arial"/>
            </a:endParaRPr>
          </a:p>
        </p:txBody>
      </p:sp>
      <p:sp>
        <p:nvSpPr>
          <p:cNvPr id="577" name="Google Shape;577;p73"/>
          <p:cNvSpPr txBox="1"/>
          <p:nvPr/>
        </p:nvSpPr>
        <p:spPr>
          <a:xfrm>
            <a:off x="9957307" y="6448280"/>
            <a:ext cx="177800" cy="179536"/>
          </a:xfrm>
          <a:prstGeom prst="rect">
            <a:avLst/>
          </a:prstGeom>
          <a:noFill/>
          <a:ln>
            <a:noFill/>
          </a:ln>
        </p:spPr>
        <p:txBody>
          <a:bodyPr spcFirstLastPara="1" wrap="square" lIns="0" tIns="0" rIns="0" bIns="0" anchor="t" anchorCtr="0">
            <a:spAutoFit/>
          </a:bodyPr>
          <a:lstStyle/>
          <a:p>
            <a:pPr marL="12700" marR="0" lvl="0" indent="0" algn="l" rtl="0">
              <a:lnSpc>
                <a:spcPct val="117499"/>
              </a:lnSpc>
              <a:spcBef>
                <a:spcPts val="0"/>
              </a:spcBef>
              <a:spcAft>
                <a:spcPts val="0"/>
              </a:spcAft>
              <a:buNone/>
            </a:pPr>
            <a:r>
              <a:rPr lang="en-US" sz="1200">
                <a:solidFill>
                  <a:srgbClr val="888888"/>
                </a:solidFill>
                <a:latin typeface="Times New Roman"/>
                <a:ea typeface="Times New Roman"/>
                <a:cs typeface="Times New Roman"/>
                <a:sym typeface="Times New Roman"/>
              </a:rPr>
              <a:t>25</a:t>
            </a:r>
            <a:endParaRPr sz="1200">
              <a:solidFill>
                <a:schemeClr val="dk1"/>
              </a:solidFill>
              <a:latin typeface="Times New Roman"/>
              <a:ea typeface="Times New Roman"/>
              <a:cs typeface="Times New Roman"/>
              <a:sym typeface="Times New Roman"/>
            </a:endParaRPr>
          </a:p>
        </p:txBody>
      </p:sp>
      <p:sp>
        <p:nvSpPr>
          <p:cNvPr id="578" name="Google Shape;578;p73"/>
          <p:cNvSpPr txBox="1">
            <a:spLocks noGrp="1"/>
          </p:cNvSpPr>
          <p:nvPr>
            <p:ph type="title"/>
          </p:nvPr>
        </p:nvSpPr>
        <p:spPr>
          <a:xfrm>
            <a:off x="3740910" y="418542"/>
            <a:ext cx="4793489" cy="689276"/>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b="0" dirty="0"/>
              <a:t>3. UML Diagrams</a:t>
            </a:r>
            <a:endParaRPr sz="4400" dirty="0"/>
          </a:p>
        </p:txBody>
      </p:sp>
      <p:sp>
        <p:nvSpPr>
          <p:cNvPr id="579" name="Google Shape;579;p73"/>
          <p:cNvSpPr txBox="1"/>
          <p:nvPr/>
        </p:nvSpPr>
        <p:spPr>
          <a:xfrm>
            <a:off x="1602739" y="1318269"/>
            <a:ext cx="9301822" cy="4259499"/>
          </a:xfrm>
          <a:prstGeom prst="rect">
            <a:avLst/>
          </a:prstGeom>
          <a:noFill/>
          <a:ln>
            <a:noFill/>
          </a:ln>
        </p:spPr>
        <p:txBody>
          <a:bodyPr spcFirstLastPara="1" wrap="square" lIns="0" tIns="12050" rIns="0" bIns="0" anchor="t" anchorCtr="0">
            <a:spAutoFit/>
          </a:bodyPr>
          <a:lstStyle/>
          <a:p>
            <a:pPr marL="356870" marR="1158240" lvl="0" indent="-344805"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UML  supports 13 different types of  diagrams</a:t>
            </a:r>
            <a:endParaRPr sz="3200">
              <a:solidFill>
                <a:schemeClr val="dk1"/>
              </a:solidFill>
              <a:latin typeface="Calibri"/>
              <a:ea typeface="Calibri"/>
              <a:cs typeface="Calibri"/>
              <a:sym typeface="Calibri"/>
            </a:endParaRPr>
          </a:p>
          <a:p>
            <a:pPr marL="356870" marR="1137920" lvl="0" indent="-344805" algn="l" rtl="0">
              <a:spcBef>
                <a:spcPts val="77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Each diagram may be expressed with  varying degrees of detail</a:t>
            </a:r>
            <a:endParaRPr sz="3200">
              <a:solidFill>
                <a:schemeClr val="dk1"/>
              </a:solidFill>
              <a:latin typeface="Calibri"/>
              <a:ea typeface="Calibri"/>
              <a:cs typeface="Calibri"/>
              <a:sym typeface="Calibri"/>
            </a:endParaRPr>
          </a:p>
          <a:p>
            <a:pPr marL="356870" marR="359410" lvl="0" indent="-344805" algn="l" rtl="0">
              <a:spcBef>
                <a:spcPts val="77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Not all diagrams need be used to model a  SW system</a:t>
            </a:r>
            <a:endParaRPr sz="3200">
              <a:solidFill>
                <a:schemeClr val="dk1"/>
              </a:solidFill>
              <a:latin typeface="Calibri"/>
              <a:ea typeface="Calibri"/>
              <a:cs typeface="Calibri"/>
              <a:sym typeface="Calibri"/>
            </a:endParaRPr>
          </a:p>
          <a:p>
            <a:pPr marL="356870" marR="5080" lvl="0" indent="-344805" algn="l" rtl="0">
              <a:spcBef>
                <a:spcPts val="77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The UML does not offer an opinion as to  which diagrams would be most helpful for a  particular type of project</a:t>
            </a:r>
            <a:endParaRPr sz="3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317809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74"/>
          <p:cNvSpPr txBox="1"/>
          <p:nvPr/>
        </p:nvSpPr>
        <p:spPr>
          <a:xfrm>
            <a:off x="762000" y="304800"/>
            <a:ext cx="2971800" cy="2819400"/>
          </a:xfrm>
          <a:prstGeom prst="rect">
            <a:avLst/>
          </a:prstGeom>
          <a:noFill/>
          <a:ln>
            <a:noFill/>
          </a:ln>
        </p:spPr>
        <p:txBody>
          <a:bodyPr spcFirstLastPara="1" wrap="square" lIns="0" tIns="12050" rIns="0" bIns="0" anchor="t" anchorCtr="0">
            <a:spAutoFit/>
          </a:bodyPr>
          <a:lstStyle/>
          <a:p>
            <a:pPr marL="0" marR="0" lvl="0" indent="0" algn="ctr" rtl="0">
              <a:spcBef>
                <a:spcPts val="0"/>
              </a:spcBef>
              <a:spcAft>
                <a:spcPts val="0"/>
              </a:spcAft>
              <a:buNone/>
            </a:pPr>
            <a:r>
              <a:rPr lang="en-US" sz="4400" dirty="0">
                <a:solidFill>
                  <a:schemeClr val="dk1"/>
                </a:solidFill>
                <a:latin typeface="Calibri"/>
                <a:ea typeface="Calibri"/>
                <a:cs typeface="Calibri"/>
                <a:sym typeface="Calibri"/>
              </a:rPr>
              <a:t>Classification of UML</a:t>
            </a:r>
            <a:endParaRPr sz="4400" dirty="0">
              <a:solidFill>
                <a:schemeClr val="dk1"/>
              </a:solidFill>
              <a:latin typeface="Calibri"/>
              <a:ea typeface="Calibri"/>
              <a:cs typeface="Calibri"/>
              <a:sym typeface="Calibri"/>
            </a:endParaRPr>
          </a:p>
          <a:p>
            <a:pPr marL="0" marR="0" lvl="0" indent="0" algn="ctr" rtl="0">
              <a:spcBef>
                <a:spcPts val="5"/>
              </a:spcBef>
              <a:spcAft>
                <a:spcPts val="0"/>
              </a:spcAft>
              <a:buNone/>
            </a:pPr>
            <a:r>
              <a:rPr lang="en-US" sz="4400" dirty="0">
                <a:solidFill>
                  <a:schemeClr val="dk1"/>
                </a:solidFill>
                <a:latin typeface="Calibri"/>
                <a:ea typeface="Calibri"/>
                <a:cs typeface="Calibri"/>
                <a:sym typeface="Calibri"/>
              </a:rPr>
              <a:t>Diagram types</a:t>
            </a:r>
            <a:endParaRPr sz="4400" dirty="0">
              <a:solidFill>
                <a:schemeClr val="dk1"/>
              </a:solidFill>
              <a:latin typeface="Calibri"/>
              <a:ea typeface="Calibri"/>
              <a:cs typeface="Calibri"/>
              <a:sym typeface="Calibri"/>
            </a:endParaRPr>
          </a:p>
        </p:txBody>
      </p:sp>
      <p:pic>
        <p:nvPicPr>
          <p:cNvPr id="585" name="Google Shape;585;p74"/>
          <p:cNvPicPr preferRelativeResize="0"/>
          <p:nvPr/>
        </p:nvPicPr>
        <p:blipFill rotWithShape="1">
          <a:blip r:embed="rId3">
            <a:alphaModFix/>
          </a:blip>
          <a:srcRect b="3415"/>
          <a:stretch/>
        </p:blipFill>
        <p:spPr>
          <a:xfrm>
            <a:off x="3886200" y="54077"/>
            <a:ext cx="7543800" cy="6749845"/>
          </a:xfrm>
          <a:prstGeom prst="rect">
            <a:avLst/>
          </a:prstGeom>
          <a:noFill/>
          <a:ln>
            <a:noFill/>
          </a:ln>
        </p:spPr>
      </p:pic>
      <p:sp>
        <p:nvSpPr>
          <p:cNvPr id="586" name="Google Shape;586;p74"/>
          <p:cNvSpPr txBox="1"/>
          <p:nvPr/>
        </p:nvSpPr>
        <p:spPr>
          <a:xfrm>
            <a:off x="9660890" y="6450565"/>
            <a:ext cx="271780" cy="205184"/>
          </a:xfrm>
          <a:prstGeom prst="rect">
            <a:avLst/>
          </a:prstGeom>
          <a:noFill/>
          <a:ln>
            <a:noFill/>
          </a:ln>
        </p:spPr>
        <p:txBody>
          <a:bodyPr spcFirstLastPara="1" wrap="square" lIns="0" tIns="0" rIns="0" bIns="0" anchor="t" anchorCtr="0">
            <a:spAutoFit/>
          </a:bodyPr>
          <a:lstStyle/>
          <a:p>
            <a:pPr marL="38100" marR="0" lvl="0" indent="0" algn="l" rtl="0">
              <a:lnSpc>
                <a:spcPct val="117071"/>
              </a:lnSpc>
              <a:spcBef>
                <a:spcPts val="0"/>
              </a:spcBef>
              <a:spcAft>
                <a:spcPts val="0"/>
              </a:spcAft>
              <a:buNone/>
            </a:pPr>
            <a:fld id="{00000000-1234-1234-1234-123412341234}" type="slidenum">
              <a:rPr lang="en-US" sz="1400">
                <a:solidFill>
                  <a:schemeClr val="dk1"/>
                </a:solidFill>
                <a:latin typeface="Arial"/>
                <a:ea typeface="Arial"/>
                <a:cs typeface="Arial"/>
                <a:sym typeface="Arial"/>
              </a:rPr>
              <a:t>48</a:t>
            </a:fld>
            <a:endParaRPr sz="1400" dirty="0">
              <a:solidFill>
                <a:schemeClr val="dk1"/>
              </a:solidFill>
              <a:latin typeface="Arial"/>
              <a:ea typeface="Arial"/>
              <a:cs typeface="Arial"/>
              <a:sym typeface="Arial"/>
            </a:endParaRPr>
          </a:p>
        </p:txBody>
      </p:sp>
      <p:sp>
        <p:nvSpPr>
          <p:cNvPr id="587" name="Google Shape;587;p74"/>
          <p:cNvSpPr txBox="1"/>
          <p:nvPr/>
        </p:nvSpPr>
        <p:spPr>
          <a:xfrm>
            <a:off x="9957307" y="6448280"/>
            <a:ext cx="177800" cy="179536"/>
          </a:xfrm>
          <a:prstGeom prst="rect">
            <a:avLst/>
          </a:prstGeom>
          <a:noFill/>
          <a:ln>
            <a:noFill/>
          </a:ln>
        </p:spPr>
        <p:txBody>
          <a:bodyPr spcFirstLastPara="1" wrap="square" lIns="0" tIns="0" rIns="0" bIns="0" anchor="t" anchorCtr="0">
            <a:spAutoFit/>
          </a:bodyPr>
          <a:lstStyle/>
          <a:p>
            <a:pPr marL="12700" marR="0" lvl="0" indent="0" algn="l" rtl="0">
              <a:lnSpc>
                <a:spcPct val="117499"/>
              </a:lnSpc>
              <a:spcBef>
                <a:spcPts val="0"/>
              </a:spcBef>
              <a:spcAft>
                <a:spcPts val="0"/>
              </a:spcAft>
              <a:buNone/>
            </a:pPr>
            <a:r>
              <a:rPr lang="en-US" sz="1200">
                <a:solidFill>
                  <a:srgbClr val="888888"/>
                </a:solidFill>
                <a:latin typeface="Times New Roman"/>
                <a:ea typeface="Times New Roman"/>
                <a:cs typeface="Times New Roman"/>
                <a:sym typeface="Times New Roman"/>
              </a:rPr>
              <a:t>25</a:t>
            </a:r>
            <a:endParaRPr sz="1200">
              <a:solidFill>
                <a:schemeClr val="dk1"/>
              </a:solidFill>
              <a:latin typeface="Times New Roman"/>
              <a:ea typeface="Times New Roman"/>
              <a:cs typeface="Times New Roman"/>
              <a:sym typeface="Times New Roma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542D9C8-A02B-4A30-9F43-D92466736E8F}"/>
                  </a:ext>
                </a:extLst>
              </p14:cNvPr>
              <p14:cNvContentPartPr/>
              <p14:nvPr/>
            </p14:nvContentPartPr>
            <p14:xfrm>
              <a:off x="6706800" y="453960"/>
              <a:ext cx="4734720" cy="5037840"/>
            </p14:xfrm>
          </p:contentPart>
        </mc:Choice>
        <mc:Fallback xmlns="">
          <p:pic>
            <p:nvPicPr>
              <p:cNvPr id="2" name="Ink 1">
                <a:extLst>
                  <a:ext uri="{FF2B5EF4-FFF2-40B4-BE49-F238E27FC236}">
                    <a16:creationId xmlns:a16="http://schemas.microsoft.com/office/drawing/2014/main" id="{B542D9C8-A02B-4A30-9F43-D92466736E8F}"/>
                  </a:ext>
                </a:extLst>
              </p:cNvPr>
              <p:cNvPicPr/>
              <p:nvPr/>
            </p:nvPicPr>
            <p:blipFill>
              <a:blip r:embed="rId5"/>
              <a:stretch>
                <a:fillRect/>
              </a:stretch>
            </p:blipFill>
            <p:spPr>
              <a:xfrm>
                <a:off x="6697440" y="444600"/>
                <a:ext cx="4753440" cy="5056560"/>
              </a:xfrm>
              <a:prstGeom prst="rect">
                <a:avLst/>
              </a:prstGeom>
            </p:spPr>
          </p:pic>
        </mc:Fallback>
      </mc:AlternateContent>
    </p:spTree>
    <p:extLst>
      <p:ext uri="{BB962C8B-B14F-4D97-AF65-F5344CB8AC3E}">
        <p14:creationId xmlns:p14="http://schemas.microsoft.com/office/powerpoint/2010/main" val="7187704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82"/>
          <p:cNvSpPr txBox="1"/>
          <p:nvPr/>
        </p:nvSpPr>
        <p:spPr>
          <a:xfrm>
            <a:off x="228600" y="99187"/>
            <a:ext cx="11811000" cy="3486724"/>
          </a:xfrm>
          <a:prstGeom prst="rect">
            <a:avLst/>
          </a:prstGeom>
          <a:noFill/>
          <a:ln>
            <a:noFill/>
          </a:ln>
        </p:spPr>
        <p:txBody>
          <a:bodyPr spcFirstLastPara="1" wrap="square" lIns="0" tIns="92075" rIns="0" bIns="0" anchor="t" anchorCtr="0">
            <a:spAutoFit/>
          </a:bodyPr>
          <a:lstStyle/>
          <a:p>
            <a:pPr marL="12700" marR="5080" lvl="0" indent="-165100" algn="just" rtl="0">
              <a:lnSpc>
                <a:spcPct val="80000"/>
              </a:lnSpc>
              <a:spcBef>
                <a:spcPts val="0"/>
              </a:spcBef>
              <a:spcAft>
                <a:spcPts val="0"/>
              </a:spcAft>
              <a:buClr>
                <a:srgbClr val="000000"/>
              </a:buClr>
              <a:buSzPts val="2600"/>
              <a:buFont typeface="Calibri"/>
              <a:buAutoNum type="arabicPeriod"/>
            </a:pPr>
            <a:r>
              <a:rPr lang="en-US" sz="2600" b="1" dirty="0">
                <a:solidFill>
                  <a:srgbClr val="000000"/>
                </a:solidFill>
                <a:latin typeface="Calibri"/>
                <a:ea typeface="Calibri"/>
                <a:cs typeface="Calibri"/>
                <a:sym typeface="Calibri"/>
              </a:rPr>
              <a:t>Class diagram:	</a:t>
            </a:r>
            <a:r>
              <a:rPr lang="en-US" sz="2600" dirty="0">
                <a:solidFill>
                  <a:srgbClr val="000000"/>
                </a:solidFill>
                <a:latin typeface="Calibri"/>
                <a:ea typeface="Calibri"/>
                <a:cs typeface="Calibri"/>
                <a:sym typeface="Calibri"/>
              </a:rPr>
              <a:t>A structural diagram that shows a set of classes, interfaces,  collaborations, and their relationships</a:t>
            </a:r>
            <a:endParaRPr sz="2600" dirty="0">
              <a:solidFill>
                <a:srgbClr val="000000"/>
              </a:solidFill>
              <a:latin typeface="Calibri"/>
              <a:ea typeface="Calibri"/>
              <a:cs typeface="Calibri"/>
              <a:sym typeface="Calibri"/>
            </a:endParaRPr>
          </a:p>
          <a:p>
            <a:pPr marL="12700" marR="90170" lvl="0" indent="-165100" algn="just" rtl="0">
              <a:lnSpc>
                <a:spcPct val="80000"/>
              </a:lnSpc>
              <a:spcBef>
                <a:spcPts val="1000"/>
              </a:spcBef>
              <a:spcAft>
                <a:spcPts val="0"/>
              </a:spcAft>
              <a:buClr>
                <a:srgbClr val="000000"/>
              </a:buClr>
              <a:buSzPts val="2600"/>
              <a:buFont typeface="Calibri"/>
              <a:buAutoNum type="arabicPeriod"/>
            </a:pPr>
            <a:r>
              <a:rPr lang="en-US" sz="2600" b="1" dirty="0">
                <a:solidFill>
                  <a:srgbClr val="000000"/>
                </a:solidFill>
                <a:latin typeface="Calibri"/>
                <a:ea typeface="Calibri"/>
                <a:cs typeface="Calibri"/>
                <a:sym typeface="Calibri"/>
              </a:rPr>
              <a:t>Object diagram: </a:t>
            </a:r>
            <a:r>
              <a:rPr lang="en-US" sz="2600" dirty="0">
                <a:solidFill>
                  <a:srgbClr val="000000"/>
                </a:solidFill>
                <a:latin typeface="Calibri"/>
                <a:ea typeface="Calibri"/>
                <a:cs typeface="Calibri"/>
                <a:sym typeface="Calibri"/>
              </a:rPr>
              <a:t>A structural diagram that shows a set of objects and their  relationships</a:t>
            </a:r>
            <a:endParaRPr sz="2600" dirty="0">
              <a:solidFill>
                <a:srgbClr val="000000"/>
              </a:solidFill>
              <a:latin typeface="Calibri"/>
              <a:ea typeface="Calibri"/>
              <a:cs typeface="Calibri"/>
              <a:sym typeface="Calibri"/>
            </a:endParaRPr>
          </a:p>
          <a:p>
            <a:pPr marL="12700" marR="125729" lvl="0" indent="-165100" algn="just" rtl="0">
              <a:lnSpc>
                <a:spcPct val="80000"/>
              </a:lnSpc>
              <a:spcBef>
                <a:spcPts val="1010"/>
              </a:spcBef>
              <a:spcAft>
                <a:spcPts val="0"/>
              </a:spcAft>
              <a:buClr>
                <a:srgbClr val="000000"/>
              </a:buClr>
              <a:buSzPts val="2600"/>
              <a:buFont typeface="Calibri"/>
              <a:buAutoNum type="arabicPeriod"/>
            </a:pPr>
            <a:r>
              <a:rPr lang="en-US" sz="2600" b="1" dirty="0">
                <a:solidFill>
                  <a:srgbClr val="000000"/>
                </a:solidFill>
                <a:latin typeface="Calibri"/>
                <a:ea typeface="Calibri"/>
                <a:cs typeface="Calibri"/>
                <a:sym typeface="Calibri"/>
              </a:rPr>
              <a:t>Use case diagram: </a:t>
            </a:r>
            <a:r>
              <a:rPr lang="en-US" sz="2600" dirty="0">
                <a:solidFill>
                  <a:srgbClr val="000000"/>
                </a:solidFill>
                <a:latin typeface="Calibri"/>
                <a:ea typeface="Calibri"/>
                <a:cs typeface="Calibri"/>
                <a:sym typeface="Calibri"/>
              </a:rPr>
              <a:t>A behavioral diagram that shows a set of use cases and  actors and their relationships</a:t>
            </a:r>
            <a:endParaRPr sz="2600" dirty="0">
              <a:solidFill>
                <a:srgbClr val="000000"/>
              </a:solidFill>
              <a:latin typeface="Calibri"/>
              <a:ea typeface="Calibri"/>
              <a:cs typeface="Calibri"/>
              <a:sym typeface="Calibri"/>
            </a:endParaRPr>
          </a:p>
          <a:p>
            <a:pPr marL="12700" marR="853439" lvl="0" indent="-165100" algn="just" rtl="0">
              <a:lnSpc>
                <a:spcPct val="80000"/>
              </a:lnSpc>
              <a:spcBef>
                <a:spcPts val="994"/>
              </a:spcBef>
              <a:spcAft>
                <a:spcPts val="0"/>
              </a:spcAft>
              <a:buClr>
                <a:srgbClr val="000000"/>
              </a:buClr>
              <a:buSzPts val="2600"/>
              <a:buFont typeface="Calibri"/>
              <a:buAutoNum type="arabicPeriod"/>
            </a:pPr>
            <a:r>
              <a:rPr lang="en-US" sz="2600" b="1" dirty="0">
                <a:solidFill>
                  <a:srgbClr val="000000"/>
                </a:solidFill>
                <a:latin typeface="Calibri"/>
                <a:ea typeface="Calibri"/>
                <a:cs typeface="Calibri"/>
                <a:sym typeface="Calibri"/>
              </a:rPr>
              <a:t>Sequence diagram: </a:t>
            </a:r>
            <a:r>
              <a:rPr lang="en-US" sz="2600" dirty="0">
                <a:solidFill>
                  <a:srgbClr val="000000"/>
                </a:solidFill>
                <a:latin typeface="Calibri"/>
                <a:ea typeface="Calibri"/>
                <a:cs typeface="Calibri"/>
                <a:sym typeface="Calibri"/>
              </a:rPr>
              <a:t>A behavioral diagram that shows an interaction,  emphasizing the time ordering of messages</a:t>
            </a:r>
            <a:endParaRPr sz="2600" dirty="0">
              <a:solidFill>
                <a:srgbClr val="000000"/>
              </a:solidFill>
              <a:latin typeface="Calibri"/>
              <a:ea typeface="Calibri"/>
              <a:cs typeface="Calibri"/>
              <a:sym typeface="Calibri"/>
            </a:endParaRPr>
          </a:p>
          <a:p>
            <a:pPr marR="1727835" lvl="0" algn="l" rtl="0">
              <a:lnSpc>
                <a:spcPct val="80000"/>
              </a:lnSpc>
              <a:spcBef>
                <a:spcPts val="994"/>
              </a:spcBef>
              <a:spcAft>
                <a:spcPts val="0"/>
              </a:spcAft>
              <a:buClr>
                <a:srgbClr val="000000"/>
              </a:buClr>
              <a:buSzPts val="2600"/>
            </a:pPr>
            <a:endParaRPr sz="2600" dirty="0">
              <a:solidFill>
                <a:srgbClr val="00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3FB46CDE-3CBB-44D1-8F24-AE0E0B3EBF3D}"/>
              </a:ext>
            </a:extLst>
          </p:cNvPr>
          <p:cNvPicPr>
            <a:picLocks noChangeAspect="1"/>
          </p:cNvPicPr>
          <p:nvPr/>
        </p:nvPicPr>
        <p:blipFill>
          <a:blip r:embed="rId3"/>
          <a:stretch>
            <a:fillRect/>
          </a:stretch>
        </p:blipFill>
        <p:spPr>
          <a:xfrm>
            <a:off x="6343997" y="2975958"/>
            <a:ext cx="5294642" cy="3367393"/>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802394B0-087D-4C54-9C18-F16E35EE09E0}"/>
                  </a:ext>
                </a:extLst>
              </p14:cNvPr>
              <p14:cNvContentPartPr/>
              <p14:nvPr/>
            </p14:nvContentPartPr>
            <p14:xfrm>
              <a:off x="2722320" y="498600"/>
              <a:ext cx="7133040" cy="6119640"/>
            </p14:xfrm>
          </p:contentPart>
        </mc:Choice>
        <mc:Fallback xmlns="">
          <p:pic>
            <p:nvPicPr>
              <p:cNvPr id="2" name="Ink 1">
                <a:extLst>
                  <a:ext uri="{FF2B5EF4-FFF2-40B4-BE49-F238E27FC236}">
                    <a16:creationId xmlns:a16="http://schemas.microsoft.com/office/drawing/2014/main" id="{802394B0-087D-4C54-9C18-F16E35EE09E0}"/>
                  </a:ext>
                </a:extLst>
              </p:cNvPr>
              <p:cNvPicPr/>
              <p:nvPr/>
            </p:nvPicPr>
            <p:blipFill>
              <a:blip r:embed="rId5"/>
              <a:stretch>
                <a:fillRect/>
              </a:stretch>
            </p:blipFill>
            <p:spPr>
              <a:xfrm>
                <a:off x="2712960" y="489240"/>
                <a:ext cx="7151760" cy="6138360"/>
              </a:xfrm>
              <a:prstGeom prst="rect">
                <a:avLst/>
              </a:prstGeom>
            </p:spPr>
          </p:pic>
        </mc:Fallback>
      </mc:AlternateContent>
    </p:spTree>
    <p:extLst>
      <p:ext uri="{BB962C8B-B14F-4D97-AF65-F5344CB8AC3E}">
        <p14:creationId xmlns:p14="http://schemas.microsoft.com/office/powerpoint/2010/main" val="16064221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82"/>
          <p:cNvSpPr txBox="1"/>
          <p:nvPr/>
        </p:nvSpPr>
        <p:spPr>
          <a:xfrm>
            <a:off x="228600" y="99187"/>
            <a:ext cx="11811000" cy="4255139"/>
          </a:xfrm>
          <a:prstGeom prst="rect">
            <a:avLst/>
          </a:prstGeom>
          <a:noFill/>
          <a:ln>
            <a:noFill/>
          </a:ln>
        </p:spPr>
        <p:txBody>
          <a:bodyPr spcFirstLastPara="1" wrap="square" lIns="0" tIns="92075" rIns="0" bIns="0" anchor="t" anchorCtr="0">
            <a:spAutoFit/>
          </a:bodyPr>
          <a:lstStyle/>
          <a:p>
            <a:pPr marL="12700" marR="5080" lvl="0" indent="-165100" algn="just" rtl="0">
              <a:lnSpc>
                <a:spcPct val="80000"/>
              </a:lnSpc>
              <a:spcBef>
                <a:spcPts val="0"/>
              </a:spcBef>
              <a:spcAft>
                <a:spcPts val="0"/>
              </a:spcAft>
              <a:buClr>
                <a:srgbClr val="000000"/>
              </a:buClr>
              <a:buSzPts val="2600"/>
              <a:buFont typeface="Calibri"/>
              <a:buAutoNum type="arabicPeriod"/>
            </a:pPr>
            <a:r>
              <a:rPr lang="en-US" sz="2600" b="1" dirty="0">
                <a:solidFill>
                  <a:srgbClr val="000000"/>
                </a:solidFill>
                <a:latin typeface="Calibri"/>
                <a:ea typeface="Calibri"/>
                <a:cs typeface="Calibri"/>
                <a:sym typeface="Calibri"/>
              </a:rPr>
              <a:t>Class diagram:	</a:t>
            </a:r>
            <a:r>
              <a:rPr lang="en-US" sz="2600" dirty="0">
                <a:solidFill>
                  <a:srgbClr val="000000"/>
                </a:solidFill>
                <a:latin typeface="Calibri"/>
                <a:ea typeface="Calibri"/>
                <a:cs typeface="Calibri"/>
                <a:sym typeface="Calibri"/>
              </a:rPr>
              <a:t>A structural diagram that shows a set of classes, interfaces,  collaborations, and their relationships</a:t>
            </a:r>
            <a:endParaRPr sz="2600" dirty="0">
              <a:solidFill>
                <a:srgbClr val="000000"/>
              </a:solidFill>
              <a:latin typeface="Calibri"/>
              <a:ea typeface="Calibri"/>
              <a:cs typeface="Calibri"/>
              <a:sym typeface="Calibri"/>
            </a:endParaRPr>
          </a:p>
          <a:p>
            <a:pPr marL="12700" marR="90170" lvl="0" indent="-165100" algn="just" rtl="0">
              <a:lnSpc>
                <a:spcPct val="80000"/>
              </a:lnSpc>
              <a:spcBef>
                <a:spcPts val="1000"/>
              </a:spcBef>
              <a:spcAft>
                <a:spcPts val="0"/>
              </a:spcAft>
              <a:buClr>
                <a:srgbClr val="000000"/>
              </a:buClr>
              <a:buSzPts val="2600"/>
              <a:buFont typeface="Calibri"/>
              <a:buAutoNum type="arabicPeriod"/>
            </a:pPr>
            <a:r>
              <a:rPr lang="en-US" sz="2600" b="1" dirty="0">
                <a:solidFill>
                  <a:srgbClr val="000000"/>
                </a:solidFill>
                <a:latin typeface="Calibri"/>
                <a:ea typeface="Calibri"/>
                <a:cs typeface="Calibri"/>
                <a:sym typeface="Calibri"/>
              </a:rPr>
              <a:t>Object diagram: </a:t>
            </a:r>
            <a:r>
              <a:rPr lang="en-US" sz="2600" dirty="0">
                <a:solidFill>
                  <a:srgbClr val="000000"/>
                </a:solidFill>
                <a:latin typeface="Calibri"/>
                <a:ea typeface="Calibri"/>
                <a:cs typeface="Calibri"/>
                <a:sym typeface="Calibri"/>
              </a:rPr>
              <a:t>A structural diagram that shows a set of objects and their  relationships</a:t>
            </a:r>
            <a:endParaRPr sz="2600" dirty="0">
              <a:solidFill>
                <a:srgbClr val="000000"/>
              </a:solidFill>
              <a:latin typeface="Calibri"/>
              <a:ea typeface="Calibri"/>
              <a:cs typeface="Calibri"/>
              <a:sym typeface="Calibri"/>
            </a:endParaRPr>
          </a:p>
          <a:p>
            <a:pPr marL="12700" marR="125729" lvl="0" indent="-165100" algn="just" rtl="0">
              <a:lnSpc>
                <a:spcPct val="80000"/>
              </a:lnSpc>
              <a:spcBef>
                <a:spcPts val="1010"/>
              </a:spcBef>
              <a:spcAft>
                <a:spcPts val="0"/>
              </a:spcAft>
              <a:buClr>
                <a:srgbClr val="000000"/>
              </a:buClr>
              <a:buSzPts val="2600"/>
              <a:buFont typeface="Calibri"/>
              <a:buAutoNum type="arabicPeriod"/>
            </a:pPr>
            <a:r>
              <a:rPr lang="en-US" sz="2600" b="1" dirty="0">
                <a:solidFill>
                  <a:srgbClr val="000000"/>
                </a:solidFill>
                <a:latin typeface="Calibri"/>
                <a:ea typeface="Calibri"/>
                <a:cs typeface="Calibri"/>
                <a:sym typeface="Calibri"/>
              </a:rPr>
              <a:t>Use case diagram: </a:t>
            </a:r>
            <a:r>
              <a:rPr lang="en-US" sz="2600" dirty="0">
                <a:solidFill>
                  <a:srgbClr val="000000"/>
                </a:solidFill>
                <a:latin typeface="Calibri"/>
                <a:ea typeface="Calibri"/>
                <a:cs typeface="Calibri"/>
                <a:sym typeface="Calibri"/>
              </a:rPr>
              <a:t>A behavioral diagram that shows a set of use cases and  actors and their relationships</a:t>
            </a:r>
            <a:endParaRPr sz="2600" dirty="0">
              <a:solidFill>
                <a:srgbClr val="000000"/>
              </a:solidFill>
              <a:latin typeface="Calibri"/>
              <a:ea typeface="Calibri"/>
              <a:cs typeface="Calibri"/>
              <a:sym typeface="Calibri"/>
            </a:endParaRPr>
          </a:p>
          <a:p>
            <a:pPr marL="12700" marR="853439" lvl="0" indent="-165100" algn="just" rtl="0">
              <a:lnSpc>
                <a:spcPct val="80000"/>
              </a:lnSpc>
              <a:spcBef>
                <a:spcPts val="994"/>
              </a:spcBef>
              <a:spcAft>
                <a:spcPts val="0"/>
              </a:spcAft>
              <a:buClr>
                <a:srgbClr val="000000"/>
              </a:buClr>
              <a:buSzPts val="2600"/>
              <a:buFont typeface="Calibri"/>
              <a:buAutoNum type="arabicPeriod"/>
            </a:pPr>
            <a:r>
              <a:rPr lang="en-US" sz="2600" b="1" dirty="0">
                <a:solidFill>
                  <a:srgbClr val="000000"/>
                </a:solidFill>
                <a:latin typeface="Calibri"/>
                <a:ea typeface="Calibri"/>
                <a:cs typeface="Calibri"/>
                <a:sym typeface="Calibri"/>
              </a:rPr>
              <a:t>Sequence diagram: </a:t>
            </a:r>
            <a:r>
              <a:rPr lang="en-US" sz="2600" dirty="0">
                <a:solidFill>
                  <a:srgbClr val="000000"/>
                </a:solidFill>
                <a:latin typeface="Calibri"/>
                <a:ea typeface="Calibri"/>
                <a:cs typeface="Calibri"/>
                <a:sym typeface="Calibri"/>
              </a:rPr>
              <a:t>A behavioral diagram that shows an interaction,  emphasizing the time ordering of messages</a:t>
            </a:r>
            <a:endParaRPr sz="2600" dirty="0">
              <a:solidFill>
                <a:srgbClr val="000000"/>
              </a:solidFill>
              <a:latin typeface="Calibri"/>
              <a:ea typeface="Calibri"/>
              <a:cs typeface="Calibri"/>
              <a:sym typeface="Calibri"/>
            </a:endParaRPr>
          </a:p>
          <a:p>
            <a:pPr marL="12700" marR="174625" lvl="0" indent="-165100" algn="just" rtl="0">
              <a:lnSpc>
                <a:spcPct val="80000"/>
              </a:lnSpc>
              <a:spcBef>
                <a:spcPts val="1000"/>
              </a:spcBef>
              <a:spcAft>
                <a:spcPts val="0"/>
              </a:spcAft>
              <a:buClr>
                <a:srgbClr val="000000"/>
              </a:buClr>
              <a:buSzPts val="2600"/>
              <a:buFont typeface="Calibri"/>
              <a:buAutoNum type="arabicPeriod"/>
            </a:pPr>
            <a:r>
              <a:rPr lang="en-US" sz="2600" b="1" dirty="0">
                <a:solidFill>
                  <a:srgbClr val="000000"/>
                </a:solidFill>
                <a:latin typeface="Calibri"/>
                <a:ea typeface="Calibri"/>
                <a:cs typeface="Calibri"/>
                <a:sym typeface="Calibri"/>
              </a:rPr>
              <a:t>Collaboration diagram: </a:t>
            </a:r>
            <a:r>
              <a:rPr lang="en-US" sz="2600" dirty="0">
                <a:solidFill>
                  <a:srgbClr val="000000"/>
                </a:solidFill>
                <a:latin typeface="Calibri"/>
                <a:ea typeface="Calibri"/>
                <a:cs typeface="Calibri"/>
                <a:sym typeface="Calibri"/>
              </a:rPr>
              <a:t>A behavioral diagram that shows an interaction,  emphasizing the structural organization of the objects that send and receive  message</a:t>
            </a:r>
            <a:endParaRPr lang="en-US" sz="2600" dirty="0">
              <a:solidFill>
                <a:srgbClr val="000000"/>
              </a:solidFill>
              <a:latin typeface="Calibri"/>
              <a:ea typeface="Calibri"/>
              <a:cs typeface="Calibri"/>
            </a:endParaRPr>
          </a:p>
          <a:p>
            <a:pPr marL="12700" marR="1727835" lvl="0" indent="-165100" algn="l" rtl="0">
              <a:lnSpc>
                <a:spcPct val="80000"/>
              </a:lnSpc>
              <a:spcBef>
                <a:spcPts val="994"/>
              </a:spcBef>
              <a:spcAft>
                <a:spcPts val="0"/>
              </a:spcAft>
              <a:buClr>
                <a:srgbClr val="000000"/>
              </a:buClr>
              <a:buSzPts val="2600"/>
              <a:buFont typeface="Calibri"/>
              <a:buAutoNum type="arabicPeriod"/>
            </a:pPr>
            <a:endParaRPr sz="2600" dirty="0">
              <a:solidFill>
                <a:srgbClr val="000000"/>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CA7356FE-75F4-4306-A723-BBBAF5911223}"/>
              </a:ext>
            </a:extLst>
          </p:cNvPr>
          <p:cNvPicPr>
            <a:picLocks noChangeAspect="1"/>
          </p:cNvPicPr>
          <p:nvPr/>
        </p:nvPicPr>
        <p:blipFill>
          <a:blip r:embed="rId3"/>
          <a:stretch>
            <a:fillRect/>
          </a:stretch>
        </p:blipFill>
        <p:spPr>
          <a:xfrm>
            <a:off x="3314718" y="3969222"/>
            <a:ext cx="5562564" cy="2647710"/>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2CC3450-E47F-4C3E-A043-24D145F60A0D}"/>
                  </a:ext>
                </a:extLst>
              </p14:cNvPr>
              <p14:cNvContentPartPr/>
              <p14:nvPr/>
            </p14:nvContentPartPr>
            <p14:xfrm>
              <a:off x="2769480" y="3845520"/>
              <a:ext cx="5616360" cy="2646000"/>
            </p14:xfrm>
          </p:contentPart>
        </mc:Choice>
        <mc:Fallback xmlns="">
          <p:pic>
            <p:nvPicPr>
              <p:cNvPr id="3" name="Ink 2">
                <a:extLst>
                  <a:ext uri="{FF2B5EF4-FFF2-40B4-BE49-F238E27FC236}">
                    <a16:creationId xmlns:a16="http://schemas.microsoft.com/office/drawing/2014/main" id="{72CC3450-E47F-4C3E-A043-24D145F60A0D}"/>
                  </a:ext>
                </a:extLst>
              </p:cNvPr>
              <p:cNvPicPr/>
              <p:nvPr/>
            </p:nvPicPr>
            <p:blipFill>
              <a:blip r:embed="rId5"/>
              <a:stretch>
                <a:fillRect/>
              </a:stretch>
            </p:blipFill>
            <p:spPr>
              <a:xfrm>
                <a:off x="2760120" y="3836160"/>
                <a:ext cx="5635080" cy="2664720"/>
              </a:xfrm>
              <a:prstGeom prst="rect">
                <a:avLst/>
              </a:prstGeom>
            </p:spPr>
          </p:pic>
        </mc:Fallback>
      </mc:AlternateContent>
    </p:spTree>
    <p:extLst>
      <p:ext uri="{BB962C8B-B14F-4D97-AF65-F5344CB8AC3E}">
        <p14:creationId xmlns:p14="http://schemas.microsoft.com/office/powerpoint/2010/main" val="13628414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82"/>
          <p:cNvSpPr txBox="1"/>
          <p:nvPr/>
        </p:nvSpPr>
        <p:spPr>
          <a:xfrm>
            <a:off x="228600" y="57624"/>
            <a:ext cx="11811000" cy="1309718"/>
          </a:xfrm>
          <a:prstGeom prst="rect">
            <a:avLst/>
          </a:prstGeom>
          <a:noFill/>
          <a:ln>
            <a:noFill/>
          </a:ln>
        </p:spPr>
        <p:txBody>
          <a:bodyPr spcFirstLastPara="1" wrap="square" lIns="0" tIns="92075" rIns="0" bIns="0" anchor="t" anchorCtr="0">
            <a:spAutoFit/>
          </a:bodyPr>
          <a:lstStyle/>
          <a:p>
            <a:pPr marR="591820" lvl="0" algn="just" rtl="0">
              <a:lnSpc>
                <a:spcPct val="80000"/>
              </a:lnSpc>
              <a:spcBef>
                <a:spcPts val="1010"/>
              </a:spcBef>
              <a:spcAft>
                <a:spcPts val="0"/>
              </a:spcAft>
              <a:buClr>
                <a:srgbClr val="000000"/>
              </a:buClr>
              <a:buSzPts val="2600"/>
            </a:pPr>
            <a:r>
              <a:rPr lang="en-US" sz="2600" b="1" dirty="0">
                <a:solidFill>
                  <a:srgbClr val="000000"/>
                </a:solidFill>
                <a:latin typeface="Calibri"/>
                <a:ea typeface="Calibri"/>
                <a:cs typeface="Calibri"/>
                <a:sym typeface="Calibri"/>
              </a:rPr>
              <a:t>6. </a:t>
            </a:r>
            <a:r>
              <a:rPr lang="en-US" sz="2600" b="1" dirty="0" err="1">
                <a:solidFill>
                  <a:srgbClr val="000000"/>
                </a:solidFill>
                <a:latin typeface="Calibri"/>
                <a:ea typeface="Calibri"/>
                <a:cs typeface="Calibri"/>
                <a:sym typeface="Calibri"/>
              </a:rPr>
              <a:t>Statechart</a:t>
            </a:r>
            <a:r>
              <a:rPr lang="en-US" sz="2600" b="1" dirty="0">
                <a:solidFill>
                  <a:srgbClr val="000000"/>
                </a:solidFill>
                <a:latin typeface="Calibri"/>
                <a:ea typeface="Calibri"/>
                <a:cs typeface="Calibri"/>
                <a:sym typeface="Calibri"/>
              </a:rPr>
              <a:t> diagram: </a:t>
            </a:r>
            <a:r>
              <a:rPr lang="en-US" sz="2600" dirty="0">
                <a:solidFill>
                  <a:srgbClr val="000000"/>
                </a:solidFill>
                <a:latin typeface="Calibri"/>
                <a:ea typeface="Calibri"/>
                <a:cs typeface="Calibri"/>
                <a:sym typeface="Calibri"/>
              </a:rPr>
              <a:t>A behavioral diagram that shows a state machine,  emphasizing the event ordered </a:t>
            </a:r>
            <a:r>
              <a:rPr lang="en-US" sz="2600" dirty="0" err="1">
                <a:solidFill>
                  <a:srgbClr val="000000"/>
                </a:solidFill>
                <a:latin typeface="Calibri"/>
                <a:ea typeface="Calibri"/>
                <a:cs typeface="Calibri"/>
                <a:sym typeface="Calibri"/>
              </a:rPr>
              <a:t>behaviour</a:t>
            </a:r>
            <a:r>
              <a:rPr lang="en-US" sz="2600" dirty="0">
                <a:solidFill>
                  <a:srgbClr val="000000"/>
                </a:solidFill>
                <a:latin typeface="Calibri"/>
                <a:ea typeface="Calibri"/>
                <a:cs typeface="Calibri"/>
                <a:sym typeface="Calibri"/>
              </a:rPr>
              <a:t> of an object</a:t>
            </a:r>
            <a:endParaRPr sz="2600" dirty="0">
              <a:solidFill>
                <a:srgbClr val="000000"/>
              </a:solidFill>
              <a:latin typeface="Calibri"/>
              <a:ea typeface="Calibri"/>
              <a:cs typeface="Calibri"/>
              <a:sym typeface="Calibri"/>
            </a:endParaRPr>
          </a:p>
          <a:p>
            <a:pPr marL="12700" marR="1727835" lvl="0" indent="-165100" algn="l" rtl="0">
              <a:lnSpc>
                <a:spcPct val="80000"/>
              </a:lnSpc>
              <a:spcBef>
                <a:spcPts val="994"/>
              </a:spcBef>
              <a:spcAft>
                <a:spcPts val="0"/>
              </a:spcAft>
              <a:buClr>
                <a:srgbClr val="000000"/>
              </a:buClr>
              <a:buSzPts val="2600"/>
              <a:buFont typeface="Calibri"/>
              <a:buAutoNum type="arabicPeriod"/>
            </a:pPr>
            <a:endParaRPr sz="2600" dirty="0">
              <a:solidFill>
                <a:srgbClr val="00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8EC79382-5148-40C8-A9F5-8AAFFEE2F8AF}"/>
              </a:ext>
            </a:extLst>
          </p:cNvPr>
          <p:cNvPicPr>
            <a:picLocks noChangeAspect="1"/>
          </p:cNvPicPr>
          <p:nvPr/>
        </p:nvPicPr>
        <p:blipFill>
          <a:blip r:embed="rId3"/>
          <a:stretch>
            <a:fillRect/>
          </a:stretch>
        </p:blipFill>
        <p:spPr>
          <a:xfrm>
            <a:off x="848562" y="1703243"/>
            <a:ext cx="9309590" cy="4580317"/>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F92FCE7-FD43-44B2-BE7F-390DB34BF2FC}"/>
                  </a:ext>
                </a:extLst>
              </p14:cNvPr>
              <p14:cNvContentPartPr/>
              <p14:nvPr/>
            </p14:nvContentPartPr>
            <p14:xfrm>
              <a:off x="2559960" y="999360"/>
              <a:ext cx="793440" cy="47520"/>
            </p14:xfrm>
          </p:contentPart>
        </mc:Choice>
        <mc:Fallback xmlns="">
          <p:pic>
            <p:nvPicPr>
              <p:cNvPr id="2" name="Ink 1">
                <a:extLst>
                  <a:ext uri="{FF2B5EF4-FFF2-40B4-BE49-F238E27FC236}">
                    <a16:creationId xmlns:a16="http://schemas.microsoft.com/office/drawing/2014/main" id="{0F92FCE7-FD43-44B2-BE7F-390DB34BF2FC}"/>
                  </a:ext>
                </a:extLst>
              </p:cNvPr>
              <p:cNvPicPr/>
              <p:nvPr/>
            </p:nvPicPr>
            <p:blipFill>
              <a:blip r:embed="rId5"/>
              <a:stretch>
                <a:fillRect/>
              </a:stretch>
            </p:blipFill>
            <p:spPr>
              <a:xfrm>
                <a:off x="2550600" y="990000"/>
                <a:ext cx="812160" cy="66240"/>
              </a:xfrm>
              <a:prstGeom prst="rect">
                <a:avLst/>
              </a:prstGeom>
            </p:spPr>
          </p:pic>
        </mc:Fallback>
      </mc:AlternateContent>
    </p:spTree>
    <p:extLst>
      <p:ext uri="{BB962C8B-B14F-4D97-AF65-F5344CB8AC3E}">
        <p14:creationId xmlns:p14="http://schemas.microsoft.com/office/powerpoint/2010/main" val="20498731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82"/>
          <p:cNvSpPr txBox="1"/>
          <p:nvPr/>
        </p:nvSpPr>
        <p:spPr>
          <a:xfrm>
            <a:off x="228600" y="99187"/>
            <a:ext cx="11811000" cy="4896340"/>
          </a:xfrm>
          <a:prstGeom prst="rect">
            <a:avLst/>
          </a:prstGeom>
          <a:noFill/>
          <a:ln>
            <a:noFill/>
          </a:ln>
        </p:spPr>
        <p:txBody>
          <a:bodyPr spcFirstLastPara="1" wrap="square" lIns="0" tIns="92075" rIns="0" bIns="0" anchor="t" anchorCtr="0">
            <a:spAutoFit/>
          </a:bodyPr>
          <a:lstStyle/>
          <a:p>
            <a:pPr marR="965200" lvl="0" algn="just" rtl="0">
              <a:lnSpc>
                <a:spcPct val="80000"/>
              </a:lnSpc>
              <a:spcBef>
                <a:spcPts val="994"/>
              </a:spcBef>
              <a:spcAft>
                <a:spcPts val="0"/>
              </a:spcAft>
              <a:buClr>
                <a:srgbClr val="000000"/>
              </a:buClr>
              <a:buSzPts val="2600"/>
            </a:pPr>
            <a:r>
              <a:rPr lang="en-US" sz="2600" b="1" dirty="0">
                <a:solidFill>
                  <a:srgbClr val="000000"/>
                </a:solidFill>
                <a:latin typeface="Calibri"/>
                <a:ea typeface="Calibri"/>
                <a:cs typeface="Calibri"/>
                <a:sym typeface="Calibri"/>
              </a:rPr>
              <a:t>7. Activity diagram: </a:t>
            </a:r>
            <a:r>
              <a:rPr lang="en-US" sz="2600" dirty="0">
                <a:solidFill>
                  <a:srgbClr val="000000"/>
                </a:solidFill>
                <a:latin typeface="Calibri"/>
                <a:ea typeface="Calibri"/>
                <a:cs typeface="Calibri"/>
                <a:sym typeface="Calibri"/>
              </a:rPr>
              <a:t>A behavioral diagram that shows a state machine,  emphasizing the flow from activity to activity</a:t>
            </a:r>
          </a:p>
          <a:p>
            <a:pPr marR="965200" lvl="0" algn="just" rtl="0">
              <a:lnSpc>
                <a:spcPct val="80000"/>
              </a:lnSpc>
              <a:spcBef>
                <a:spcPts val="994"/>
              </a:spcBef>
              <a:spcAft>
                <a:spcPts val="0"/>
              </a:spcAft>
              <a:buClr>
                <a:srgbClr val="000000"/>
              </a:buClr>
              <a:buSzPts val="2600"/>
            </a:pPr>
            <a:endParaRPr lang="en-US" sz="2600" dirty="0">
              <a:solidFill>
                <a:srgbClr val="000000"/>
              </a:solidFill>
              <a:latin typeface="Calibri"/>
              <a:ea typeface="Calibri"/>
              <a:cs typeface="Calibri"/>
              <a:sym typeface="Calibri"/>
            </a:endParaRPr>
          </a:p>
          <a:p>
            <a:pPr marR="965200" lvl="0" algn="just" rtl="0">
              <a:lnSpc>
                <a:spcPct val="80000"/>
              </a:lnSpc>
              <a:spcBef>
                <a:spcPts val="994"/>
              </a:spcBef>
              <a:spcAft>
                <a:spcPts val="0"/>
              </a:spcAft>
              <a:buClr>
                <a:srgbClr val="000000"/>
              </a:buClr>
              <a:buSzPts val="2600"/>
            </a:pPr>
            <a:endParaRPr lang="en-US" sz="2600" dirty="0">
              <a:solidFill>
                <a:srgbClr val="000000"/>
              </a:solidFill>
              <a:latin typeface="Calibri"/>
              <a:ea typeface="Calibri"/>
              <a:cs typeface="Calibri"/>
              <a:sym typeface="Calibri"/>
            </a:endParaRPr>
          </a:p>
          <a:p>
            <a:pPr marR="965200" lvl="0" algn="just" rtl="0">
              <a:lnSpc>
                <a:spcPct val="80000"/>
              </a:lnSpc>
              <a:spcBef>
                <a:spcPts val="994"/>
              </a:spcBef>
              <a:spcAft>
                <a:spcPts val="0"/>
              </a:spcAft>
              <a:buClr>
                <a:srgbClr val="000000"/>
              </a:buClr>
              <a:buSzPts val="2600"/>
            </a:pPr>
            <a:endParaRPr lang="en-US" sz="2600" dirty="0">
              <a:solidFill>
                <a:srgbClr val="000000"/>
              </a:solidFill>
              <a:latin typeface="Calibri"/>
              <a:ea typeface="Calibri"/>
              <a:cs typeface="Calibri"/>
              <a:sym typeface="Calibri"/>
            </a:endParaRPr>
          </a:p>
          <a:p>
            <a:pPr marR="965200" lvl="0" algn="just" rtl="0">
              <a:lnSpc>
                <a:spcPct val="80000"/>
              </a:lnSpc>
              <a:spcBef>
                <a:spcPts val="994"/>
              </a:spcBef>
              <a:spcAft>
                <a:spcPts val="0"/>
              </a:spcAft>
              <a:buClr>
                <a:srgbClr val="000000"/>
              </a:buClr>
              <a:buSzPts val="2600"/>
            </a:pPr>
            <a:endParaRPr lang="en-US" sz="2600" dirty="0">
              <a:solidFill>
                <a:srgbClr val="000000"/>
              </a:solidFill>
              <a:latin typeface="Calibri"/>
              <a:ea typeface="Calibri"/>
              <a:cs typeface="Calibri"/>
              <a:sym typeface="Calibri"/>
            </a:endParaRPr>
          </a:p>
          <a:p>
            <a:pPr marR="965200" lvl="0" algn="just" rtl="0">
              <a:lnSpc>
                <a:spcPct val="80000"/>
              </a:lnSpc>
              <a:spcBef>
                <a:spcPts val="994"/>
              </a:spcBef>
              <a:spcAft>
                <a:spcPts val="0"/>
              </a:spcAft>
              <a:buClr>
                <a:srgbClr val="000000"/>
              </a:buClr>
              <a:buSzPts val="2600"/>
            </a:pPr>
            <a:endParaRPr lang="en-US" sz="2600" dirty="0">
              <a:solidFill>
                <a:srgbClr val="000000"/>
              </a:solidFill>
              <a:latin typeface="Calibri"/>
              <a:ea typeface="Calibri"/>
              <a:cs typeface="Calibri"/>
              <a:sym typeface="Calibri"/>
            </a:endParaRPr>
          </a:p>
          <a:p>
            <a:pPr marR="965200" lvl="0" algn="just" rtl="0">
              <a:lnSpc>
                <a:spcPct val="80000"/>
              </a:lnSpc>
              <a:spcBef>
                <a:spcPts val="994"/>
              </a:spcBef>
              <a:spcAft>
                <a:spcPts val="0"/>
              </a:spcAft>
              <a:buClr>
                <a:srgbClr val="000000"/>
              </a:buClr>
              <a:buSzPts val="2600"/>
            </a:pPr>
            <a:endParaRPr lang="en-US" sz="2600" dirty="0">
              <a:solidFill>
                <a:srgbClr val="000000"/>
              </a:solidFill>
              <a:latin typeface="Calibri"/>
              <a:ea typeface="Calibri"/>
              <a:cs typeface="Calibri"/>
              <a:sym typeface="Calibri"/>
            </a:endParaRPr>
          </a:p>
          <a:p>
            <a:pPr marR="965200" lvl="0" algn="just" rtl="0">
              <a:lnSpc>
                <a:spcPct val="80000"/>
              </a:lnSpc>
              <a:spcBef>
                <a:spcPts val="994"/>
              </a:spcBef>
              <a:spcAft>
                <a:spcPts val="0"/>
              </a:spcAft>
              <a:buClr>
                <a:srgbClr val="000000"/>
              </a:buClr>
              <a:buSzPts val="2600"/>
            </a:pPr>
            <a:endParaRPr lang="en-US" sz="2600" dirty="0">
              <a:solidFill>
                <a:srgbClr val="000000"/>
              </a:solidFill>
              <a:latin typeface="Calibri"/>
              <a:ea typeface="Calibri"/>
              <a:cs typeface="Calibri"/>
              <a:sym typeface="Calibri"/>
            </a:endParaRPr>
          </a:p>
          <a:p>
            <a:pPr marR="965200" lvl="0" algn="just" rtl="0">
              <a:lnSpc>
                <a:spcPct val="80000"/>
              </a:lnSpc>
              <a:spcBef>
                <a:spcPts val="994"/>
              </a:spcBef>
              <a:spcAft>
                <a:spcPts val="0"/>
              </a:spcAft>
              <a:buClr>
                <a:srgbClr val="000000"/>
              </a:buClr>
              <a:buSzPts val="2600"/>
            </a:pPr>
            <a:endParaRPr lang="en-US" sz="2600" dirty="0">
              <a:solidFill>
                <a:srgbClr val="000000"/>
              </a:solidFill>
              <a:latin typeface="Calibri"/>
              <a:ea typeface="Calibri"/>
              <a:cs typeface="Calibri"/>
              <a:sym typeface="Calibri"/>
            </a:endParaRPr>
          </a:p>
          <a:p>
            <a:pPr marR="1727835" algn="just">
              <a:lnSpc>
                <a:spcPct val="80000"/>
              </a:lnSpc>
              <a:spcBef>
                <a:spcPts val="994"/>
              </a:spcBef>
              <a:spcAft>
                <a:spcPts val="0"/>
              </a:spcAft>
              <a:buClr>
                <a:srgbClr val="000000"/>
              </a:buClr>
              <a:buSzPts val="2600"/>
            </a:pPr>
            <a:endParaRPr sz="2600" dirty="0">
              <a:solidFill>
                <a:srgbClr val="000000"/>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015F78FF-D710-4F8C-A132-8B3C51513B73}"/>
              </a:ext>
            </a:extLst>
          </p:cNvPr>
          <p:cNvPicPr>
            <a:picLocks noChangeAspect="1"/>
          </p:cNvPicPr>
          <p:nvPr/>
        </p:nvPicPr>
        <p:blipFill>
          <a:blip r:embed="rId3"/>
          <a:stretch>
            <a:fillRect/>
          </a:stretch>
        </p:blipFill>
        <p:spPr>
          <a:xfrm>
            <a:off x="2484197" y="1172973"/>
            <a:ext cx="6510174" cy="5585840"/>
          </a:xfrm>
          <a:prstGeom prst="rect">
            <a:avLst/>
          </a:prstGeom>
        </p:spPr>
      </p:pic>
    </p:spTree>
    <p:extLst>
      <p:ext uri="{BB962C8B-B14F-4D97-AF65-F5344CB8AC3E}">
        <p14:creationId xmlns:p14="http://schemas.microsoft.com/office/powerpoint/2010/main" val="3072548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82"/>
          <p:cNvSpPr txBox="1"/>
          <p:nvPr/>
        </p:nvSpPr>
        <p:spPr>
          <a:xfrm>
            <a:off x="228600" y="99187"/>
            <a:ext cx="11811000" cy="1974515"/>
          </a:xfrm>
          <a:prstGeom prst="rect">
            <a:avLst/>
          </a:prstGeom>
          <a:noFill/>
          <a:ln>
            <a:noFill/>
          </a:ln>
        </p:spPr>
        <p:txBody>
          <a:bodyPr spcFirstLastPara="1" wrap="square" lIns="0" tIns="92075" rIns="0" bIns="0" anchor="t" anchorCtr="0">
            <a:spAutoFit/>
          </a:bodyPr>
          <a:lstStyle/>
          <a:p>
            <a:pPr marR="1727835" algn="just">
              <a:lnSpc>
                <a:spcPct val="80000"/>
              </a:lnSpc>
              <a:spcBef>
                <a:spcPts val="994"/>
              </a:spcBef>
              <a:spcAft>
                <a:spcPts val="0"/>
              </a:spcAft>
              <a:buClr>
                <a:srgbClr val="000000"/>
              </a:buClr>
              <a:buSzPts val="2600"/>
            </a:pPr>
            <a:r>
              <a:rPr lang="en-US" sz="2600" b="1" dirty="0">
                <a:solidFill>
                  <a:srgbClr val="000000"/>
                </a:solidFill>
                <a:latin typeface="Calibri"/>
                <a:ea typeface="Calibri"/>
                <a:cs typeface="Calibri"/>
                <a:sym typeface="Calibri"/>
              </a:rPr>
              <a:t>8. Component diagram: </a:t>
            </a:r>
            <a:r>
              <a:rPr lang="en-US" sz="2600" dirty="0">
                <a:solidFill>
                  <a:srgbClr val="000000"/>
                </a:solidFill>
                <a:latin typeface="Calibri"/>
                <a:ea typeface="Calibri"/>
                <a:cs typeface="Calibri"/>
                <a:sym typeface="Calibri"/>
              </a:rPr>
              <a:t>A structural diagram that shows a set of  components and their relationships.</a:t>
            </a:r>
            <a:r>
              <a:rPr lang="en-US" sz="2800" dirty="0"/>
              <a:t> </a:t>
            </a:r>
            <a:r>
              <a:rPr lang="en-US" sz="2600" dirty="0">
                <a:solidFill>
                  <a:srgbClr val="000000"/>
                </a:solidFill>
                <a:latin typeface="Calibri"/>
                <a:ea typeface="Calibri"/>
                <a:cs typeface="Calibri"/>
              </a:rPr>
              <a:t>It focuses on how the components (e.g., software modules, libraries, services) interact to form a complete system.</a:t>
            </a:r>
          </a:p>
          <a:p>
            <a:pPr marL="12700" marR="1727835" lvl="0" indent="-165100" algn="l" rtl="0">
              <a:lnSpc>
                <a:spcPct val="80000"/>
              </a:lnSpc>
              <a:spcBef>
                <a:spcPts val="994"/>
              </a:spcBef>
              <a:spcAft>
                <a:spcPts val="0"/>
              </a:spcAft>
              <a:buClr>
                <a:srgbClr val="000000"/>
              </a:buClr>
              <a:buSzPts val="2600"/>
              <a:buFont typeface="Calibri"/>
              <a:buAutoNum type="arabicPeriod"/>
            </a:pPr>
            <a:endParaRPr sz="2600" dirty="0">
              <a:solidFill>
                <a:srgbClr val="000000"/>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4A21AD8C-D20D-43D2-A669-036734685754}"/>
              </a:ext>
            </a:extLst>
          </p:cNvPr>
          <p:cNvPicPr>
            <a:picLocks noChangeAspect="1"/>
          </p:cNvPicPr>
          <p:nvPr/>
        </p:nvPicPr>
        <p:blipFill>
          <a:blip r:embed="rId3"/>
          <a:stretch>
            <a:fillRect/>
          </a:stretch>
        </p:blipFill>
        <p:spPr>
          <a:xfrm>
            <a:off x="1862079" y="1877138"/>
            <a:ext cx="8636896" cy="4868882"/>
          </a:xfrm>
          <a:prstGeom prst="rect">
            <a:avLst/>
          </a:prstGeom>
        </p:spPr>
      </p:pic>
    </p:spTree>
    <p:extLst>
      <p:ext uri="{BB962C8B-B14F-4D97-AF65-F5344CB8AC3E}">
        <p14:creationId xmlns:p14="http://schemas.microsoft.com/office/powerpoint/2010/main" val="8553058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188842"/>
            <a:ext cx="10515600" cy="6490253"/>
          </a:xfrm>
        </p:spPr>
        <p:txBody>
          <a:bodyPr/>
          <a:lstStyle/>
          <a:p>
            <a:pPr marL="0" indent="0">
              <a:buNone/>
            </a:pPr>
            <a:r>
              <a:rPr lang="en-US" sz="3200" b="1" dirty="0">
                <a:latin typeface="Calibri "/>
              </a:rPr>
              <a:t>Structural Modeling: </a:t>
            </a:r>
            <a:r>
              <a:rPr lang="en-US" dirty="0">
                <a:latin typeface="Calibri "/>
              </a:rPr>
              <a:t>Classes, Relationships, Common mechanism and  Diagrams</a:t>
            </a:r>
          </a:p>
          <a:p>
            <a:pPr marL="0" indent="0" algn="l">
              <a:buNone/>
            </a:pPr>
            <a:r>
              <a:rPr lang="en-IN" b="1" dirty="0">
                <a:latin typeface="Calibri "/>
              </a:rPr>
              <a:t>1. Classes:</a:t>
            </a:r>
          </a:p>
          <a:p>
            <a:pPr>
              <a:lnSpc>
                <a:spcPct val="80000"/>
              </a:lnSpc>
            </a:pPr>
            <a:r>
              <a:rPr lang="en-US" sz="2600" dirty="0">
                <a:solidFill>
                  <a:srgbClr val="000000"/>
                </a:solidFill>
                <a:latin typeface="Calibri "/>
              </a:rPr>
              <a:t>A </a:t>
            </a:r>
            <a:r>
              <a:rPr lang="en-US" sz="2600" dirty="0">
                <a:solidFill>
                  <a:schemeClr val="accent5">
                    <a:lumMod val="75000"/>
                  </a:schemeClr>
                </a:solidFill>
                <a:latin typeface="Calibri "/>
              </a:rPr>
              <a:t>class</a:t>
            </a:r>
            <a:r>
              <a:rPr lang="en-US" sz="2600" dirty="0">
                <a:solidFill>
                  <a:srgbClr val="000000"/>
                </a:solidFill>
                <a:latin typeface="Calibri "/>
              </a:rPr>
              <a:t> is a description of a </a:t>
            </a:r>
            <a:r>
              <a:rPr lang="en-US" sz="2600" dirty="0">
                <a:solidFill>
                  <a:schemeClr val="accent5">
                    <a:lumMod val="75000"/>
                  </a:schemeClr>
                </a:solidFill>
                <a:latin typeface="Calibri "/>
              </a:rPr>
              <a:t>set of objects </a:t>
            </a:r>
            <a:r>
              <a:rPr lang="en-US" sz="2600" dirty="0">
                <a:solidFill>
                  <a:srgbClr val="000000"/>
                </a:solidFill>
                <a:latin typeface="Calibri "/>
              </a:rPr>
              <a:t>that </a:t>
            </a:r>
            <a:r>
              <a:rPr lang="en-US" sz="2600" dirty="0">
                <a:solidFill>
                  <a:schemeClr val="accent5">
                    <a:lumMod val="75000"/>
                  </a:schemeClr>
                </a:solidFill>
                <a:latin typeface="Calibri "/>
              </a:rPr>
              <a:t>share</a:t>
            </a:r>
            <a:r>
              <a:rPr lang="en-US" sz="2600" dirty="0">
                <a:solidFill>
                  <a:srgbClr val="000000"/>
                </a:solidFill>
                <a:latin typeface="Calibri "/>
              </a:rPr>
              <a:t> the same attributes, operations, relationships, and semantics. </a:t>
            </a:r>
          </a:p>
          <a:p>
            <a:pPr>
              <a:lnSpc>
                <a:spcPct val="80000"/>
              </a:lnSpc>
            </a:pPr>
            <a:r>
              <a:rPr lang="en-IN" sz="2600" b="1" dirty="0">
                <a:solidFill>
                  <a:srgbClr val="000000"/>
                </a:solidFill>
                <a:latin typeface="Calibri "/>
              </a:rPr>
              <a:t>Names </a:t>
            </a:r>
          </a:p>
          <a:p>
            <a:pPr marL="893763">
              <a:lnSpc>
                <a:spcPct val="80000"/>
              </a:lnSpc>
            </a:pPr>
            <a:r>
              <a:rPr lang="en-US" sz="2600" dirty="0">
                <a:solidFill>
                  <a:srgbClr val="000000"/>
                </a:solidFill>
                <a:latin typeface="Calibri "/>
              </a:rPr>
              <a:t>Every class must have a name that distinguishes it from other classes.</a:t>
            </a:r>
          </a:p>
          <a:p>
            <a:pPr marL="893763">
              <a:lnSpc>
                <a:spcPct val="80000"/>
              </a:lnSpc>
            </a:pPr>
            <a:r>
              <a:rPr lang="en-US" sz="2600" dirty="0">
                <a:solidFill>
                  <a:srgbClr val="000000"/>
                </a:solidFill>
                <a:latin typeface="Calibri "/>
              </a:rPr>
              <a:t>A name is a textual string. </a:t>
            </a:r>
          </a:p>
          <a:p>
            <a:pPr marL="893763">
              <a:lnSpc>
                <a:spcPct val="80000"/>
              </a:lnSpc>
            </a:pPr>
            <a:r>
              <a:rPr lang="en-US" sz="2600" dirty="0">
                <a:solidFill>
                  <a:srgbClr val="000000"/>
                </a:solidFill>
                <a:latin typeface="Calibri "/>
              </a:rPr>
              <a:t>Name alone is known as a simple name; a qualified name is the class name prefixed by the name of the package in which that class lives. </a:t>
            </a:r>
          </a:p>
          <a:p>
            <a:pPr marL="893763">
              <a:lnSpc>
                <a:spcPct val="80000"/>
              </a:lnSpc>
            </a:pPr>
            <a:r>
              <a:rPr lang="en-US" sz="2600" dirty="0">
                <a:solidFill>
                  <a:srgbClr val="000000"/>
                </a:solidFill>
                <a:latin typeface="Calibri "/>
              </a:rPr>
              <a:t>A class may be drawn showing only its name </a:t>
            </a:r>
          </a:p>
          <a:p>
            <a:endParaRPr lang="en-IN" dirty="0">
              <a:latin typeface="Calibri "/>
            </a:endParaRPr>
          </a:p>
        </p:txBody>
      </p:sp>
      <p:pic>
        <p:nvPicPr>
          <p:cNvPr id="5" name="Picture 4">
            <a:extLst>
              <a:ext uri="{FF2B5EF4-FFF2-40B4-BE49-F238E27FC236}">
                <a16:creationId xmlns:a16="http://schemas.microsoft.com/office/drawing/2014/main" id="{BF10B90B-2DC6-4D73-B029-942AF72D8230}"/>
              </a:ext>
            </a:extLst>
          </p:cNvPr>
          <p:cNvPicPr>
            <a:picLocks noChangeAspect="1"/>
          </p:cNvPicPr>
          <p:nvPr/>
        </p:nvPicPr>
        <p:blipFill>
          <a:blip r:embed="rId3"/>
          <a:stretch>
            <a:fillRect/>
          </a:stretch>
        </p:blipFill>
        <p:spPr>
          <a:xfrm>
            <a:off x="3590917" y="4948285"/>
            <a:ext cx="6632476" cy="1830563"/>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CA4162C-7A9E-4E87-8FC3-69C54087D4C9}"/>
                  </a:ext>
                </a:extLst>
              </p14:cNvPr>
              <p14:cNvContentPartPr/>
              <p14:nvPr/>
            </p14:nvContentPartPr>
            <p14:xfrm>
              <a:off x="545760" y="5025240"/>
              <a:ext cx="5822280" cy="1139400"/>
            </p14:xfrm>
          </p:contentPart>
        </mc:Choice>
        <mc:Fallback xmlns="">
          <p:pic>
            <p:nvPicPr>
              <p:cNvPr id="2" name="Ink 1">
                <a:extLst>
                  <a:ext uri="{FF2B5EF4-FFF2-40B4-BE49-F238E27FC236}">
                    <a16:creationId xmlns:a16="http://schemas.microsoft.com/office/drawing/2014/main" id="{3CA4162C-7A9E-4E87-8FC3-69C54087D4C9}"/>
                  </a:ext>
                </a:extLst>
              </p:cNvPr>
              <p:cNvPicPr/>
              <p:nvPr/>
            </p:nvPicPr>
            <p:blipFill>
              <a:blip r:embed="rId5"/>
              <a:stretch>
                <a:fillRect/>
              </a:stretch>
            </p:blipFill>
            <p:spPr>
              <a:xfrm>
                <a:off x="536400" y="5015880"/>
                <a:ext cx="5841000" cy="1158120"/>
              </a:xfrm>
              <a:prstGeom prst="rect">
                <a:avLst/>
              </a:prstGeom>
            </p:spPr>
          </p:pic>
        </mc:Fallback>
      </mc:AlternateContent>
    </p:spTree>
    <p:extLst>
      <p:ext uri="{BB962C8B-B14F-4D97-AF65-F5344CB8AC3E}">
        <p14:creationId xmlns:p14="http://schemas.microsoft.com/office/powerpoint/2010/main" val="1121148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188842"/>
            <a:ext cx="10515600" cy="6490253"/>
          </a:xfrm>
        </p:spPr>
        <p:txBody>
          <a:bodyPr/>
          <a:lstStyle/>
          <a:p>
            <a:pPr>
              <a:lnSpc>
                <a:spcPct val="80000"/>
              </a:lnSpc>
            </a:pPr>
            <a:r>
              <a:rPr lang="en-IN" sz="2600" b="1" dirty="0">
                <a:solidFill>
                  <a:srgbClr val="000000"/>
                </a:solidFill>
                <a:latin typeface="Calibri "/>
              </a:rPr>
              <a:t>Attributes </a:t>
            </a:r>
          </a:p>
          <a:p>
            <a:pPr marL="893763">
              <a:lnSpc>
                <a:spcPct val="80000"/>
              </a:lnSpc>
            </a:pPr>
            <a:r>
              <a:rPr lang="en-US" sz="2600" dirty="0">
                <a:solidFill>
                  <a:srgbClr val="000000"/>
                </a:solidFill>
                <a:latin typeface="Calibri "/>
              </a:rPr>
              <a:t>An attribute is a named property of a class that describes a range of values that instances of the property may hold. </a:t>
            </a:r>
          </a:p>
          <a:p>
            <a:pPr marL="893763">
              <a:lnSpc>
                <a:spcPct val="80000"/>
              </a:lnSpc>
            </a:pPr>
            <a:r>
              <a:rPr lang="en-US" sz="2600" dirty="0">
                <a:solidFill>
                  <a:srgbClr val="000000"/>
                </a:solidFill>
                <a:latin typeface="Calibri "/>
              </a:rPr>
              <a:t>A class may have any number of attributes or no attributes at all. </a:t>
            </a:r>
          </a:p>
          <a:p>
            <a:pPr marL="893763">
              <a:lnSpc>
                <a:spcPct val="80000"/>
              </a:lnSpc>
            </a:pPr>
            <a:r>
              <a:rPr lang="en-US" sz="2600" dirty="0">
                <a:solidFill>
                  <a:srgbClr val="000000"/>
                </a:solidFill>
                <a:latin typeface="Calibri "/>
              </a:rPr>
              <a:t>An attribute represents some property of the thing you are modeling that is shared by all objects of that class. </a:t>
            </a:r>
          </a:p>
          <a:p>
            <a:pPr marL="893763">
              <a:lnSpc>
                <a:spcPct val="80000"/>
              </a:lnSpc>
            </a:pPr>
            <a:r>
              <a:rPr lang="en-US" sz="2600" dirty="0">
                <a:solidFill>
                  <a:srgbClr val="000000"/>
                </a:solidFill>
                <a:latin typeface="Calibri "/>
              </a:rPr>
              <a:t>For example, every wall has a height, width, and thickness; you might model your customers in such a way that each has a name, address, phone number, and date of birth </a:t>
            </a:r>
            <a:endParaRPr lang="en-IN" sz="2600" dirty="0">
              <a:solidFill>
                <a:srgbClr val="000000"/>
              </a:solidFill>
              <a:latin typeface="Calibri "/>
            </a:endParaRPr>
          </a:p>
        </p:txBody>
      </p:sp>
      <p:pic>
        <p:nvPicPr>
          <p:cNvPr id="4" name="Picture 3">
            <a:extLst>
              <a:ext uri="{FF2B5EF4-FFF2-40B4-BE49-F238E27FC236}">
                <a16:creationId xmlns:a16="http://schemas.microsoft.com/office/drawing/2014/main" id="{005C00D6-8033-471D-B4F5-1B75C66D8E92}"/>
              </a:ext>
            </a:extLst>
          </p:cNvPr>
          <p:cNvPicPr>
            <a:picLocks noChangeAspect="1"/>
          </p:cNvPicPr>
          <p:nvPr/>
        </p:nvPicPr>
        <p:blipFill>
          <a:blip r:embed="rId2"/>
          <a:stretch>
            <a:fillRect/>
          </a:stretch>
        </p:blipFill>
        <p:spPr>
          <a:xfrm>
            <a:off x="4304691" y="3754726"/>
            <a:ext cx="3617973" cy="2188873"/>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07E339F-3231-472A-ACD6-F7B3578783D7}"/>
                  </a:ext>
                </a:extLst>
              </p14:cNvPr>
              <p14:cNvContentPartPr/>
              <p14:nvPr/>
            </p14:nvContentPartPr>
            <p14:xfrm>
              <a:off x="5704560" y="3922560"/>
              <a:ext cx="268200" cy="1589400"/>
            </p14:xfrm>
          </p:contentPart>
        </mc:Choice>
        <mc:Fallback xmlns="">
          <p:pic>
            <p:nvPicPr>
              <p:cNvPr id="2" name="Ink 1">
                <a:extLst>
                  <a:ext uri="{FF2B5EF4-FFF2-40B4-BE49-F238E27FC236}">
                    <a16:creationId xmlns:a16="http://schemas.microsoft.com/office/drawing/2014/main" id="{F07E339F-3231-472A-ACD6-F7B3578783D7}"/>
                  </a:ext>
                </a:extLst>
              </p:cNvPr>
              <p:cNvPicPr/>
              <p:nvPr/>
            </p:nvPicPr>
            <p:blipFill>
              <a:blip r:embed="rId4"/>
              <a:stretch>
                <a:fillRect/>
              </a:stretch>
            </p:blipFill>
            <p:spPr>
              <a:xfrm>
                <a:off x="5695200" y="3913200"/>
                <a:ext cx="286920" cy="1608120"/>
              </a:xfrm>
              <a:prstGeom prst="rect">
                <a:avLst/>
              </a:prstGeom>
            </p:spPr>
          </p:pic>
        </mc:Fallback>
      </mc:AlternateContent>
    </p:spTree>
    <p:extLst>
      <p:ext uri="{BB962C8B-B14F-4D97-AF65-F5344CB8AC3E}">
        <p14:creationId xmlns:p14="http://schemas.microsoft.com/office/powerpoint/2010/main" val="28475585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64150"/>
            <a:ext cx="10515600" cy="6490253"/>
          </a:xfrm>
        </p:spPr>
        <p:txBody>
          <a:bodyPr>
            <a:normAutofit/>
          </a:bodyPr>
          <a:lstStyle/>
          <a:p>
            <a:pPr marL="0" indent="0">
              <a:buNone/>
            </a:pPr>
            <a:r>
              <a:rPr lang="en-IN" sz="2600" b="1" dirty="0">
                <a:solidFill>
                  <a:srgbClr val="000000"/>
                </a:solidFill>
                <a:latin typeface="Calibri "/>
              </a:rPr>
              <a:t>Operations</a:t>
            </a:r>
            <a:r>
              <a:rPr lang="en-IN" sz="2600" dirty="0">
                <a:solidFill>
                  <a:srgbClr val="000000"/>
                </a:solidFill>
                <a:latin typeface="Calibri "/>
              </a:rPr>
              <a:t> </a:t>
            </a:r>
          </a:p>
          <a:p>
            <a:r>
              <a:rPr lang="en-US" sz="2600" dirty="0">
                <a:solidFill>
                  <a:srgbClr val="000000"/>
                </a:solidFill>
                <a:latin typeface="Calibri "/>
              </a:rPr>
              <a:t>An operation is the implementation of a service that can be requested from any object of the class to affect behavior. </a:t>
            </a:r>
          </a:p>
          <a:p>
            <a:r>
              <a:rPr lang="en-US" sz="2600" dirty="0">
                <a:solidFill>
                  <a:srgbClr val="000000"/>
                </a:solidFill>
                <a:latin typeface="Calibri "/>
              </a:rPr>
              <a:t>An operation is an abstraction of something you can do to an object that is shared by all objects of that class. </a:t>
            </a:r>
          </a:p>
          <a:p>
            <a:r>
              <a:rPr lang="en-US" sz="2600" dirty="0">
                <a:solidFill>
                  <a:srgbClr val="000000"/>
                </a:solidFill>
                <a:latin typeface="Calibri "/>
              </a:rPr>
              <a:t>A class may have any number of operations or no operations at all. </a:t>
            </a:r>
          </a:p>
          <a:p>
            <a:r>
              <a:rPr lang="en-US" sz="2600" dirty="0">
                <a:solidFill>
                  <a:srgbClr val="000000"/>
                </a:solidFill>
                <a:latin typeface="Calibri "/>
              </a:rPr>
              <a:t>Invoking an operation on an object changes the object's data or state. </a:t>
            </a:r>
          </a:p>
          <a:p>
            <a:r>
              <a:rPr lang="en-US" sz="2600" dirty="0">
                <a:solidFill>
                  <a:srgbClr val="000000"/>
                </a:solidFill>
                <a:latin typeface="Calibri "/>
              </a:rPr>
              <a:t>Specify an operation by stating its signature, which includes the name, type, and default value of all parameters and (in the case of functions) a return type </a:t>
            </a:r>
          </a:p>
        </p:txBody>
      </p:sp>
      <p:pic>
        <p:nvPicPr>
          <p:cNvPr id="4" name="Picture 3">
            <a:extLst>
              <a:ext uri="{FF2B5EF4-FFF2-40B4-BE49-F238E27FC236}">
                <a16:creationId xmlns:a16="http://schemas.microsoft.com/office/drawing/2014/main" id="{2F27C7F1-20AE-434C-83BD-4C4D6349A0CC}"/>
              </a:ext>
            </a:extLst>
          </p:cNvPr>
          <p:cNvPicPr>
            <a:picLocks noChangeAspect="1"/>
          </p:cNvPicPr>
          <p:nvPr/>
        </p:nvPicPr>
        <p:blipFill>
          <a:blip r:embed="rId3"/>
          <a:stretch>
            <a:fillRect/>
          </a:stretch>
        </p:blipFill>
        <p:spPr>
          <a:xfrm>
            <a:off x="2823762" y="4198006"/>
            <a:ext cx="3825516" cy="2352693"/>
          </a:xfrm>
          <a:prstGeom prst="rect">
            <a:avLst/>
          </a:prstGeom>
        </p:spPr>
      </p:pic>
      <p:pic>
        <p:nvPicPr>
          <p:cNvPr id="6" name="Picture 5">
            <a:extLst>
              <a:ext uri="{FF2B5EF4-FFF2-40B4-BE49-F238E27FC236}">
                <a16:creationId xmlns:a16="http://schemas.microsoft.com/office/drawing/2014/main" id="{C1B59E25-8F2B-4DF8-982A-5FD8E341C603}"/>
              </a:ext>
            </a:extLst>
          </p:cNvPr>
          <p:cNvPicPr>
            <a:picLocks noChangeAspect="1"/>
          </p:cNvPicPr>
          <p:nvPr/>
        </p:nvPicPr>
        <p:blipFill>
          <a:blip r:embed="rId4"/>
          <a:stretch>
            <a:fillRect/>
          </a:stretch>
        </p:blipFill>
        <p:spPr>
          <a:xfrm>
            <a:off x="7066637" y="4156442"/>
            <a:ext cx="4770867" cy="2194662"/>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75754509-C3BC-4AA8-B5B4-8075E5FAB771}"/>
                  </a:ext>
                </a:extLst>
              </p14:cNvPr>
              <p14:cNvContentPartPr/>
              <p14:nvPr/>
            </p14:nvContentPartPr>
            <p14:xfrm>
              <a:off x="2720880" y="4496760"/>
              <a:ext cx="6951960" cy="1814040"/>
            </p14:xfrm>
          </p:contentPart>
        </mc:Choice>
        <mc:Fallback xmlns="">
          <p:pic>
            <p:nvPicPr>
              <p:cNvPr id="2" name="Ink 1">
                <a:extLst>
                  <a:ext uri="{FF2B5EF4-FFF2-40B4-BE49-F238E27FC236}">
                    <a16:creationId xmlns:a16="http://schemas.microsoft.com/office/drawing/2014/main" id="{75754509-C3BC-4AA8-B5B4-8075E5FAB771}"/>
                  </a:ext>
                </a:extLst>
              </p:cNvPr>
              <p:cNvPicPr/>
              <p:nvPr/>
            </p:nvPicPr>
            <p:blipFill>
              <a:blip r:embed="rId6"/>
              <a:stretch>
                <a:fillRect/>
              </a:stretch>
            </p:blipFill>
            <p:spPr>
              <a:xfrm>
                <a:off x="2711520" y="4487400"/>
                <a:ext cx="6970680" cy="1832760"/>
              </a:xfrm>
              <a:prstGeom prst="rect">
                <a:avLst/>
              </a:prstGeom>
            </p:spPr>
          </p:pic>
        </mc:Fallback>
      </mc:AlternateContent>
    </p:spTree>
    <p:extLst>
      <p:ext uri="{BB962C8B-B14F-4D97-AF65-F5344CB8AC3E}">
        <p14:creationId xmlns:p14="http://schemas.microsoft.com/office/powerpoint/2010/main" val="31505848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F30B8-4BEF-40FE-AD7A-D810F888C4FF}"/>
              </a:ext>
            </a:extLst>
          </p:cNvPr>
          <p:cNvSpPr>
            <a:spLocks noGrp="1"/>
          </p:cNvSpPr>
          <p:nvPr>
            <p:ph idx="1"/>
          </p:nvPr>
        </p:nvSpPr>
        <p:spPr>
          <a:xfrm>
            <a:off x="838200" y="188842"/>
            <a:ext cx="10515600" cy="6490253"/>
          </a:xfrm>
        </p:spPr>
        <p:txBody>
          <a:bodyPr/>
          <a:lstStyle/>
          <a:p>
            <a:pPr marL="0" indent="0">
              <a:buNone/>
            </a:pPr>
            <a:r>
              <a:rPr lang="en-IN" sz="2600" b="1" dirty="0">
                <a:solidFill>
                  <a:srgbClr val="000000"/>
                </a:solidFill>
                <a:latin typeface="Calibri "/>
              </a:rPr>
              <a:t>Responsibilities </a:t>
            </a:r>
          </a:p>
          <a:p>
            <a:r>
              <a:rPr lang="en-US" sz="2600" dirty="0">
                <a:solidFill>
                  <a:srgbClr val="C00000"/>
                </a:solidFill>
                <a:latin typeface="Calibri "/>
              </a:rPr>
              <a:t>A responsibility is a contract or an obligation of a class</a:t>
            </a:r>
            <a:r>
              <a:rPr lang="en-US" sz="2600" dirty="0">
                <a:solidFill>
                  <a:srgbClr val="000000"/>
                </a:solidFill>
                <a:latin typeface="Calibri "/>
              </a:rPr>
              <a:t>.</a:t>
            </a:r>
          </a:p>
          <a:p>
            <a:r>
              <a:rPr lang="en-US" sz="2600" dirty="0">
                <a:solidFill>
                  <a:srgbClr val="000000"/>
                </a:solidFill>
                <a:latin typeface="Calibri "/>
              </a:rPr>
              <a:t>At a more abstract level, these corresponding attributes and operations are just the features by which the class's responsibilities are carried out. </a:t>
            </a:r>
          </a:p>
          <a:p>
            <a:r>
              <a:rPr lang="en-US" sz="2600" dirty="0">
                <a:solidFill>
                  <a:srgbClr val="000000"/>
                </a:solidFill>
                <a:latin typeface="Calibri "/>
              </a:rPr>
              <a:t>A </a:t>
            </a:r>
            <a:r>
              <a:rPr lang="en-US" sz="2600" dirty="0">
                <a:solidFill>
                  <a:srgbClr val="C00000"/>
                </a:solidFill>
                <a:latin typeface="Calibri "/>
              </a:rPr>
              <a:t>Wall class </a:t>
            </a:r>
            <a:r>
              <a:rPr lang="en-US" sz="2600" dirty="0">
                <a:solidFill>
                  <a:srgbClr val="000000"/>
                </a:solidFill>
                <a:latin typeface="Calibri "/>
              </a:rPr>
              <a:t>is responsible for knowing about height, width, and thickness</a:t>
            </a:r>
          </a:p>
          <a:p>
            <a:r>
              <a:rPr lang="en-US" sz="2600" dirty="0" err="1">
                <a:solidFill>
                  <a:srgbClr val="C00000"/>
                </a:solidFill>
                <a:latin typeface="Calibri "/>
              </a:rPr>
              <a:t>FraudAgent</a:t>
            </a:r>
            <a:r>
              <a:rPr lang="en-US" sz="2600" dirty="0">
                <a:solidFill>
                  <a:srgbClr val="C00000"/>
                </a:solidFill>
                <a:latin typeface="Calibri "/>
              </a:rPr>
              <a:t> class</a:t>
            </a:r>
            <a:r>
              <a:rPr lang="en-US" sz="2600" dirty="0">
                <a:solidFill>
                  <a:srgbClr val="000000"/>
                </a:solidFill>
                <a:latin typeface="Calibri "/>
              </a:rPr>
              <a:t>, as you might find in a credit </a:t>
            </a:r>
          </a:p>
          <a:p>
            <a:pPr marL="0" indent="0">
              <a:buNone/>
            </a:pPr>
            <a:r>
              <a:rPr lang="en-US" sz="2600" dirty="0">
                <a:solidFill>
                  <a:srgbClr val="000000"/>
                </a:solidFill>
                <a:latin typeface="Calibri "/>
              </a:rPr>
              <a:t>   card application, is responsible for processing </a:t>
            </a:r>
          </a:p>
          <a:p>
            <a:pPr marL="0" indent="0">
              <a:buNone/>
            </a:pPr>
            <a:r>
              <a:rPr lang="en-US" sz="2600" dirty="0">
                <a:solidFill>
                  <a:srgbClr val="000000"/>
                </a:solidFill>
                <a:latin typeface="Calibri "/>
              </a:rPr>
              <a:t>   orders and determining if they are legitimate, </a:t>
            </a:r>
          </a:p>
          <a:p>
            <a:pPr marL="0" indent="0">
              <a:buNone/>
            </a:pPr>
            <a:r>
              <a:rPr lang="en-US" sz="2600" dirty="0">
                <a:solidFill>
                  <a:srgbClr val="000000"/>
                </a:solidFill>
                <a:latin typeface="Calibri "/>
              </a:rPr>
              <a:t>   suspect, or fraudulent </a:t>
            </a:r>
          </a:p>
        </p:txBody>
      </p:sp>
      <p:pic>
        <p:nvPicPr>
          <p:cNvPr id="4" name="Picture 3">
            <a:extLst>
              <a:ext uri="{FF2B5EF4-FFF2-40B4-BE49-F238E27FC236}">
                <a16:creationId xmlns:a16="http://schemas.microsoft.com/office/drawing/2014/main" id="{1168039A-C263-4D0F-8AAF-3AA6873144DB}"/>
              </a:ext>
            </a:extLst>
          </p:cNvPr>
          <p:cNvPicPr>
            <a:picLocks noChangeAspect="1"/>
          </p:cNvPicPr>
          <p:nvPr/>
        </p:nvPicPr>
        <p:blipFill>
          <a:blip r:embed="rId3"/>
          <a:stretch>
            <a:fillRect/>
          </a:stretch>
        </p:blipFill>
        <p:spPr>
          <a:xfrm>
            <a:off x="7772400" y="2399152"/>
            <a:ext cx="4065189" cy="2059695"/>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38A49556-8742-4375-9A21-790BA6ED8C27}"/>
                  </a:ext>
                </a:extLst>
              </p14:cNvPr>
              <p14:cNvContentPartPr/>
              <p14:nvPr/>
            </p14:nvContentPartPr>
            <p14:xfrm>
              <a:off x="1326600" y="2513520"/>
              <a:ext cx="8948880" cy="1983600"/>
            </p14:xfrm>
          </p:contentPart>
        </mc:Choice>
        <mc:Fallback xmlns="">
          <p:pic>
            <p:nvPicPr>
              <p:cNvPr id="2" name="Ink 1">
                <a:extLst>
                  <a:ext uri="{FF2B5EF4-FFF2-40B4-BE49-F238E27FC236}">
                    <a16:creationId xmlns:a16="http://schemas.microsoft.com/office/drawing/2014/main" id="{38A49556-8742-4375-9A21-790BA6ED8C27}"/>
                  </a:ext>
                </a:extLst>
              </p:cNvPr>
              <p:cNvPicPr/>
              <p:nvPr/>
            </p:nvPicPr>
            <p:blipFill>
              <a:blip r:embed="rId5"/>
              <a:stretch>
                <a:fillRect/>
              </a:stretch>
            </p:blipFill>
            <p:spPr>
              <a:xfrm>
                <a:off x="1317240" y="2504160"/>
                <a:ext cx="8967600" cy="2002320"/>
              </a:xfrm>
              <a:prstGeom prst="rect">
                <a:avLst/>
              </a:prstGeom>
            </p:spPr>
          </p:pic>
        </mc:Fallback>
      </mc:AlternateContent>
    </p:spTree>
    <p:extLst>
      <p:ext uri="{BB962C8B-B14F-4D97-AF65-F5344CB8AC3E}">
        <p14:creationId xmlns:p14="http://schemas.microsoft.com/office/powerpoint/2010/main" val="5113662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83"/>
          <p:cNvSpPr txBox="1">
            <a:spLocks noGrp="1"/>
          </p:cNvSpPr>
          <p:nvPr>
            <p:ph type="title"/>
          </p:nvPr>
        </p:nvSpPr>
        <p:spPr>
          <a:xfrm>
            <a:off x="916939" y="104978"/>
            <a:ext cx="2738755" cy="48323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000" u="none">
                <a:solidFill>
                  <a:srgbClr val="000000"/>
                </a:solidFill>
              </a:rPr>
              <a:t>Rules of the UML</a:t>
            </a:r>
            <a:endParaRPr sz="3000"/>
          </a:p>
        </p:txBody>
      </p:sp>
      <p:sp>
        <p:nvSpPr>
          <p:cNvPr id="642" name="Google Shape;642;p83"/>
          <p:cNvSpPr txBox="1"/>
          <p:nvPr/>
        </p:nvSpPr>
        <p:spPr>
          <a:xfrm>
            <a:off x="381000" y="588212"/>
            <a:ext cx="10820400" cy="5833520"/>
          </a:xfrm>
          <a:prstGeom prst="rect">
            <a:avLst/>
          </a:prstGeom>
          <a:noFill/>
          <a:ln>
            <a:noFill/>
          </a:ln>
        </p:spPr>
        <p:txBody>
          <a:bodyPr spcFirstLastPara="1" wrap="square" lIns="0" tIns="92075" rIns="0" bIns="0" anchor="t" anchorCtr="0">
            <a:spAutoFit/>
          </a:bodyPr>
          <a:lstStyle/>
          <a:p>
            <a:r>
              <a:rPr lang="en-US" sz="2800" dirty="0">
                <a:solidFill>
                  <a:srgbClr val="000000"/>
                </a:solidFill>
                <a:latin typeface="Calibri"/>
                <a:ea typeface="Calibri"/>
                <a:cs typeface="Calibri"/>
              </a:rPr>
              <a:t>The UML's building blocks can't simply be thrown together in a random fashion. Like any language, the UML has a number of rules that specify what a well-formed model should look like.</a:t>
            </a:r>
            <a:endParaRPr lang="en-US" sz="2800" dirty="0">
              <a:solidFill>
                <a:srgbClr val="000000"/>
              </a:solidFill>
              <a:latin typeface="Calibri"/>
              <a:ea typeface="Calibri"/>
              <a:cs typeface="Calibri"/>
              <a:sym typeface="Calibri"/>
            </a:endParaRPr>
          </a:p>
          <a:p>
            <a:pPr marL="241300" marR="384175" lvl="0" indent="-229234" algn="l" rtl="0">
              <a:lnSpc>
                <a:spcPct val="80000"/>
              </a:lnSpc>
              <a:spcBef>
                <a:spcPts val="0"/>
              </a:spcBef>
              <a:spcAft>
                <a:spcPts val="0"/>
              </a:spcAft>
              <a:buClr>
                <a:srgbClr val="000000"/>
              </a:buClr>
              <a:buSzPts val="2600"/>
              <a:buFont typeface="Arial"/>
              <a:buChar char="•"/>
            </a:pPr>
            <a:endParaRPr lang="en-US" sz="2800" dirty="0">
              <a:solidFill>
                <a:srgbClr val="000000"/>
              </a:solidFill>
              <a:latin typeface="Calibri"/>
              <a:ea typeface="Calibri"/>
              <a:cs typeface="Calibri"/>
              <a:sym typeface="Calibri"/>
            </a:endParaRPr>
          </a:p>
          <a:p>
            <a:pPr marL="241300" marR="384175" lvl="0" indent="-229234" algn="l" rtl="0">
              <a:lnSpc>
                <a:spcPct val="80000"/>
              </a:lnSpc>
              <a:spcBef>
                <a:spcPts val="0"/>
              </a:spcBef>
              <a:spcAft>
                <a:spcPts val="0"/>
              </a:spcAft>
              <a:buClr>
                <a:srgbClr val="000000"/>
              </a:buClr>
              <a:buSzPts val="2600"/>
              <a:buFont typeface="Arial"/>
              <a:buChar char="•"/>
            </a:pPr>
            <a:r>
              <a:rPr lang="en-US" sz="2800" dirty="0">
                <a:solidFill>
                  <a:srgbClr val="000000"/>
                </a:solidFill>
                <a:latin typeface="Calibri"/>
                <a:ea typeface="Calibri"/>
                <a:cs typeface="Calibri"/>
                <a:sym typeface="Calibri"/>
              </a:rPr>
              <a:t>A well-formed model is one that is semantically self-consistent and in  harmony with all its related models.</a:t>
            </a:r>
            <a:endParaRPr sz="2800" dirty="0">
              <a:solidFill>
                <a:srgbClr val="000000"/>
              </a:solidFill>
              <a:latin typeface="Calibri"/>
              <a:ea typeface="Calibri"/>
              <a:cs typeface="Calibri"/>
              <a:sym typeface="Calibri"/>
            </a:endParaRPr>
          </a:p>
          <a:p>
            <a:pPr marL="241300" marR="0" lvl="0" indent="-229234" algn="l" rtl="0">
              <a:spcBef>
                <a:spcPts val="385"/>
              </a:spcBef>
              <a:spcAft>
                <a:spcPts val="0"/>
              </a:spcAft>
              <a:buClr>
                <a:srgbClr val="000000"/>
              </a:buClr>
              <a:buSzPts val="2600"/>
              <a:buFont typeface="Arial"/>
              <a:buChar char="•"/>
            </a:pPr>
            <a:r>
              <a:rPr lang="en-US" sz="2800" dirty="0">
                <a:solidFill>
                  <a:srgbClr val="000000"/>
                </a:solidFill>
                <a:latin typeface="Calibri"/>
                <a:ea typeface="Calibri"/>
                <a:cs typeface="Calibri"/>
                <a:sym typeface="Calibri"/>
              </a:rPr>
              <a:t>The UML has semantic rules for</a:t>
            </a:r>
            <a:endParaRPr sz="2800" dirty="0">
              <a:solidFill>
                <a:srgbClr val="000000"/>
              </a:solidFill>
              <a:latin typeface="Calibri"/>
              <a:ea typeface="Calibri"/>
              <a:cs typeface="Calibri"/>
              <a:sym typeface="Calibri"/>
            </a:endParaRPr>
          </a:p>
          <a:p>
            <a:pPr marL="1085850" marR="0" lvl="1" indent="-356869" algn="l" rtl="0">
              <a:spcBef>
                <a:spcPts val="570"/>
              </a:spcBef>
              <a:spcAft>
                <a:spcPts val="0"/>
              </a:spcAft>
              <a:buClr>
                <a:srgbClr val="000000"/>
              </a:buClr>
              <a:buSzPts val="1900"/>
              <a:buFont typeface="Arial"/>
              <a:buChar char="•"/>
            </a:pPr>
            <a:r>
              <a:rPr lang="en-US" sz="2800" b="1" i="0" u="none" strike="noStrike" cap="none" dirty="0">
                <a:solidFill>
                  <a:srgbClr val="000000"/>
                </a:solidFill>
                <a:latin typeface="Calibri"/>
                <a:ea typeface="Calibri"/>
                <a:cs typeface="Calibri"/>
                <a:sym typeface="Calibri"/>
              </a:rPr>
              <a:t>Names </a:t>
            </a:r>
            <a:r>
              <a:rPr lang="en-US" sz="2800" b="0" i="0" u="none" strike="noStrike" cap="none" dirty="0">
                <a:solidFill>
                  <a:srgbClr val="000000"/>
                </a:solidFill>
                <a:latin typeface="Calibri"/>
                <a:ea typeface="Calibri"/>
                <a:cs typeface="Calibri"/>
                <a:sym typeface="Calibri"/>
              </a:rPr>
              <a:t>- What you can call things, relationships, and diagrams</a:t>
            </a:r>
            <a:endParaRPr sz="2800" b="0" i="0" u="none" strike="noStrike" cap="none" dirty="0">
              <a:solidFill>
                <a:srgbClr val="000000"/>
              </a:solidFill>
              <a:latin typeface="Calibri"/>
              <a:ea typeface="Calibri"/>
              <a:cs typeface="Calibri"/>
              <a:sym typeface="Calibri"/>
            </a:endParaRPr>
          </a:p>
          <a:p>
            <a:pPr marL="1085850" marR="0" lvl="1" indent="-356869" algn="l" rtl="0">
              <a:spcBef>
                <a:spcPts val="540"/>
              </a:spcBef>
              <a:spcAft>
                <a:spcPts val="0"/>
              </a:spcAft>
              <a:buClr>
                <a:srgbClr val="000000"/>
              </a:buClr>
              <a:buSzPts val="1900"/>
              <a:buFont typeface="Arial"/>
              <a:buChar char="•"/>
            </a:pPr>
            <a:r>
              <a:rPr lang="en-US" sz="2800" b="1" i="0" u="none" strike="noStrike" cap="none" dirty="0">
                <a:solidFill>
                  <a:srgbClr val="000000"/>
                </a:solidFill>
                <a:latin typeface="Calibri"/>
                <a:ea typeface="Calibri"/>
                <a:cs typeface="Calibri"/>
                <a:sym typeface="Calibri"/>
              </a:rPr>
              <a:t>Scope </a:t>
            </a:r>
            <a:r>
              <a:rPr lang="en-US" sz="2800" b="0" i="0" u="none" strike="noStrike" cap="none" dirty="0">
                <a:solidFill>
                  <a:srgbClr val="000000"/>
                </a:solidFill>
                <a:latin typeface="Calibri"/>
                <a:ea typeface="Calibri"/>
                <a:cs typeface="Calibri"/>
                <a:sym typeface="Calibri"/>
              </a:rPr>
              <a:t>- The context that gives specific meaning to a name</a:t>
            </a:r>
            <a:endParaRPr sz="2800" b="0" i="0" u="none" strike="noStrike" cap="none" dirty="0">
              <a:solidFill>
                <a:srgbClr val="000000"/>
              </a:solidFill>
              <a:latin typeface="Calibri"/>
              <a:ea typeface="Calibri"/>
              <a:cs typeface="Calibri"/>
              <a:sym typeface="Calibri"/>
            </a:endParaRPr>
          </a:p>
          <a:p>
            <a:pPr marL="1085850" marR="0" lvl="1" indent="-356869" algn="l" rtl="0">
              <a:spcBef>
                <a:spcPts val="555"/>
              </a:spcBef>
              <a:spcAft>
                <a:spcPts val="0"/>
              </a:spcAft>
              <a:buClr>
                <a:srgbClr val="000000"/>
              </a:buClr>
              <a:buSzPts val="1900"/>
              <a:buFont typeface="Arial"/>
              <a:buChar char="•"/>
            </a:pPr>
            <a:r>
              <a:rPr lang="en-US" sz="2800" b="1" i="0" u="none" strike="noStrike" cap="none" dirty="0">
                <a:solidFill>
                  <a:srgbClr val="000000"/>
                </a:solidFill>
                <a:latin typeface="Calibri"/>
                <a:ea typeface="Calibri"/>
                <a:cs typeface="Calibri"/>
                <a:sym typeface="Calibri"/>
              </a:rPr>
              <a:t>Visibility </a:t>
            </a:r>
            <a:r>
              <a:rPr lang="en-US" sz="2800" b="0" i="0" u="none" strike="noStrike" cap="none" dirty="0">
                <a:solidFill>
                  <a:srgbClr val="000000"/>
                </a:solidFill>
                <a:latin typeface="Calibri"/>
                <a:ea typeface="Calibri"/>
                <a:cs typeface="Calibri"/>
                <a:sym typeface="Calibri"/>
              </a:rPr>
              <a:t>- How those names can be seen and used by others</a:t>
            </a:r>
            <a:endParaRPr sz="2800" b="0" i="0" u="none" strike="noStrike" cap="none" dirty="0">
              <a:solidFill>
                <a:srgbClr val="000000"/>
              </a:solidFill>
              <a:latin typeface="Calibri"/>
              <a:ea typeface="Calibri"/>
              <a:cs typeface="Calibri"/>
              <a:sym typeface="Calibri"/>
            </a:endParaRPr>
          </a:p>
          <a:p>
            <a:pPr marL="1085850" marR="0" lvl="1" indent="-356869" algn="l" rtl="0">
              <a:spcBef>
                <a:spcPts val="540"/>
              </a:spcBef>
              <a:spcAft>
                <a:spcPts val="0"/>
              </a:spcAft>
              <a:buClr>
                <a:srgbClr val="000000"/>
              </a:buClr>
              <a:buSzPts val="1900"/>
              <a:buFont typeface="Arial"/>
              <a:buChar char="•"/>
            </a:pPr>
            <a:r>
              <a:rPr lang="en-US" sz="2800" b="1" i="0" u="none" strike="noStrike" cap="none" dirty="0">
                <a:solidFill>
                  <a:srgbClr val="000000"/>
                </a:solidFill>
                <a:latin typeface="Calibri"/>
                <a:ea typeface="Calibri"/>
                <a:cs typeface="Calibri"/>
                <a:sym typeface="Calibri"/>
              </a:rPr>
              <a:t>Integrity </a:t>
            </a:r>
            <a:r>
              <a:rPr lang="en-US" sz="2800" b="0" i="0" u="none" strike="noStrike" cap="none" dirty="0">
                <a:solidFill>
                  <a:srgbClr val="000000"/>
                </a:solidFill>
                <a:latin typeface="Calibri"/>
                <a:ea typeface="Calibri"/>
                <a:cs typeface="Calibri"/>
                <a:sym typeface="Calibri"/>
              </a:rPr>
              <a:t>- How things properly and consistently relate to one another</a:t>
            </a:r>
            <a:endParaRPr sz="2800" b="0" i="0" u="none" strike="noStrike" cap="none" dirty="0">
              <a:solidFill>
                <a:srgbClr val="000000"/>
              </a:solidFill>
              <a:latin typeface="Calibri"/>
              <a:ea typeface="Calibri"/>
              <a:cs typeface="Calibri"/>
              <a:sym typeface="Calibri"/>
            </a:endParaRPr>
          </a:p>
          <a:p>
            <a:pPr marL="1085850" marR="0" lvl="1" indent="-356869" algn="l" rtl="0">
              <a:spcBef>
                <a:spcPts val="540"/>
              </a:spcBef>
              <a:spcAft>
                <a:spcPts val="0"/>
              </a:spcAft>
              <a:buClr>
                <a:srgbClr val="000000"/>
              </a:buClr>
              <a:buSzPts val="1900"/>
              <a:buFont typeface="Arial"/>
              <a:buChar char="•"/>
            </a:pPr>
            <a:r>
              <a:rPr lang="en-US" sz="2800" b="1" i="0" u="none" strike="noStrike" cap="none" dirty="0">
                <a:solidFill>
                  <a:srgbClr val="000000"/>
                </a:solidFill>
                <a:latin typeface="Calibri"/>
                <a:ea typeface="Calibri"/>
                <a:cs typeface="Calibri"/>
                <a:sym typeface="Calibri"/>
              </a:rPr>
              <a:t>Execution </a:t>
            </a:r>
            <a:r>
              <a:rPr lang="en-US" sz="2800" b="0" i="0" u="none" strike="noStrike" cap="none" dirty="0">
                <a:solidFill>
                  <a:srgbClr val="000000"/>
                </a:solidFill>
                <a:latin typeface="Calibri"/>
                <a:ea typeface="Calibri"/>
                <a:cs typeface="Calibri"/>
                <a:sym typeface="Calibri"/>
              </a:rPr>
              <a:t>- What it means to run or simulate a dynamic model</a:t>
            </a:r>
            <a:endParaRPr sz="2800" b="0" i="0" u="none" strike="noStrike" cap="none" dirty="0">
              <a:solidFill>
                <a:srgbClr val="000000"/>
              </a:solidFill>
              <a:latin typeface="Calibri"/>
              <a:ea typeface="Calibri"/>
              <a:cs typeface="Calibri"/>
              <a:sym typeface="Calibri"/>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ED9B914-CA86-4AB3-8DAD-C8F7FA391462}"/>
                  </a:ext>
                </a:extLst>
              </p14:cNvPr>
              <p14:cNvContentPartPr/>
              <p14:nvPr/>
            </p14:nvContentPartPr>
            <p14:xfrm>
              <a:off x="765360" y="3650760"/>
              <a:ext cx="386280" cy="2563920"/>
            </p14:xfrm>
          </p:contentPart>
        </mc:Choice>
        <mc:Fallback xmlns="">
          <p:pic>
            <p:nvPicPr>
              <p:cNvPr id="2" name="Ink 1">
                <a:extLst>
                  <a:ext uri="{FF2B5EF4-FFF2-40B4-BE49-F238E27FC236}">
                    <a16:creationId xmlns:a16="http://schemas.microsoft.com/office/drawing/2014/main" id="{2ED9B914-CA86-4AB3-8DAD-C8F7FA391462}"/>
                  </a:ext>
                </a:extLst>
              </p:cNvPr>
              <p:cNvPicPr/>
              <p:nvPr/>
            </p:nvPicPr>
            <p:blipFill>
              <a:blip r:embed="rId4"/>
              <a:stretch>
                <a:fillRect/>
              </a:stretch>
            </p:blipFill>
            <p:spPr>
              <a:xfrm>
                <a:off x="756000" y="3641400"/>
                <a:ext cx="405000" cy="2582640"/>
              </a:xfrm>
              <a:prstGeom prst="rect">
                <a:avLst/>
              </a:prstGeom>
            </p:spPr>
          </p:pic>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461367-19F3-44E3-B7F7-4FF6AACDEEEF}"/>
              </a:ext>
            </a:extLst>
          </p:cNvPr>
          <p:cNvSpPr>
            <a:spLocks noGrp="1"/>
          </p:cNvSpPr>
          <p:nvPr>
            <p:ph idx="1"/>
          </p:nvPr>
        </p:nvSpPr>
        <p:spPr>
          <a:xfrm>
            <a:off x="609600" y="152400"/>
            <a:ext cx="10972800" cy="6705600"/>
          </a:xfrm>
        </p:spPr>
        <p:txBody>
          <a:bodyPr/>
          <a:lstStyle/>
          <a:p>
            <a:pPr marL="0" indent="0">
              <a:buNone/>
            </a:pPr>
            <a:r>
              <a:rPr lang="en-US" sz="2400" b="1" u="sng" dirty="0"/>
              <a:t>Rules in detail</a:t>
            </a:r>
          </a:p>
          <a:p>
            <a:r>
              <a:rPr lang="en-US" sz="2400" dirty="0"/>
              <a:t>Name rule dictates what names can be used for different elements in a UML model. For example, class names, attribute names, operation names, and relationships (like associations or generalizations) must follow certain conventions.</a:t>
            </a:r>
          </a:p>
          <a:p>
            <a:r>
              <a:rPr lang="en-US" sz="2400" dirty="0"/>
              <a:t>Scope refers to the context in which a name is valid and can be understood. In UML, the scope of a name can be defined at various levels, such as class-level, package-level, or system-level.</a:t>
            </a:r>
          </a:p>
          <a:p>
            <a:r>
              <a:rPr lang="en-US" sz="2400" dirty="0"/>
              <a:t>Visibility rule governs how names can be accessed and seen from other parts of the system. UML defines various visibility modifiers, such as: private, public and protected</a:t>
            </a:r>
          </a:p>
          <a:p>
            <a:r>
              <a:rPr lang="en-US" sz="2400" dirty="0"/>
              <a:t>Integrity ensures that relationships between elements in a UML model are consistent and correctly defined. It also ensures the correctness of the model's structure, such as ensuring that inheritance relationships are correct or that class associations make sense.</a:t>
            </a:r>
          </a:p>
          <a:p>
            <a:r>
              <a:rPr lang="en-US" sz="2400" dirty="0"/>
              <a:t>Execution semantics ensure that the system behaves as expected when modeled entities interact, whether in terms of object creation, message passing, or event handling.</a:t>
            </a:r>
            <a:endParaRPr lang="en-IN" sz="2400" dirty="0"/>
          </a:p>
        </p:txBody>
      </p:sp>
    </p:spTree>
    <p:extLst>
      <p:ext uri="{BB962C8B-B14F-4D97-AF65-F5344CB8AC3E}">
        <p14:creationId xmlns:p14="http://schemas.microsoft.com/office/powerpoint/2010/main" val="28776074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83"/>
          <p:cNvSpPr txBox="1">
            <a:spLocks noGrp="1"/>
          </p:cNvSpPr>
          <p:nvPr>
            <p:ph type="title"/>
          </p:nvPr>
        </p:nvSpPr>
        <p:spPr>
          <a:xfrm>
            <a:off x="685800" y="164171"/>
            <a:ext cx="5105400" cy="47448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3000" dirty="0"/>
              <a:t>Common mechanisms in UML </a:t>
            </a:r>
            <a:endParaRPr sz="3000" dirty="0"/>
          </a:p>
        </p:txBody>
      </p:sp>
      <p:sp>
        <p:nvSpPr>
          <p:cNvPr id="642" name="Google Shape;642;p83"/>
          <p:cNvSpPr txBox="1"/>
          <p:nvPr/>
        </p:nvSpPr>
        <p:spPr>
          <a:xfrm>
            <a:off x="916939" y="611505"/>
            <a:ext cx="9892030" cy="3880871"/>
          </a:xfrm>
          <a:prstGeom prst="rect">
            <a:avLst/>
          </a:prstGeom>
          <a:noFill/>
          <a:ln>
            <a:noFill/>
          </a:ln>
        </p:spPr>
        <p:txBody>
          <a:bodyPr spcFirstLastPara="1" wrap="square" lIns="0" tIns="92075" rIns="0" bIns="0" anchor="t" anchorCtr="0">
            <a:spAutoFit/>
          </a:bodyPr>
          <a:lstStyle/>
          <a:p>
            <a:pPr marL="241300" marR="5080" lvl="0" indent="-229234" algn="l" rtl="0">
              <a:lnSpc>
                <a:spcPct val="96153"/>
              </a:lnSpc>
              <a:spcBef>
                <a:spcPts val="955"/>
              </a:spcBef>
              <a:spcAft>
                <a:spcPts val="0"/>
              </a:spcAft>
              <a:buClr>
                <a:srgbClr val="000000"/>
              </a:buClr>
              <a:buSzPts val="2600"/>
              <a:buFont typeface="Arial"/>
              <a:buChar char="•"/>
            </a:pPr>
            <a:r>
              <a:rPr lang="en-US" sz="2400" dirty="0">
                <a:solidFill>
                  <a:srgbClr val="000000"/>
                </a:solidFill>
                <a:latin typeface="Times New Roman" panose="02020603050405020304" pitchFamily="18" charset="0"/>
                <a:ea typeface="Calibri"/>
                <a:cs typeface="Times New Roman" panose="02020603050405020304" pitchFamily="18" charset="0"/>
                <a:sym typeface="Calibri"/>
              </a:rPr>
              <a:t>UML is made simpler by the presence of four common mechanisms that  apply consistently throughout the language.</a:t>
            </a:r>
            <a:endParaRPr sz="2400" dirty="0">
              <a:solidFill>
                <a:srgbClr val="000000"/>
              </a:solidFill>
              <a:latin typeface="Times New Roman" panose="02020603050405020304" pitchFamily="18" charset="0"/>
              <a:ea typeface="Calibri"/>
              <a:cs typeface="Times New Roman" panose="02020603050405020304" pitchFamily="18" charset="0"/>
              <a:sym typeface="Calibri"/>
            </a:endParaRPr>
          </a:p>
          <a:p>
            <a:pPr marL="12065" marR="5080" lvl="0" indent="0" algn="l" rtl="0">
              <a:lnSpc>
                <a:spcPct val="131578"/>
              </a:lnSpc>
              <a:spcBef>
                <a:spcPts val="955"/>
              </a:spcBef>
              <a:spcAft>
                <a:spcPts val="0"/>
              </a:spcAft>
              <a:buNone/>
            </a:pPr>
            <a:r>
              <a:rPr lang="en-US" sz="2400" dirty="0">
                <a:solidFill>
                  <a:srgbClr val="000000"/>
                </a:solidFill>
                <a:latin typeface="Times New Roman" panose="02020603050405020304" pitchFamily="18" charset="0"/>
                <a:cs typeface="Times New Roman" panose="02020603050405020304" pitchFamily="18" charset="0"/>
                <a:sym typeface="Calibri"/>
              </a:rPr>
              <a:t> 1) Specifications </a:t>
            </a:r>
            <a:r>
              <a:rPr lang="en-US" sz="2400" dirty="0">
                <a:solidFill>
                  <a:srgbClr val="000000"/>
                </a:solidFill>
                <a:latin typeface="Times New Roman" panose="02020603050405020304" pitchFamily="18" charset="0"/>
                <a:ea typeface="Calibri"/>
                <a:cs typeface="Times New Roman" panose="02020603050405020304" pitchFamily="18" charset="0"/>
                <a:sym typeface="Calibri"/>
              </a:rPr>
              <a:t>: </a:t>
            </a:r>
            <a:r>
              <a:rPr lang="en-US" sz="2400" dirty="0">
                <a:solidFill>
                  <a:srgbClr val="000000"/>
                </a:solidFill>
                <a:latin typeface="Times New Roman" panose="02020603050405020304" pitchFamily="18" charset="0"/>
                <a:ea typeface="Arial"/>
                <a:cs typeface="Times New Roman" panose="02020603050405020304" pitchFamily="18" charset="0"/>
                <a:sym typeface="Arial"/>
              </a:rPr>
              <a:t>provides a textual statement of the syntax and semantics of that building block.</a:t>
            </a:r>
            <a:endParaRPr lang="en-US" sz="2400" dirty="0">
              <a:latin typeface="Times New Roman" panose="02020603050405020304" pitchFamily="18" charset="0"/>
              <a:cs typeface="Times New Roman" panose="02020603050405020304" pitchFamily="18" charset="0"/>
              <a:sym typeface="Arial"/>
            </a:endParaRPr>
          </a:p>
          <a:p>
            <a:pPr marL="12065" marR="5080" lvl="0" indent="0" algn="l" rtl="0">
              <a:lnSpc>
                <a:spcPct val="131578"/>
              </a:lnSpc>
              <a:spcBef>
                <a:spcPts val="955"/>
              </a:spcBef>
              <a:spcAft>
                <a:spcPts val="0"/>
              </a:spcAft>
              <a:buNone/>
            </a:pPr>
            <a:r>
              <a:rPr lang="en-US" sz="2400" dirty="0">
                <a:solidFill>
                  <a:srgbClr val="000000"/>
                </a:solidFill>
                <a:latin typeface="Times New Roman" panose="02020603050405020304" pitchFamily="18" charset="0"/>
                <a:ea typeface="Calibri"/>
                <a:cs typeface="Times New Roman" panose="02020603050405020304" pitchFamily="18" charset="0"/>
                <a:sym typeface="Arial"/>
              </a:rPr>
              <a:t>2) </a:t>
            </a:r>
            <a:r>
              <a:rPr lang="en-US" sz="2400" dirty="0">
                <a:solidFill>
                  <a:srgbClr val="000000"/>
                </a:solidFill>
                <a:latin typeface="Times New Roman" panose="02020603050405020304" pitchFamily="18" charset="0"/>
                <a:ea typeface="Calibri"/>
                <a:cs typeface="Times New Roman" panose="02020603050405020304" pitchFamily="18" charset="0"/>
                <a:sym typeface="Calibri"/>
              </a:rPr>
              <a:t>Adornments</a:t>
            </a:r>
          </a:p>
          <a:p>
            <a:pPr marL="12065" marR="5080" lvl="0" indent="0" algn="l" rtl="0">
              <a:lnSpc>
                <a:spcPct val="131578"/>
              </a:lnSpc>
              <a:spcBef>
                <a:spcPts val="955"/>
              </a:spcBef>
              <a:spcAft>
                <a:spcPts val="0"/>
              </a:spcAft>
              <a:buNone/>
            </a:pPr>
            <a:r>
              <a:rPr lang="en-US" sz="2400" dirty="0">
                <a:solidFill>
                  <a:srgbClr val="000000"/>
                </a:solidFill>
                <a:latin typeface="Times New Roman" panose="02020603050405020304" pitchFamily="18" charset="0"/>
                <a:ea typeface="Calibri"/>
                <a:cs typeface="Times New Roman" panose="02020603050405020304" pitchFamily="18" charset="0"/>
                <a:sym typeface="Calibri"/>
              </a:rPr>
              <a:t>3) Common divisions</a:t>
            </a:r>
          </a:p>
          <a:p>
            <a:pPr marL="12065" marR="5080" lvl="0" indent="0" algn="l" rtl="0">
              <a:lnSpc>
                <a:spcPct val="131578"/>
              </a:lnSpc>
              <a:spcBef>
                <a:spcPts val="955"/>
              </a:spcBef>
              <a:spcAft>
                <a:spcPts val="0"/>
              </a:spcAft>
              <a:buNone/>
            </a:pPr>
            <a:r>
              <a:rPr lang="en-US" sz="2400" dirty="0">
                <a:solidFill>
                  <a:srgbClr val="000000"/>
                </a:solidFill>
                <a:latin typeface="Times New Roman" panose="02020603050405020304" pitchFamily="18" charset="0"/>
                <a:ea typeface="Calibri"/>
                <a:cs typeface="Times New Roman" panose="02020603050405020304" pitchFamily="18" charset="0"/>
                <a:sym typeface="Calibri"/>
              </a:rPr>
              <a:t>4) Extensibility mechanism</a:t>
            </a:r>
            <a:endParaRPr sz="2400" dirty="0">
              <a:solidFill>
                <a:srgbClr val="00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6774046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2665D-8941-40BC-8AF1-4BC78739AA66}"/>
              </a:ext>
            </a:extLst>
          </p:cNvPr>
          <p:cNvSpPr>
            <a:spLocks noGrp="1"/>
          </p:cNvSpPr>
          <p:nvPr>
            <p:ph type="title"/>
          </p:nvPr>
        </p:nvSpPr>
        <p:spPr>
          <a:xfrm>
            <a:off x="609600" y="274638"/>
            <a:ext cx="10972800" cy="715962"/>
          </a:xfrm>
        </p:spPr>
        <p:txBody>
          <a:bodyPr/>
          <a:lstStyle/>
          <a:p>
            <a:endParaRPr lang="en-IN" dirty="0"/>
          </a:p>
        </p:txBody>
      </p:sp>
      <p:sp>
        <p:nvSpPr>
          <p:cNvPr id="3" name="Content Placeholder 2">
            <a:extLst>
              <a:ext uri="{FF2B5EF4-FFF2-40B4-BE49-F238E27FC236}">
                <a16:creationId xmlns:a16="http://schemas.microsoft.com/office/drawing/2014/main" id="{C1A136FE-3D1F-4C78-92C3-C8023457495D}"/>
              </a:ext>
            </a:extLst>
          </p:cNvPr>
          <p:cNvSpPr>
            <a:spLocks noGrp="1"/>
          </p:cNvSpPr>
          <p:nvPr>
            <p:ph idx="1"/>
          </p:nvPr>
        </p:nvSpPr>
        <p:spPr>
          <a:xfrm>
            <a:off x="609600" y="1143001"/>
            <a:ext cx="10972800" cy="4983164"/>
          </a:xfrm>
        </p:spPr>
        <p:txBody>
          <a:bodyPr/>
          <a:lstStyle/>
          <a:p>
            <a:pPr algn="just"/>
            <a:r>
              <a:rPr lang="en-US" i="1" dirty="0">
                <a:solidFill>
                  <a:srgbClr val="000000"/>
                </a:solidFill>
                <a:ea typeface="Calibri"/>
                <a:cs typeface="Calibri"/>
                <a:sym typeface="Calibri"/>
              </a:rPr>
              <a:t>Adornments</a:t>
            </a:r>
            <a:r>
              <a:rPr lang="en-US" dirty="0">
                <a:solidFill>
                  <a:srgbClr val="000000"/>
                </a:solidFill>
                <a:ea typeface="Calibri"/>
                <a:cs typeface="Calibri"/>
                <a:sym typeface="Calibri"/>
              </a:rPr>
              <a:t> </a:t>
            </a:r>
            <a:r>
              <a:rPr lang="en-US" sz="2400" dirty="0">
                <a:solidFill>
                  <a:srgbClr val="000000"/>
                </a:solidFill>
                <a:ea typeface="Calibri"/>
                <a:cs typeface="Calibri"/>
                <a:sym typeface="Calibri"/>
              </a:rPr>
              <a:t>- </a:t>
            </a:r>
            <a:r>
              <a:rPr lang="en-US" sz="2800" b="1" dirty="0">
                <a:solidFill>
                  <a:srgbClr val="000000"/>
                </a:solidFill>
                <a:ea typeface="Calibri"/>
                <a:cs typeface="Calibri"/>
                <a:sym typeface="Calibri"/>
              </a:rPr>
              <a:t>A</a:t>
            </a:r>
            <a:r>
              <a:rPr lang="en-US" sz="2800" b="1" dirty="0"/>
              <a:t>dornment</a:t>
            </a:r>
            <a:r>
              <a:rPr lang="en-US" sz="2800" dirty="0"/>
              <a:t> refers to the additional visual elements or annotations that can be added to a diagram to convey extra information about the model. These adornments enhance the understanding of the diagram without changing its fundamental structure. Adornments can include symbols, text, or labels that provide further context or details about the elements within the diagram</a:t>
            </a:r>
            <a:r>
              <a:rPr lang="en-US" sz="2400" dirty="0"/>
              <a:t>.</a:t>
            </a:r>
          </a:p>
          <a:p>
            <a:pPr algn="just"/>
            <a:r>
              <a:rPr lang="en-US" sz="2400" i="1" dirty="0">
                <a:solidFill>
                  <a:srgbClr val="000000"/>
                </a:solidFill>
                <a:ea typeface="Calibri"/>
                <a:cs typeface="Calibri"/>
                <a:sym typeface="Calibri"/>
              </a:rPr>
              <a:t>Transaction </a:t>
            </a:r>
            <a:r>
              <a:rPr lang="en-US" sz="2400" dirty="0">
                <a:solidFill>
                  <a:srgbClr val="000000"/>
                </a:solidFill>
                <a:ea typeface="Calibri"/>
                <a:cs typeface="Calibri"/>
                <a:sym typeface="Calibri"/>
              </a:rPr>
              <a:t>is an abstract class</a:t>
            </a:r>
          </a:p>
          <a:p>
            <a:endParaRPr lang="en-IN" dirty="0"/>
          </a:p>
        </p:txBody>
      </p:sp>
      <p:pic>
        <p:nvPicPr>
          <p:cNvPr id="4" name="Google Shape;643;p83">
            <a:extLst>
              <a:ext uri="{FF2B5EF4-FFF2-40B4-BE49-F238E27FC236}">
                <a16:creationId xmlns:a16="http://schemas.microsoft.com/office/drawing/2014/main" id="{09D4CCAE-5D3F-4D0E-8856-705BA6C7E681}"/>
              </a:ext>
            </a:extLst>
          </p:cNvPr>
          <p:cNvPicPr preferRelativeResize="0"/>
          <p:nvPr/>
        </p:nvPicPr>
        <p:blipFill rotWithShape="1">
          <a:blip r:embed="rId3">
            <a:alphaModFix/>
          </a:blip>
          <a:srcRect/>
          <a:stretch/>
        </p:blipFill>
        <p:spPr>
          <a:xfrm>
            <a:off x="7696200" y="3733800"/>
            <a:ext cx="2474465" cy="208756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68A54ED-046B-4F54-93BF-FB7B67082350}"/>
                  </a:ext>
                </a:extLst>
              </p14:cNvPr>
              <p14:cNvContentPartPr/>
              <p14:nvPr/>
            </p14:nvContentPartPr>
            <p14:xfrm>
              <a:off x="6256800" y="3799440"/>
              <a:ext cx="3533760" cy="1796400"/>
            </p14:xfrm>
          </p:contentPart>
        </mc:Choice>
        <mc:Fallback xmlns="">
          <p:pic>
            <p:nvPicPr>
              <p:cNvPr id="5" name="Ink 4">
                <a:extLst>
                  <a:ext uri="{FF2B5EF4-FFF2-40B4-BE49-F238E27FC236}">
                    <a16:creationId xmlns:a16="http://schemas.microsoft.com/office/drawing/2014/main" id="{C68A54ED-046B-4F54-93BF-FB7B67082350}"/>
                  </a:ext>
                </a:extLst>
              </p:cNvPr>
              <p:cNvPicPr/>
              <p:nvPr/>
            </p:nvPicPr>
            <p:blipFill>
              <a:blip r:embed="rId5"/>
              <a:stretch>
                <a:fillRect/>
              </a:stretch>
            </p:blipFill>
            <p:spPr>
              <a:xfrm>
                <a:off x="6247440" y="3790080"/>
                <a:ext cx="3552480" cy="1815120"/>
              </a:xfrm>
              <a:prstGeom prst="rect">
                <a:avLst/>
              </a:prstGeom>
            </p:spPr>
          </p:pic>
        </mc:Fallback>
      </mc:AlternateContent>
    </p:spTree>
    <p:extLst>
      <p:ext uri="{BB962C8B-B14F-4D97-AF65-F5344CB8AC3E}">
        <p14:creationId xmlns:p14="http://schemas.microsoft.com/office/powerpoint/2010/main" val="14684462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F0F69E-E51A-4D0B-9A8C-FE9DB327D245}"/>
              </a:ext>
            </a:extLst>
          </p:cNvPr>
          <p:cNvSpPr>
            <a:spLocks noGrp="1"/>
          </p:cNvSpPr>
          <p:nvPr>
            <p:ph idx="1"/>
          </p:nvPr>
        </p:nvSpPr>
        <p:spPr>
          <a:xfrm>
            <a:off x="609600" y="172156"/>
            <a:ext cx="10972800" cy="6400800"/>
          </a:xfrm>
        </p:spPr>
        <p:txBody>
          <a:bodyPr/>
          <a:lstStyle/>
          <a:p>
            <a:r>
              <a:rPr lang="en-US" dirty="0">
                <a:solidFill>
                  <a:srgbClr val="000000"/>
                </a:solidFill>
                <a:ea typeface="Calibri"/>
                <a:cs typeface="Calibri"/>
                <a:sym typeface="Calibri"/>
              </a:rPr>
              <a:t>Common divisions</a:t>
            </a:r>
          </a:p>
          <a:p>
            <a:pPr algn="just">
              <a:buFontTx/>
              <a:buChar char="-"/>
            </a:pPr>
            <a:r>
              <a:rPr lang="en-US" sz="2800" dirty="0"/>
              <a:t>In modeling object-oriented systems, the world often gets divided in at least a couple of ways.</a:t>
            </a:r>
          </a:p>
          <a:p>
            <a:pPr algn="just">
              <a:buFontTx/>
              <a:buChar char="-"/>
            </a:pPr>
            <a:r>
              <a:rPr lang="en-US" sz="2800" dirty="0"/>
              <a:t>First, there is the division of class and object. A class is an abstraction; an object is one concrete manifestation of that abstraction. In the UML, you can model classes as well as objects.</a:t>
            </a:r>
          </a:p>
          <a:p>
            <a:pPr algn="just">
              <a:buFontTx/>
              <a:buChar char="-"/>
            </a:pPr>
            <a:r>
              <a:rPr lang="en-US" sz="2800" dirty="0"/>
              <a:t>Second, there is the separation of interface and implementation.</a:t>
            </a:r>
            <a:endParaRPr lang="en-IN" sz="2800" dirty="0"/>
          </a:p>
        </p:txBody>
      </p:sp>
      <p:pic>
        <p:nvPicPr>
          <p:cNvPr id="4" name="Google Shape;644;p83">
            <a:extLst>
              <a:ext uri="{FF2B5EF4-FFF2-40B4-BE49-F238E27FC236}">
                <a16:creationId xmlns:a16="http://schemas.microsoft.com/office/drawing/2014/main" id="{38AFA59E-CC16-40F0-B8ED-6B2F9D03557B}"/>
              </a:ext>
            </a:extLst>
          </p:cNvPr>
          <p:cNvPicPr preferRelativeResize="0"/>
          <p:nvPr/>
        </p:nvPicPr>
        <p:blipFill rotWithShape="1">
          <a:blip r:embed="rId3">
            <a:alphaModFix/>
          </a:blip>
          <a:srcRect/>
          <a:stretch/>
        </p:blipFill>
        <p:spPr>
          <a:xfrm>
            <a:off x="661811" y="3810000"/>
            <a:ext cx="5562600" cy="2512695"/>
          </a:xfrm>
          <a:prstGeom prst="rect">
            <a:avLst/>
          </a:prstGeom>
          <a:noFill/>
          <a:ln>
            <a:noFill/>
          </a:ln>
        </p:spPr>
      </p:pic>
      <p:pic>
        <p:nvPicPr>
          <p:cNvPr id="5" name="Google Shape;645;p83">
            <a:extLst>
              <a:ext uri="{FF2B5EF4-FFF2-40B4-BE49-F238E27FC236}">
                <a16:creationId xmlns:a16="http://schemas.microsoft.com/office/drawing/2014/main" id="{0BC75046-C1E9-4BC6-957F-71A14A10541C}"/>
              </a:ext>
            </a:extLst>
          </p:cNvPr>
          <p:cNvPicPr preferRelativeResize="0"/>
          <p:nvPr/>
        </p:nvPicPr>
        <p:blipFill rotWithShape="1">
          <a:blip r:embed="rId4">
            <a:alphaModFix/>
          </a:blip>
          <a:srcRect/>
          <a:stretch/>
        </p:blipFill>
        <p:spPr>
          <a:xfrm>
            <a:off x="6629400" y="3962400"/>
            <a:ext cx="4542367" cy="1884719"/>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9AF44CDB-099C-43E0-88DC-AEDF1C6BD88A}"/>
                  </a:ext>
                </a:extLst>
              </p14:cNvPr>
              <p14:cNvContentPartPr/>
              <p14:nvPr/>
            </p14:nvContentPartPr>
            <p14:xfrm>
              <a:off x="3539880" y="3309480"/>
              <a:ext cx="7687800" cy="2924280"/>
            </p14:xfrm>
          </p:contentPart>
        </mc:Choice>
        <mc:Fallback xmlns="">
          <p:pic>
            <p:nvPicPr>
              <p:cNvPr id="2" name="Ink 1">
                <a:extLst>
                  <a:ext uri="{FF2B5EF4-FFF2-40B4-BE49-F238E27FC236}">
                    <a16:creationId xmlns:a16="http://schemas.microsoft.com/office/drawing/2014/main" id="{9AF44CDB-099C-43E0-88DC-AEDF1C6BD88A}"/>
                  </a:ext>
                </a:extLst>
              </p:cNvPr>
              <p:cNvPicPr/>
              <p:nvPr/>
            </p:nvPicPr>
            <p:blipFill>
              <a:blip r:embed="rId6"/>
              <a:stretch>
                <a:fillRect/>
              </a:stretch>
            </p:blipFill>
            <p:spPr>
              <a:xfrm>
                <a:off x="3530520" y="3300120"/>
                <a:ext cx="7706520" cy="2943000"/>
              </a:xfrm>
              <a:prstGeom prst="rect">
                <a:avLst/>
              </a:prstGeom>
            </p:spPr>
          </p:pic>
        </mc:Fallback>
      </mc:AlternateContent>
    </p:spTree>
    <p:extLst>
      <p:ext uri="{BB962C8B-B14F-4D97-AF65-F5344CB8AC3E}">
        <p14:creationId xmlns:p14="http://schemas.microsoft.com/office/powerpoint/2010/main" val="7441417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B59F78-008C-42CB-BCED-BBE1F7EAA25F}"/>
              </a:ext>
            </a:extLst>
          </p:cNvPr>
          <p:cNvSpPr>
            <a:spLocks noGrp="1"/>
          </p:cNvSpPr>
          <p:nvPr>
            <p:ph idx="1"/>
          </p:nvPr>
        </p:nvSpPr>
        <p:spPr>
          <a:xfrm>
            <a:off x="609600" y="228601"/>
            <a:ext cx="10972800" cy="5897564"/>
          </a:xfrm>
        </p:spPr>
        <p:txBody>
          <a:bodyPr/>
          <a:lstStyle/>
          <a:p>
            <a:r>
              <a:rPr lang="en-US" dirty="0">
                <a:solidFill>
                  <a:srgbClr val="000000"/>
                </a:solidFill>
                <a:ea typeface="Calibri"/>
                <a:cs typeface="Calibri"/>
                <a:sym typeface="Calibri"/>
              </a:rPr>
              <a:t>Extensibility mechanism</a:t>
            </a:r>
          </a:p>
          <a:p>
            <a:pPr marL="0" indent="0">
              <a:buNone/>
            </a:pPr>
            <a:r>
              <a:rPr lang="en-US" dirty="0"/>
              <a:t>  UML is opened-ended, making it possible for you to extend the language in controlled ways.</a:t>
            </a:r>
            <a:endParaRPr lang="en-US" dirty="0">
              <a:solidFill>
                <a:srgbClr val="000000"/>
              </a:solidFill>
              <a:ea typeface="Calibri"/>
              <a:cs typeface="Calibri"/>
              <a:sym typeface="Calibri"/>
            </a:endParaRPr>
          </a:p>
          <a:p>
            <a:pPr marL="0" indent="0">
              <a:buNone/>
            </a:pPr>
            <a:r>
              <a:rPr lang="en-IN" dirty="0"/>
              <a:t>	 - Stereotypes</a:t>
            </a:r>
          </a:p>
          <a:p>
            <a:pPr marL="0" indent="0">
              <a:buNone/>
            </a:pPr>
            <a:r>
              <a:rPr lang="en-IN" dirty="0"/>
              <a:t>	 - Tagged values</a:t>
            </a:r>
          </a:p>
          <a:p>
            <a:pPr marL="0" indent="0">
              <a:buNone/>
            </a:pPr>
            <a:r>
              <a:rPr lang="en-IN" dirty="0"/>
              <a:t>	 -  Constraints </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E70C1A7-A968-448C-8B64-19E834B86AB0}"/>
                  </a:ext>
                </a:extLst>
              </p14:cNvPr>
              <p14:cNvContentPartPr/>
              <p14:nvPr/>
            </p14:nvContentPartPr>
            <p14:xfrm>
              <a:off x="1375920" y="1981080"/>
              <a:ext cx="218520" cy="1010880"/>
            </p14:xfrm>
          </p:contentPart>
        </mc:Choice>
        <mc:Fallback xmlns="">
          <p:pic>
            <p:nvPicPr>
              <p:cNvPr id="2" name="Ink 1">
                <a:extLst>
                  <a:ext uri="{FF2B5EF4-FFF2-40B4-BE49-F238E27FC236}">
                    <a16:creationId xmlns:a16="http://schemas.microsoft.com/office/drawing/2014/main" id="{8E70C1A7-A968-448C-8B64-19E834B86AB0}"/>
                  </a:ext>
                </a:extLst>
              </p:cNvPr>
              <p:cNvPicPr/>
              <p:nvPr/>
            </p:nvPicPr>
            <p:blipFill>
              <a:blip r:embed="rId3"/>
              <a:stretch>
                <a:fillRect/>
              </a:stretch>
            </p:blipFill>
            <p:spPr>
              <a:xfrm>
                <a:off x="1366560" y="1971720"/>
                <a:ext cx="237240" cy="1029600"/>
              </a:xfrm>
              <a:prstGeom prst="rect">
                <a:avLst/>
              </a:prstGeom>
            </p:spPr>
          </p:pic>
        </mc:Fallback>
      </mc:AlternateContent>
    </p:spTree>
    <p:extLst>
      <p:ext uri="{BB962C8B-B14F-4D97-AF65-F5344CB8AC3E}">
        <p14:creationId xmlns:p14="http://schemas.microsoft.com/office/powerpoint/2010/main" val="5228038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E151B7-EFB5-4D48-AF52-4D334EFCAAB0}"/>
              </a:ext>
            </a:extLst>
          </p:cNvPr>
          <p:cNvSpPr>
            <a:spLocks noGrp="1"/>
          </p:cNvSpPr>
          <p:nvPr>
            <p:ph idx="1"/>
          </p:nvPr>
        </p:nvSpPr>
        <p:spPr>
          <a:xfrm>
            <a:off x="609600" y="304800"/>
            <a:ext cx="10972800" cy="6400799"/>
          </a:xfrm>
        </p:spPr>
        <p:txBody>
          <a:bodyPr/>
          <a:lstStyle/>
          <a:p>
            <a:r>
              <a:rPr lang="en-US" sz="2800" dirty="0"/>
              <a:t>A </a:t>
            </a:r>
            <a:r>
              <a:rPr lang="en-US" sz="2800" i="1" dirty="0"/>
              <a:t>stereotype </a:t>
            </a:r>
            <a:r>
              <a:rPr lang="en-US" sz="2800" dirty="0"/>
              <a:t>extends the vocabulary of the UML, allowing you to create new kinds of building blocks that are derived from existing ones but that are specific to your problem.</a:t>
            </a:r>
          </a:p>
          <a:p>
            <a:r>
              <a:rPr lang="en-US" sz="2800" dirty="0"/>
              <a:t>A </a:t>
            </a:r>
            <a:r>
              <a:rPr lang="en-US" sz="2800" i="1" dirty="0"/>
              <a:t>tagged value </a:t>
            </a:r>
            <a:r>
              <a:rPr lang="en-US" sz="2800" dirty="0"/>
              <a:t>extends the properties of a UML building block, allowing you to create new information in that element's specification.</a:t>
            </a:r>
          </a:p>
          <a:p>
            <a:r>
              <a:rPr lang="en-US" sz="2800" dirty="0"/>
              <a:t>A </a:t>
            </a:r>
            <a:r>
              <a:rPr lang="en-US" sz="2800" i="1" dirty="0"/>
              <a:t>constraint </a:t>
            </a:r>
            <a:r>
              <a:rPr lang="en-US" sz="2800" dirty="0"/>
              <a:t>extends the semantics of a UML building block, allowing you to add new rules or </a:t>
            </a:r>
            <a:r>
              <a:rPr lang="en-IN" sz="2800" dirty="0"/>
              <a:t>modify existing ones.</a:t>
            </a:r>
          </a:p>
        </p:txBody>
      </p:sp>
      <p:pic>
        <p:nvPicPr>
          <p:cNvPr id="4" name="Google Shape;646;p83">
            <a:extLst>
              <a:ext uri="{FF2B5EF4-FFF2-40B4-BE49-F238E27FC236}">
                <a16:creationId xmlns:a16="http://schemas.microsoft.com/office/drawing/2014/main" id="{EE1D25A9-0AA1-49A9-A9E8-E8E20A07AC1F}"/>
              </a:ext>
            </a:extLst>
          </p:cNvPr>
          <p:cNvPicPr preferRelativeResize="0"/>
          <p:nvPr/>
        </p:nvPicPr>
        <p:blipFill rotWithShape="1">
          <a:blip r:embed="rId3">
            <a:alphaModFix/>
          </a:blip>
          <a:srcRect/>
          <a:stretch/>
        </p:blipFill>
        <p:spPr>
          <a:xfrm>
            <a:off x="2895600" y="3886200"/>
            <a:ext cx="5715000" cy="2490191"/>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AFE3A1E-AF2B-4984-95B6-FB6CE7B6CF93}"/>
                  </a:ext>
                </a:extLst>
              </p14:cNvPr>
              <p14:cNvContentPartPr/>
              <p14:nvPr/>
            </p14:nvContentPartPr>
            <p14:xfrm>
              <a:off x="2831040" y="761760"/>
              <a:ext cx="5432760" cy="4865040"/>
            </p14:xfrm>
          </p:contentPart>
        </mc:Choice>
        <mc:Fallback xmlns="">
          <p:pic>
            <p:nvPicPr>
              <p:cNvPr id="2" name="Ink 1">
                <a:extLst>
                  <a:ext uri="{FF2B5EF4-FFF2-40B4-BE49-F238E27FC236}">
                    <a16:creationId xmlns:a16="http://schemas.microsoft.com/office/drawing/2014/main" id="{4AFE3A1E-AF2B-4984-95B6-FB6CE7B6CF93}"/>
                  </a:ext>
                </a:extLst>
              </p:cNvPr>
              <p:cNvPicPr/>
              <p:nvPr/>
            </p:nvPicPr>
            <p:blipFill>
              <a:blip r:embed="rId5"/>
              <a:stretch>
                <a:fillRect/>
              </a:stretch>
            </p:blipFill>
            <p:spPr>
              <a:xfrm>
                <a:off x="2821680" y="752400"/>
                <a:ext cx="5451480" cy="4883760"/>
              </a:xfrm>
              <a:prstGeom prst="rect">
                <a:avLst/>
              </a:prstGeom>
            </p:spPr>
          </p:pic>
        </mc:Fallback>
      </mc:AlternateContent>
    </p:spTree>
    <p:extLst>
      <p:ext uri="{BB962C8B-B14F-4D97-AF65-F5344CB8AC3E}">
        <p14:creationId xmlns:p14="http://schemas.microsoft.com/office/powerpoint/2010/main" val="1741686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84"/>
          <p:cNvSpPr/>
          <p:nvPr/>
        </p:nvSpPr>
        <p:spPr>
          <a:xfrm>
            <a:off x="1736013" y="2466411"/>
            <a:ext cx="9636036"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rgbClr val="000000"/>
                </a:solidFill>
                <a:latin typeface="Times New Roman"/>
                <a:ea typeface="Times New Roman"/>
                <a:cs typeface="Times New Roman"/>
                <a:sym typeface="Times New Roman"/>
              </a:rPr>
              <a:t>Best Practices of  Software Engineering</a:t>
            </a:r>
            <a:endParaRPr sz="4400" b="1">
              <a:solidFill>
                <a:schemeClr val="dk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85"/>
          <p:cNvSpPr txBox="1"/>
          <p:nvPr/>
        </p:nvSpPr>
        <p:spPr>
          <a:xfrm>
            <a:off x="9660890" y="6450565"/>
            <a:ext cx="271780" cy="205184"/>
          </a:xfrm>
          <a:prstGeom prst="rect">
            <a:avLst/>
          </a:prstGeom>
          <a:noFill/>
          <a:ln>
            <a:noFill/>
          </a:ln>
        </p:spPr>
        <p:txBody>
          <a:bodyPr spcFirstLastPara="1" wrap="square" lIns="0" tIns="0" rIns="0" bIns="0" anchor="t" anchorCtr="0">
            <a:spAutoFit/>
          </a:bodyPr>
          <a:lstStyle/>
          <a:p>
            <a:pPr marL="38100" marR="0" lvl="0" indent="0" algn="l" rtl="0">
              <a:lnSpc>
                <a:spcPct val="117071"/>
              </a:lnSpc>
              <a:spcBef>
                <a:spcPts val="0"/>
              </a:spcBef>
              <a:spcAft>
                <a:spcPts val="0"/>
              </a:spcAft>
              <a:buNone/>
            </a:pPr>
            <a:fld id="{00000000-1234-1234-1234-123412341234}" type="slidenum">
              <a:rPr lang="en-US" sz="1400">
                <a:solidFill>
                  <a:schemeClr val="dk1"/>
                </a:solidFill>
                <a:latin typeface="Arial"/>
                <a:ea typeface="Arial"/>
                <a:cs typeface="Arial"/>
                <a:sym typeface="Arial"/>
              </a:rPr>
              <a:t>66</a:t>
            </a:fld>
            <a:endParaRPr sz="1400">
              <a:solidFill>
                <a:schemeClr val="dk1"/>
              </a:solidFill>
              <a:latin typeface="Arial"/>
              <a:ea typeface="Arial"/>
              <a:cs typeface="Arial"/>
              <a:sym typeface="Arial"/>
            </a:endParaRPr>
          </a:p>
        </p:txBody>
      </p:sp>
      <p:sp>
        <p:nvSpPr>
          <p:cNvPr id="657" name="Google Shape;657;p85"/>
          <p:cNvSpPr txBox="1"/>
          <p:nvPr/>
        </p:nvSpPr>
        <p:spPr>
          <a:xfrm>
            <a:off x="9957307" y="6448280"/>
            <a:ext cx="177800" cy="179536"/>
          </a:xfrm>
          <a:prstGeom prst="rect">
            <a:avLst/>
          </a:prstGeom>
          <a:noFill/>
          <a:ln>
            <a:noFill/>
          </a:ln>
        </p:spPr>
        <p:txBody>
          <a:bodyPr spcFirstLastPara="1" wrap="square" lIns="0" tIns="0" rIns="0" bIns="0" anchor="t" anchorCtr="0">
            <a:spAutoFit/>
          </a:bodyPr>
          <a:lstStyle/>
          <a:p>
            <a:pPr marL="12700" marR="0" lvl="0" indent="0" algn="l" rtl="0">
              <a:lnSpc>
                <a:spcPct val="117499"/>
              </a:lnSpc>
              <a:spcBef>
                <a:spcPts val="0"/>
              </a:spcBef>
              <a:spcAft>
                <a:spcPts val="0"/>
              </a:spcAft>
              <a:buNone/>
            </a:pPr>
            <a:r>
              <a:rPr lang="en-US" sz="1200">
                <a:solidFill>
                  <a:srgbClr val="888888"/>
                </a:solidFill>
                <a:latin typeface="Times New Roman"/>
                <a:ea typeface="Times New Roman"/>
                <a:cs typeface="Times New Roman"/>
                <a:sym typeface="Times New Roman"/>
              </a:rPr>
              <a:t>25</a:t>
            </a:r>
            <a:endParaRPr sz="1200">
              <a:solidFill>
                <a:schemeClr val="dk1"/>
              </a:solidFill>
              <a:latin typeface="Times New Roman"/>
              <a:ea typeface="Times New Roman"/>
              <a:cs typeface="Times New Roman"/>
              <a:sym typeface="Times New Roman"/>
            </a:endParaRPr>
          </a:p>
        </p:txBody>
      </p:sp>
      <p:sp>
        <p:nvSpPr>
          <p:cNvPr id="658" name="Google Shape;658;p85"/>
          <p:cNvSpPr txBox="1">
            <a:spLocks noGrp="1"/>
          </p:cNvSpPr>
          <p:nvPr>
            <p:ph type="title"/>
          </p:nvPr>
        </p:nvSpPr>
        <p:spPr>
          <a:xfrm>
            <a:off x="3996945" y="418542"/>
            <a:ext cx="2830195" cy="695325"/>
          </a:xfrm>
          <a:prstGeom prst="rect">
            <a:avLst/>
          </a:prstGeom>
          <a:noFill/>
          <a:ln>
            <a:noFill/>
          </a:ln>
        </p:spPr>
        <p:txBody>
          <a:bodyPr spcFirstLastPara="1" wrap="square" lIns="0" tIns="12050" rIns="0" bIns="0" anchor="t" anchorCtr="0">
            <a:spAutoFit/>
          </a:bodyPr>
          <a:lstStyle/>
          <a:p>
            <a:pPr marL="12700" lvl="0" indent="0" algn="l" rtl="0">
              <a:spcBef>
                <a:spcPts val="0"/>
              </a:spcBef>
              <a:spcAft>
                <a:spcPts val="0"/>
              </a:spcAft>
              <a:buNone/>
            </a:pPr>
            <a:r>
              <a:rPr lang="en-US" sz="4400" b="0"/>
              <a:t>Architecture</a:t>
            </a:r>
            <a:endParaRPr sz="4400"/>
          </a:p>
        </p:txBody>
      </p:sp>
      <p:sp>
        <p:nvSpPr>
          <p:cNvPr id="659" name="Google Shape;659;p85"/>
          <p:cNvSpPr txBox="1"/>
          <p:nvPr/>
        </p:nvSpPr>
        <p:spPr>
          <a:xfrm>
            <a:off x="1602740" y="1380820"/>
            <a:ext cx="9370060" cy="4428115"/>
          </a:xfrm>
          <a:prstGeom prst="rect">
            <a:avLst/>
          </a:prstGeom>
          <a:noFill/>
          <a:ln>
            <a:noFill/>
          </a:ln>
        </p:spPr>
        <p:txBody>
          <a:bodyPr spcFirstLastPara="1" wrap="square" lIns="0" tIns="13950" rIns="0" bIns="0" anchor="t" anchorCtr="0">
            <a:spAutoFit/>
          </a:bodyPr>
          <a:lstStyle/>
          <a:p>
            <a:pPr marL="356870" marR="314325" lvl="0" indent="-344805" algn="l" rtl="0">
              <a:spcBef>
                <a:spcPts val="0"/>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Architecture refers to the different perspectives  from which a complex system can be viewed.</a:t>
            </a:r>
            <a:endParaRPr sz="2800" dirty="0">
              <a:solidFill>
                <a:schemeClr val="dk1"/>
              </a:solidFill>
              <a:latin typeface="Calibri"/>
              <a:ea typeface="Calibri"/>
              <a:cs typeface="Calibri"/>
              <a:sym typeface="Calibri"/>
            </a:endParaRPr>
          </a:p>
          <a:p>
            <a:pPr marL="356870" marR="36830" lvl="0" indent="-344805" algn="l" rtl="0">
              <a:spcBef>
                <a:spcPts val="675"/>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The architecture of a software-intensive system is  best described by five interlocking views:</a:t>
            </a:r>
            <a:endParaRPr sz="2800" dirty="0">
              <a:solidFill>
                <a:schemeClr val="dk1"/>
              </a:solidFill>
              <a:latin typeface="Calibri"/>
              <a:ea typeface="Calibri"/>
              <a:cs typeface="Calibri"/>
              <a:sym typeface="Calibri"/>
            </a:endParaRPr>
          </a:p>
          <a:p>
            <a:pPr marL="756285" marR="305435" lvl="1" indent="-287019" algn="l" rtl="0">
              <a:spcBef>
                <a:spcPts val="615"/>
              </a:spcBef>
              <a:spcAft>
                <a:spcPts val="0"/>
              </a:spcAft>
              <a:buClr>
                <a:schemeClr val="dk1"/>
              </a:buClr>
              <a:buSzPts val="2400"/>
              <a:buFont typeface="Arial"/>
              <a:buChar char="–"/>
            </a:pPr>
            <a:r>
              <a:rPr lang="en-US" sz="2400" b="0" i="0" u="none" strike="noStrike" cap="none" dirty="0">
                <a:solidFill>
                  <a:schemeClr val="dk1"/>
                </a:solidFill>
                <a:latin typeface="Calibri"/>
                <a:ea typeface="Calibri"/>
                <a:cs typeface="Calibri"/>
                <a:sym typeface="Calibri"/>
              </a:rPr>
              <a:t>Use case view: system as seen by users, analysts and  testers.</a:t>
            </a:r>
            <a:endParaRPr sz="2400" b="0" i="0" u="none" strike="noStrike" cap="none" dirty="0">
              <a:solidFill>
                <a:schemeClr val="dk1"/>
              </a:solidFill>
              <a:latin typeface="Calibri"/>
              <a:ea typeface="Calibri"/>
              <a:cs typeface="Calibri"/>
              <a:sym typeface="Calibri"/>
            </a:endParaRPr>
          </a:p>
          <a:p>
            <a:pPr marL="756285" marR="0" lvl="1" indent="-287019" algn="l" rtl="0">
              <a:spcBef>
                <a:spcPts val="585"/>
              </a:spcBef>
              <a:spcAft>
                <a:spcPts val="0"/>
              </a:spcAft>
              <a:buClr>
                <a:schemeClr val="dk1"/>
              </a:buClr>
              <a:buSzPts val="2400"/>
              <a:buFont typeface="Arial"/>
              <a:buChar char="–"/>
            </a:pPr>
            <a:r>
              <a:rPr lang="en-US" sz="2400" b="0" i="0" u="none" strike="noStrike" cap="none" dirty="0">
                <a:solidFill>
                  <a:schemeClr val="dk1"/>
                </a:solidFill>
                <a:latin typeface="Calibri"/>
                <a:ea typeface="Calibri"/>
                <a:cs typeface="Calibri"/>
                <a:sym typeface="Calibri"/>
              </a:rPr>
              <a:t>Design view: classes, interfaces and collaborations that</a:t>
            </a:r>
            <a:endParaRPr sz="2400" b="0" i="0" u="none" strike="noStrike" cap="none" dirty="0">
              <a:solidFill>
                <a:schemeClr val="dk1"/>
              </a:solidFill>
              <a:latin typeface="Calibri"/>
              <a:ea typeface="Calibri"/>
              <a:cs typeface="Calibri"/>
              <a:sym typeface="Calibri"/>
            </a:endParaRPr>
          </a:p>
          <a:p>
            <a:pPr marL="756285" marR="0" lvl="0" indent="0" algn="l" rtl="0">
              <a:spcBef>
                <a:spcPts val="0"/>
              </a:spcBef>
              <a:spcAft>
                <a:spcPts val="0"/>
              </a:spcAft>
              <a:buNone/>
            </a:pPr>
            <a:r>
              <a:rPr lang="en-US" sz="2400" dirty="0">
                <a:solidFill>
                  <a:schemeClr val="dk1"/>
                </a:solidFill>
                <a:latin typeface="Calibri"/>
                <a:ea typeface="Calibri"/>
                <a:cs typeface="Calibri"/>
                <a:sym typeface="Calibri"/>
              </a:rPr>
              <a:t>make up the system.</a:t>
            </a:r>
            <a:endParaRPr sz="2400" dirty="0">
              <a:solidFill>
                <a:schemeClr val="dk1"/>
              </a:solidFill>
              <a:latin typeface="Calibri"/>
              <a:ea typeface="Calibri"/>
              <a:cs typeface="Calibri"/>
              <a:sym typeface="Calibri"/>
            </a:endParaRPr>
          </a:p>
          <a:p>
            <a:pPr marL="756285" marR="0" lvl="1" indent="-287019" algn="l" rtl="0">
              <a:spcBef>
                <a:spcPts val="575"/>
              </a:spcBef>
              <a:spcAft>
                <a:spcPts val="0"/>
              </a:spcAft>
              <a:buClr>
                <a:schemeClr val="dk1"/>
              </a:buClr>
              <a:buSzPts val="2400"/>
              <a:buFont typeface="Arial"/>
              <a:buChar char="–"/>
            </a:pPr>
            <a:r>
              <a:rPr lang="en-US" sz="2400" b="0" i="0" u="none" strike="noStrike" cap="none" dirty="0">
                <a:solidFill>
                  <a:schemeClr val="dk1"/>
                </a:solidFill>
                <a:latin typeface="Calibri"/>
                <a:ea typeface="Calibri"/>
                <a:cs typeface="Calibri"/>
                <a:sym typeface="Calibri"/>
              </a:rPr>
              <a:t>Process view: active classes (threads).</a:t>
            </a:r>
            <a:endParaRPr sz="2400" b="0" i="0" u="none" strike="noStrike" cap="none" dirty="0">
              <a:solidFill>
                <a:schemeClr val="dk1"/>
              </a:solidFill>
              <a:latin typeface="Calibri"/>
              <a:ea typeface="Calibri"/>
              <a:cs typeface="Calibri"/>
              <a:sym typeface="Calibri"/>
            </a:endParaRPr>
          </a:p>
          <a:p>
            <a:pPr marL="756285" marR="0" lvl="1" indent="-287019" algn="l" rtl="0">
              <a:spcBef>
                <a:spcPts val="575"/>
              </a:spcBef>
              <a:spcAft>
                <a:spcPts val="0"/>
              </a:spcAft>
              <a:buClr>
                <a:schemeClr val="dk1"/>
              </a:buClr>
              <a:buSzPts val="2400"/>
              <a:buFont typeface="Arial"/>
              <a:buChar char="–"/>
            </a:pPr>
            <a:r>
              <a:rPr lang="en-US" sz="2400" b="0" i="0" u="none" strike="noStrike" cap="none" dirty="0">
                <a:solidFill>
                  <a:schemeClr val="dk1"/>
                </a:solidFill>
                <a:latin typeface="Calibri"/>
                <a:ea typeface="Calibri"/>
                <a:cs typeface="Calibri"/>
                <a:sym typeface="Calibri"/>
              </a:rPr>
              <a:t>Implementation view: files that comprise the system.</a:t>
            </a:r>
            <a:endParaRPr sz="2400" b="0" i="0" u="none" strike="noStrike" cap="none" dirty="0">
              <a:solidFill>
                <a:schemeClr val="dk1"/>
              </a:solidFill>
              <a:latin typeface="Calibri"/>
              <a:ea typeface="Calibri"/>
              <a:cs typeface="Calibri"/>
              <a:sym typeface="Calibri"/>
            </a:endParaRPr>
          </a:p>
          <a:p>
            <a:pPr marL="756285" marR="0" lvl="1" indent="-287019" algn="l" rtl="0">
              <a:spcBef>
                <a:spcPts val="580"/>
              </a:spcBef>
              <a:spcAft>
                <a:spcPts val="0"/>
              </a:spcAft>
              <a:buClr>
                <a:schemeClr val="dk1"/>
              </a:buClr>
              <a:buSzPts val="2400"/>
              <a:buFont typeface="Arial"/>
              <a:buChar char="–"/>
            </a:pPr>
            <a:r>
              <a:rPr lang="en-US" sz="2400" b="0" i="0" u="none" strike="noStrike" cap="none" dirty="0">
                <a:solidFill>
                  <a:schemeClr val="dk1"/>
                </a:solidFill>
                <a:latin typeface="Calibri"/>
                <a:ea typeface="Calibri"/>
                <a:cs typeface="Calibri"/>
                <a:sym typeface="Calibri"/>
              </a:rPr>
              <a:t>Deployment view: nodes on which SW resides.</a:t>
            </a:r>
            <a:endParaRPr sz="2400" b="0" i="0" u="none" strike="noStrike" cap="none" dirty="0">
              <a:solidFill>
                <a:schemeClr val="dk1"/>
              </a:solidFill>
              <a:latin typeface="Calibri"/>
              <a:ea typeface="Calibri"/>
              <a:cs typeface="Calibri"/>
              <a:sym typeface="Calibri"/>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58D29120-A64C-4153-BC82-9B30E0B02348}"/>
                  </a:ext>
                </a:extLst>
              </p14:cNvPr>
              <p14:cNvContentPartPr/>
              <p14:nvPr/>
            </p14:nvContentPartPr>
            <p14:xfrm>
              <a:off x="1782720" y="3324240"/>
              <a:ext cx="499320" cy="2373840"/>
            </p14:xfrm>
          </p:contentPart>
        </mc:Choice>
        <mc:Fallback xmlns="">
          <p:pic>
            <p:nvPicPr>
              <p:cNvPr id="3" name="Ink 2">
                <a:extLst>
                  <a:ext uri="{FF2B5EF4-FFF2-40B4-BE49-F238E27FC236}">
                    <a16:creationId xmlns:a16="http://schemas.microsoft.com/office/drawing/2014/main" id="{58D29120-A64C-4153-BC82-9B30E0B02348}"/>
                  </a:ext>
                </a:extLst>
              </p:cNvPr>
              <p:cNvPicPr/>
              <p:nvPr/>
            </p:nvPicPr>
            <p:blipFill>
              <a:blip r:embed="rId4"/>
              <a:stretch>
                <a:fillRect/>
              </a:stretch>
            </p:blipFill>
            <p:spPr>
              <a:xfrm>
                <a:off x="1773360" y="3314880"/>
                <a:ext cx="518040" cy="2392560"/>
              </a:xfrm>
              <a:prstGeom prst="rect">
                <a:avLst/>
              </a:prstGeom>
            </p:spPr>
          </p:pic>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86"/>
          <p:cNvSpPr txBox="1">
            <a:spLocks noGrp="1"/>
          </p:cNvSpPr>
          <p:nvPr>
            <p:ph type="title"/>
          </p:nvPr>
        </p:nvSpPr>
        <p:spPr>
          <a:xfrm>
            <a:off x="1676400" y="228600"/>
            <a:ext cx="2116455" cy="51435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u="none" dirty="0">
                <a:solidFill>
                  <a:srgbClr val="000000"/>
                </a:solidFill>
              </a:rPr>
              <a:t>Architecture</a:t>
            </a:r>
            <a:endParaRPr dirty="0"/>
          </a:p>
        </p:txBody>
      </p:sp>
      <p:sp>
        <p:nvSpPr>
          <p:cNvPr id="665" name="Google Shape;665;p86"/>
          <p:cNvSpPr txBox="1"/>
          <p:nvPr/>
        </p:nvSpPr>
        <p:spPr>
          <a:xfrm>
            <a:off x="916939" y="914400"/>
            <a:ext cx="10280015" cy="4672330"/>
          </a:xfrm>
          <a:prstGeom prst="rect">
            <a:avLst/>
          </a:prstGeom>
          <a:noFill/>
          <a:ln>
            <a:noFill/>
          </a:ln>
        </p:spPr>
        <p:txBody>
          <a:bodyPr spcFirstLastPara="1" wrap="square" lIns="0" tIns="92075" rIns="0" bIns="0" anchor="t" anchorCtr="0">
            <a:spAutoFit/>
          </a:bodyPr>
          <a:lstStyle/>
          <a:p>
            <a:pPr marL="241300" marR="189230" lvl="0" indent="-229234" algn="l" rtl="0">
              <a:lnSpc>
                <a:spcPct val="80000"/>
              </a:lnSpc>
              <a:spcBef>
                <a:spcPts val="0"/>
              </a:spcBef>
              <a:spcAft>
                <a:spcPts val="0"/>
              </a:spcAft>
              <a:buClr>
                <a:schemeClr val="dk1"/>
              </a:buClr>
              <a:buSzPts val="2600"/>
              <a:buFont typeface="Arial"/>
              <a:buChar char="•"/>
            </a:pPr>
            <a:r>
              <a:rPr lang="en-US" sz="2600" dirty="0">
                <a:solidFill>
                  <a:schemeClr val="dk1"/>
                </a:solidFill>
                <a:latin typeface="Calibri"/>
                <a:ea typeface="Calibri"/>
                <a:cs typeface="Calibri"/>
                <a:sym typeface="Calibri"/>
              </a:rPr>
              <a:t>Most important artifact that can be used to </a:t>
            </a:r>
            <a:r>
              <a:rPr lang="en-US" sz="2600" dirty="0">
                <a:solidFill>
                  <a:srgbClr val="C00000"/>
                </a:solidFill>
                <a:latin typeface="Calibri"/>
                <a:ea typeface="Calibri"/>
                <a:cs typeface="Calibri"/>
                <a:sym typeface="Calibri"/>
              </a:rPr>
              <a:t>manage these different  viewpoints</a:t>
            </a:r>
            <a:r>
              <a:rPr lang="en-US" sz="2600" dirty="0">
                <a:solidFill>
                  <a:schemeClr val="dk1"/>
                </a:solidFill>
                <a:latin typeface="Calibri"/>
                <a:ea typeface="Calibri"/>
                <a:cs typeface="Calibri"/>
                <a:sym typeface="Calibri"/>
              </a:rPr>
              <a:t> and so control the iterative and incremental development of a  system throughout its life cycle.</a:t>
            </a:r>
            <a:endParaRPr sz="2600" dirty="0">
              <a:solidFill>
                <a:schemeClr val="dk1"/>
              </a:solidFill>
              <a:latin typeface="Calibri"/>
              <a:ea typeface="Calibri"/>
              <a:cs typeface="Calibri"/>
              <a:sym typeface="Calibri"/>
            </a:endParaRPr>
          </a:p>
          <a:p>
            <a:pPr marL="12700" marR="0" lvl="0" indent="0" algn="l" rtl="0">
              <a:lnSpc>
                <a:spcPct val="100000"/>
              </a:lnSpc>
              <a:spcBef>
                <a:spcPts val="385"/>
              </a:spcBef>
              <a:spcAft>
                <a:spcPts val="0"/>
              </a:spcAft>
              <a:buNone/>
            </a:pPr>
            <a:r>
              <a:rPr lang="en-US" sz="2600" u="sng" dirty="0">
                <a:solidFill>
                  <a:schemeClr val="dk1"/>
                </a:solidFill>
                <a:latin typeface="Calibri"/>
                <a:ea typeface="Calibri"/>
                <a:cs typeface="Calibri"/>
                <a:sym typeface="Calibri"/>
              </a:rPr>
              <a:t>Architecture is the set of significant decisions about</a:t>
            </a:r>
            <a:endParaRPr sz="2600" dirty="0">
              <a:solidFill>
                <a:schemeClr val="dk1"/>
              </a:solidFill>
              <a:latin typeface="Calibri"/>
              <a:ea typeface="Calibri"/>
              <a:cs typeface="Calibri"/>
              <a:sym typeface="Calibri"/>
            </a:endParaRPr>
          </a:p>
          <a:p>
            <a:pPr marL="241300" marR="0" lvl="0" indent="-229234" algn="l" rtl="0">
              <a:lnSpc>
                <a:spcPct val="100000"/>
              </a:lnSpc>
              <a:spcBef>
                <a:spcPts val="375"/>
              </a:spcBef>
              <a:spcAft>
                <a:spcPts val="0"/>
              </a:spcAft>
              <a:buClr>
                <a:schemeClr val="dk1"/>
              </a:buClr>
              <a:buSzPts val="2600"/>
              <a:buFont typeface="Arial"/>
              <a:buChar char="•"/>
            </a:pPr>
            <a:r>
              <a:rPr lang="en-US" sz="2600" dirty="0">
                <a:solidFill>
                  <a:schemeClr val="dk1"/>
                </a:solidFill>
                <a:latin typeface="Calibri"/>
                <a:ea typeface="Calibri"/>
                <a:cs typeface="Calibri"/>
                <a:sym typeface="Calibri"/>
              </a:rPr>
              <a:t>The organization of a software system</a:t>
            </a:r>
            <a:endParaRPr sz="2600" dirty="0">
              <a:solidFill>
                <a:schemeClr val="dk1"/>
              </a:solidFill>
              <a:latin typeface="Calibri"/>
              <a:ea typeface="Calibri"/>
              <a:cs typeface="Calibri"/>
              <a:sym typeface="Calibri"/>
            </a:endParaRPr>
          </a:p>
          <a:p>
            <a:pPr marL="241300" marR="221615" lvl="0" indent="-229234" algn="l" rtl="0">
              <a:lnSpc>
                <a:spcPct val="80000"/>
              </a:lnSpc>
              <a:spcBef>
                <a:spcPts val="994"/>
              </a:spcBef>
              <a:spcAft>
                <a:spcPts val="0"/>
              </a:spcAft>
              <a:buClr>
                <a:schemeClr val="dk1"/>
              </a:buClr>
              <a:buSzPts val="2600"/>
              <a:buFont typeface="Arial"/>
              <a:buChar char="•"/>
            </a:pPr>
            <a:r>
              <a:rPr lang="en-US" sz="2600" dirty="0">
                <a:solidFill>
                  <a:schemeClr val="dk1"/>
                </a:solidFill>
                <a:latin typeface="Calibri"/>
                <a:ea typeface="Calibri"/>
                <a:cs typeface="Calibri"/>
                <a:sym typeface="Calibri"/>
              </a:rPr>
              <a:t>The selection of the structural elements and their interfaces by which the  system is composed</a:t>
            </a:r>
            <a:endParaRPr sz="2600" dirty="0">
              <a:solidFill>
                <a:schemeClr val="dk1"/>
              </a:solidFill>
              <a:latin typeface="Calibri"/>
              <a:ea typeface="Calibri"/>
              <a:cs typeface="Calibri"/>
              <a:sym typeface="Calibri"/>
            </a:endParaRPr>
          </a:p>
          <a:p>
            <a:pPr marL="241300" marR="0" lvl="0" indent="-229234" algn="l" rtl="0">
              <a:lnSpc>
                <a:spcPct val="100000"/>
              </a:lnSpc>
              <a:spcBef>
                <a:spcPts val="385"/>
              </a:spcBef>
              <a:spcAft>
                <a:spcPts val="0"/>
              </a:spcAft>
              <a:buClr>
                <a:schemeClr val="dk1"/>
              </a:buClr>
              <a:buSzPts val="2600"/>
              <a:buFont typeface="Arial"/>
              <a:buChar char="•"/>
            </a:pPr>
            <a:r>
              <a:rPr lang="en-US" sz="2600" dirty="0">
                <a:solidFill>
                  <a:schemeClr val="dk1"/>
                </a:solidFill>
                <a:latin typeface="Calibri"/>
                <a:ea typeface="Calibri"/>
                <a:cs typeface="Calibri"/>
                <a:sym typeface="Calibri"/>
              </a:rPr>
              <a:t>Their behavior, as specified in the collaborations among those elements</a:t>
            </a:r>
            <a:endParaRPr sz="2600" dirty="0">
              <a:solidFill>
                <a:schemeClr val="dk1"/>
              </a:solidFill>
              <a:latin typeface="Calibri"/>
              <a:ea typeface="Calibri"/>
              <a:cs typeface="Calibri"/>
              <a:sym typeface="Calibri"/>
            </a:endParaRPr>
          </a:p>
          <a:p>
            <a:pPr marL="241300" marR="1287780" lvl="0" indent="-229234" algn="l" rtl="0">
              <a:lnSpc>
                <a:spcPct val="80000"/>
              </a:lnSpc>
              <a:spcBef>
                <a:spcPts val="1000"/>
              </a:spcBef>
              <a:spcAft>
                <a:spcPts val="0"/>
              </a:spcAft>
              <a:buClr>
                <a:schemeClr val="dk1"/>
              </a:buClr>
              <a:buSzPts val="2600"/>
              <a:buFont typeface="Arial"/>
              <a:buChar char="•"/>
            </a:pPr>
            <a:r>
              <a:rPr lang="en-US" sz="2600" dirty="0">
                <a:solidFill>
                  <a:schemeClr val="dk1"/>
                </a:solidFill>
                <a:latin typeface="Calibri"/>
                <a:ea typeface="Calibri"/>
                <a:cs typeface="Calibri"/>
                <a:sym typeface="Calibri"/>
              </a:rPr>
              <a:t>The composition of these structural and behavioral elements into  progressively larger subsystems</a:t>
            </a:r>
            <a:endParaRPr sz="2600" dirty="0">
              <a:solidFill>
                <a:schemeClr val="dk1"/>
              </a:solidFill>
              <a:latin typeface="Calibri"/>
              <a:ea typeface="Calibri"/>
              <a:cs typeface="Calibri"/>
              <a:sym typeface="Calibri"/>
            </a:endParaRPr>
          </a:p>
          <a:p>
            <a:pPr marL="241300" marR="5080" lvl="0" indent="-229234" algn="l" rtl="0">
              <a:lnSpc>
                <a:spcPct val="80000"/>
              </a:lnSpc>
              <a:spcBef>
                <a:spcPts val="994"/>
              </a:spcBef>
              <a:spcAft>
                <a:spcPts val="0"/>
              </a:spcAft>
              <a:buClr>
                <a:schemeClr val="dk1"/>
              </a:buClr>
              <a:buSzPts val="2600"/>
              <a:buFont typeface="Arial"/>
              <a:buChar char="•"/>
            </a:pPr>
            <a:r>
              <a:rPr lang="en-US" sz="2600" dirty="0">
                <a:solidFill>
                  <a:schemeClr val="dk1"/>
                </a:solidFill>
                <a:latin typeface="Calibri"/>
                <a:ea typeface="Calibri"/>
                <a:cs typeface="Calibri"/>
                <a:sym typeface="Calibri"/>
              </a:rPr>
              <a:t>The architectural style that guides this organization: the static and dynamic  elements and their interfaces, their collaborations, and their composition</a:t>
            </a:r>
            <a:endParaRPr sz="2600" dirty="0">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87"/>
          <p:cNvSpPr txBox="1"/>
          <p:nvPr/>
        </p:nvSpPr>
        <p:spPr>
          <a:xfrm>
            <a:off x="916939" y="151002"/>
            <a:ext cx="9966960" cy="1136015"/>
          </a:xfrm>
          <a:prstGeom prst="rect">
            <a:avLst/>
          </a:prstGeom>
          <a:noFill/>
          <a:ln>
            <a:noFill/>
          </a:ln>
        </p:spPr>
        <p:txBody>
          <a:bodyPr spcFirstLastPara="1" wrap="square" lIns="0" tIns="52700" rIns="0" bIns="0" anchor="t" anchorCtr="0">
            <a:spAutoFit/>
          </a:bodyPr>
          <a:lstStyle/>
          <a:p>
            <a:pPr marL="241300" marR="5080" lvl="0" indent="-229234" algn="l" rtl="0">
              <a:lnSpc>
                <a:spcPct val="90000"/>
              </a:lnSpc>
              <a:spcBef>
                <a:spcPts val="0"/>
              </a:spcBef>
              <a:spcAft>
                <a:spcPts val="0"/>
              </a:spcAft>
              <a:buClr>
                <a:schemeClr val="dk1"/>
              </a:buClr>
              <a:buSzPts val="2600"/>
              <a:buFont typeface="Arial"/>
              <a:buChar char="•"/>
            </a:pPr>
            <a:r>
              <a:rPr lang="en-US" sz="2600">
                <a:solidFill>
                  <a:schemeClr val="dk1"/>
                </a:solidFill>
                <a:latin typeface="Calibri"/>
                <a:ea typeface="Calibri"/>
                <a:cs typeface="Calibri"/>
                <a:sym typeface="Calibri"/>
              </a:rPr>
              <a:t>Software architecture is not only concerned with structure and behavior,  but also with usage, functionality, performance, resilience, reuse,  comprehensibility, economic and technology constraints.</a:t>
            </a:r>
            <a:endParaRPr sz="2600">
              <a:solidFill>
                <a:schemeClr val="dk1"/>
              </a:solidFill>
              <a:latin typeface="Calibri"/>
              <a:ea typeface="Calibri"/>
              <a:cs typeface="Calibri"/>
              <a:sym typeface="Calibri"/>
            </a:endParaRPr>
          </a:p>
        </p:txBody>
      </p:sp>
      <p:grpSp>
        <p:nvGrpSpPr>
          <p:cNvPr id="671" name="Google Shape;671;p87"/>
          <p:cNvGrpSpPr/>
          <p:nvPr/>
        </p:nvGrpSpPr>
        <p:grpSpPr>
          <a:xfrm>
            <a:off x="3646932" y="1868423"/>
            <a:ext cx="1839595" cy="1013460"/>
            <a:chOff x="3646932" y="1868423"/>
            <a:chExt cx="1839595" cy="1013460"/>
          </a:xfrm>
        </p:grpSpPr>
        <p:sp>
          <p:nvSpPr>
            <p:cNvPr id="672" name="Google Shape;672;p87"/>
            <p:cNvSpPr/>
            <p:nvPr/>
          </p:nvSpPr>
          <p:spPr>
            <a:xfrm>
              <a:off x="3646932" y="1868423"/>
              <a:ext cx="1839595" cy="1013460"/>
            </a:xfrm>
            <a:custGeom>
              <a:avLst/>
              <a:gdLst/>
              <a:ahLst/>
              <a:cxnLst/>
              <a:rect l="l" t="t" r="r" b="b"/>
              <a:pathLst>
                <a:path w="1839595" h="1013460" extrusionOk="0">
                  <a:moveTo>
                    <a:pt x="1839467" y="0"/>
                  </a:moveTo>
                  <a:lnTo>
                    <a:pt x="0" y="0"/>
                  </a:lnTo>
                  <a:lnTo>
                    <a:pt x="0" y="1013460"/>
                  </a:lnTo>
                  <a:lnTo>
                    <a:pt x="1839467" y="1013460"/>
                  </a:lnTo>
                  <a:lnTo>
                    <a:pt x="1839467" y="0"/>
                  </a:lnTo>
                  <a:close/>
                </a:path>
              </a:pathLst>
            </a:custGeom>
            <a:solidFill>
              <a:srgbClr val="4471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3" name="Google Shape;673;p87"/>
            <p:cNvSpPr/>
            <p:nvPr/>
          </p:nvSpPr>
          <p:spPr>
            <a:xfrm>
              <a:off x="3646932" y="1868423"/>
              <a:ext cx="1839595" cy="1013460"/>
            </a:xfrm>
            <a:custGeom>
              <a:avLst/>
              <a:gdLst/>
              <a:ahLst/>
              <a:cxnLst/>
              <a:rect l="l" t="t" r="r" b="b"/>
              <a:pathLst>
                <a:path w="1839595" h="1013460" extrusionOk="0">
                  <a:moveTo>
                    <a:pt x="0" y="1013460"/>
                  </a:moveTo>
                  <a:lnTo>
                    <a:pt x="1839467" y="1013460"/>
                  </a:lnTo>
                  <a:lnTo>
                    <a:pt x="1839467" y="0"/>
                  </a:lnTo>
                  <a:lnTo>
                    <a:pt x="0" y="0"/>
                  </a:lnTo>
                  <a:lnTo>
                    <a:pt x="0" y="1013460"/>
                  </a:lnTo>
                  <a:close/>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74" name="Google Shape;674;p87"/>
          <p:cNvSpPr txBox="1"/>
          <p:nvPr/>
        </p:nvSpPr>
        <p:spPr>
          <a:xfrm>
            <a:off x="3986021" y="2210815"/>
            <a:ext cx="116014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Calibri"/>
                <a:ea typeface="Calibri"/>
                <a:cs typeface="Calibri"/>
                <a:sym typeface="Calibri"/>
              </a:rPr>
              <a:t>Design View</a:t>
            </a:r>
            <a:endParaRPr sz="1800">
              <a:solidFill>
                <a:schemeClr val="dk1"/>
              </a:solidFill>
              <a:latin typeface="Calibri"/>
              <a:ea typeface="Calibri"/>
              <a:cs typeface="Calibri"/>
              <a:sym typeface="Calibri"/>
            </a:endParaRPr>
          </a:p>
        </p:txBody>
      </p:sp>
      <p:grpSp>
        <p:nvGrpSpPr>
          <p:cNvPr id="675" name="Google Shape;675;p87"/>
          <p:cNvGrpSpPr/>
          <p:nvPr/>
        </p:nvGrpSpPr>
        <p:grpSpPr>
          <a:xfrm>
            <a:off x="3736847" y="3558540"/>
            <a:ext cx="1839595" cy="1013460"/>
            <a:chOff x="3736847" y="3558540"/>
            <a:chExt cx="1839595" cy="1013460"/>
          </a:xfrm>
        </p:grpSpPr>
        <p:sp>
          <p:nvSpPr>
            <p:cNvPr id="676" name="Google Shape;676;p87"/>
            <p:cNvSpPr/>
            <p:nvPr/>
          </p:nvSpPr>
          <p:spPr>
            <a:xfrm>
              <a:off x="3736847" y="3558540"/>
              <a:ext cx="1839595" cy="1013460"/>
            </a:xfrm>
            <a:custGeom>
              <a:avLst/>
              <a:gdLst/>
              <a:ahLst/>
              <a:cxnLst/>
              <a:rect l="l" t="t" r="r" b="b"/>
              <a:pathLst>
                <a:path w="1839595" h="1013460" extrusionOk="0">
                  <a:moveTo>
                    <a:pt x="1839468" y="0"/>
                  </a:moveTo>
                  <a:lnTo>
                    <a:pt x="0" y="0"/>
                  </a:lnTo>
                  <a:lnTo>
                    <a:pt x="0" y="1013460"/>
                  </a:lnTo>
                  <a:lnTo>
                    <a:pt x="1839468" y="1013460"/>
                  </a:lnTo>
                  <a:lnTo>
                    <a:pt x="1839468" y="0"/>
                  </a:lnTo>
                  <a:close/>
                </a:path>
              </a:pathLst>
            </a:custGeom>
            <a:solidFill>
              <a:srgbClr val="4471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7" name="Google Shape;677;p87"/>
            <p:cNvSpPr/>
            <p:nvPr/>
          </p:nvSpPr>
          <p:spPr>
            <a:xfrm>
              <a:off x="3736847" y="3558540"/>
              <a:ext cx="1839595" cy="1013460"/>
            </a:xfrm>
            <a:custGeom>
              <a:avLst/>
              <a:gdLst/>
              <a:ahLst/>
              <a:cxnLst/>
              <a:rect l="l" t="t" r="r" b="b"/>
              <a:pathLst>
                <a:path w="1839595" h="1013460" extrusionOk="0">
                  <a:moveTo>
                    <a:pt x="0" y="1013460"/>
                  </a:moveTo>
                  <a:lnTo>
                    <a:pt x="1839468" y="1013460"/>
                  </a:lnTo>
                  <a:lnTo>
                    <a:pt x="1839468" y="0"/>
                  </a:lnTo>
                  <a:lnTo>
                    <a:pt x="0" y="0"/>
                  </a:lnTo>
                  <a:lnTo>
                    <a:pt x="0" y="1013460"/>
                  </a:lnTo>
                  <a:close/>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78" name="Google Shape;678;p87"/>
          <p:cNvSpPr txBox="1"/>
          <p:nvPr/>
        </p:nvSpPr>
        <p:spPr>
          <a:xfrm>
            <a:off x="4037203" y="3900932"/>
            <a:ext cx="123698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Calibri"/>
                <a:ea typeface="Calibri"/>
                <a:cs typeface="Calibri"/>
                <a:sym typeface="Calibri"/>
              </a:rPr>
              <a:t>Process View</a:t>
            </a:r>
            <a:endParaRPr sz="1800">
              <a:solidFill>
                <a:schemeClr val="dk1"/>
              </a:solidFill>
              <a:latin typeface="Calibri"/>
              <a:ea typeface="Calibri"/>
              <a:cs typeface="Calibri"/>
              <a:sym typeface="Calibri"/>
            </a:endParaRPr>
          </a:p>
        </p:txBody>
      </p:sp>
      <p:grpSp>
        <p:nvGrpSpPr>
          <p:cNvPr id="679" name="Google Shape;679;p87"/>
          <p:cNvGrpSpPr/>
          <p:nvPr/>
        </p:nvGrpSpPr>
        <p:grpSpPr>
          <a:xfrm>
            <a:off x="6330696" y="3488435"/>
            <a:ext cx="1839595" cy="1013460"/>
            <a:chOff x="6330696" y="3488435"/>
            <a:chExt cx="1839595" cy="1013460"/>
          </a:xfrm>
        </p:grpSpPr>
        <p:sp>
          <p:nvSpPr>
            <p:cNvPr id="680" name="Google Shape;680;p87"/>
            <p:cNvSpPr/>
            <p:nvPr/>
          </p:nvSpPr>
          <p:spPr>
            <a:xfrm>
              <a:off x="6330696" y="3488435"/>
              <a:ext cx="1839595" cy="1013460"/>
            </a:xfrm>
            <a:custGeom>
              <a:avLst/>
              <a:gdLst/>
              <a:ahLst/>
              <a:cxnLst/>
              <a:rect l="l" t="t" r="r" b="b"/>
              <a:pathLst>
                <a:path w="1839595" h="1013460" extrusionOk="0">
                  <a:moveTo>
                    <a:pt x="1839468" y="0"/>
                  </a:moveTo>
                  <a:lnTo>
                    <a:pt x="0" y="0"/>
                  </a:lnTo>
                  <a:lnTo>
                    <a:pt x="0" y="1013459"/>
                  </a:lnTo>
                  <a:lnTo>
                    <a:pt x="1839468" y="1013459"/>
                  </a:lnTo>
                  <a:lnTo>
                    <a:pt x="1839468" y="0"/>
                  </a:lnTo>
                  <a:close/>
                </a:path>
              </a:pathLst>
            </a:custGeom>
            <a:solidFill>
              <a:srgbClr val="4471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1" name="Google Shape;681;p87"/>
            <p:cNvSpPr/>
            <p:nvPr/>
          </p:nvSpPr>
          <p:spPr>
            <a:xfrm>
              <a:off x="6330696" y="3488435"/>
              <a:ext cx="1839595" cy="1013460"/>
            </a:xfrm>
            <a:custGeom>
              <a:avLst/>
              <a:gdLst/>
              <a:ahLst/>
              <a:cxnLst/>
              <a:rect l="l" t="t" r="r" b="b"/>
              <a:pathLst>
                <a:path w="1839595" h="1013460" extrusionOk="0">
                  <a:moveTo>
                    <a:pt x="0" y="1013459"/>
                  </a:moveTo>
                  <a:lnTo>
                    <a:pt x="1839468" y="1013459"/>
                  </a:lnTo>
                  <a:lnTo>
                    <a:pt x="1839468" y="0"/>
                  </a:lnTo>
                  <a:lnTo>
                    <a:pt x="0" y="0"/>
                  </a:lnTo>
                  <a:lnTo>
                    <a:pt x="0" y="1013459"/>
                  </a:lnTo>
                  <a:close/>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82" name="Google Shape;682;p87"/>
          <p:cNvSpPr txBox="1"/>
          <p:nvPr/>
        </p:nvSpPr>
        <p:spPr>
          <a:xfrm>
            <a:off x="6412484" y="3831082"/>
            <a:ext cx="16770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rgbClr val="FFFFFF"/>
                </a:solidFill>
                <a:latin typeface="Calibri"/>
                <a:ea typeface="Calibri"/>
                <a:cs typeface="Calibri"/>
                <a:sym typeface="Calibri"/>
              </a:rPr>
              <a:t>Deployment View</a:t>
            </a:r>
            <a:endParaRPr sz="1800">
              <a:solidFill>
                <a:schemeClr val="dk1"/>
              </a:solidFill>
              <a:latin typeface="Calibri"/>
              <a:ea typeface="Calibri"/>
              <a:cs typeface="Calibri"/>
              <a:sym typeface="Calibri"/>
            </a:endParaRPr>
          </a:p>
        </p:txBody>
      </p:sp>
      <p:grpSp>
        <p:nvGrpSpPr>
          <p:cNvPr id="683" name="Google Shape;683;p87"/>
          <p:cNvGrpSpPr/>
          <p:nvPr/>
        </p:nvGrpSpPr>
        <p:grpSpPr>
          <a:xfrm>
            <a:off x="6330696" y="1874520"/>
            <a:ext cx="1839595" cy="1015365"/>
            <a:chOff x="6330696" y="1874520"/>
            <a:chExt cx="1839595" cy="1015365"/>
          </a:xfrm>
        </p:grpSpPr>
        <p:sp>
          <p:nvSpPr>
            <p:cNvPr id="684" name="Google Shape;684;p87"/>
            <p:cNvSpPr/>
            <p:nvPr/>
          </p:nvSpPr>
          <p:spPr>
            <a:xfrm>
              <a:off x="6330696" y="1874520"/>
              <a:ext cx="1839595" cy="1015365"/>
            </a:xfrm>
            <a:custGeom>
              <a:avLst/>
              <a:gdLst/>
              <a:ahLst/>
              <a:cxnLst/>
              <a:rect l="l" t="t" r="r" b="b"/>
              <a:pathLst>
                <a:path w="1839595" h="1015364" extrusionOk="0">
                  <a:moveTo>
                    <a:pt x="1839468" y="0"/>
                  </a:moveTo>
                  <a:lnTo>
                    <a:pt x="0" y="0"/>
                  </a:lnTo>
                  <a:lnTo>
                    <a:pt x="0" y="1014984"/>
                  </a:lnTo>
                  <a:lnTo>
                    <a:pt x="1839468" y="1014984"/>
                  </a:lnTo>
                  <a:lnTo>
                    <a:pt x="1839468" y="0"/>
                  </a:lnTo>
                  <a:close/>
                </a:path>
              </a:pathLst>
            </a:custGeom>
            <a:solidFill>
              <a:srgbClr val="4471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5" name="Google Shape;685;p87"/>
            <p:cNvSpPr/>
            <p:nvPr/>
          </p:nvSpPr>
          <p:spPr>
            <a:xfrm>
              <a:off x="6330696" y="1874520"/>
              <a:ext cx="1839595" cy="1015365"/>
            </a:xfrm>
            <a:custGeom>
              <a:avLst/>
              <a:gdLst/>
              <a:ahLst/>
              <a:cxnLst/>
              <a:rect l="l" t="t" r="r" b="b"/>
              <a:pathLst>
                <a:path w="1839595" h="1015364" extrusionOk="0">
                  <a:moveTo>
                    <a:pt x="0" y="1014984"/>
                  </a:moveTo>
                  <a:lnTo>
                    <a:pt x="1839468" y="1014984"/>
                  </a:lnTo>
                  <a:lnTo>
                    <a:pt x="1839468" y="0"/>
                  </a:lnTo>
                  <a:lnTo>
                    <a:pt x="0" y="0"/>
                  </a:lnTo>
                  <a:lnTo>
                    <a:pt x="0" y="1014984"/>
                  </a:lnTo>
                  <a:close/>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86" name="Google Shape;686;p87"/>
          <p:cNvSpPr txBox="1"/>
          <p:nvPr/>
        </p:nvSpPr>
        <p:spPr>
          <a:xfrm>
            <a:off x="6491732" y="2080386"/>
            <a:ext cx="1518285" cy="574040"/>
          </a:xfrm>
          <a:prstGeom prst="rect">
            <a:avLst/>
          </a:prstGeom>
          <a:noFill/>
          <a:ln>
            <a:noFill/>
          </a:ln>
        </p:spPr>
        <p:txBody>
          <a:bodyPr spcFirstLastPara="1" wrap="square" lIns="0" tIns="12700" rIns="0" bIns="0" anchor="t" anchorCtr="0">
            <a:spAutoFit/>
          </a:bodyPr>
          <a:lstStyle/>
          <a:p>
            <a:pPr marL="530860" marR="5080" lvl="0" indent="-518158" algn="l" rtl="0">
              <a:lnSpc>
                <a:spcPct val="100000"/>
              </a:lnSpc>
              <a:spcBef>
                <a:spcPts val="0"/>
              </a:spcBef>
              <a:spcAft>
                <a:spcPts val="0"/>
              </a:spcAft>
              <a:buNone/>
            </a:pPr>
            <a:r>
              <a:rPr lang="en-US" sz="1800">
                <a:solidFill>
                  <a:srgbClr val="FFFFFF"/>
                </a:solidFill>
                <a:latin typeface="Calibri"/>
                <a:ea typeface="Calibri"/>
                <a:cs typeface="Calibri"/>
                <a:sym typeface="Calibri"/>
              </a:rPr>
              <a:t>Implementation  View</a:t>
            </a:r>
            <a:endParaRPr sz="1800">
              <a:solidFill>
                <a:schemeClr val="dk1"/>
              </a:solidFill>
              <a:latin typeface="Calibri"/>
              <a:ea typeface="Calibri"/>
              <a:cs typeface="Calibri"/>
              <a:sym typeface="Calibri"/>
            </a:endParaRPr>
          </a:p>
        </p:txBody>
      </p:sp>
      <p:grpSp>
        <p:nvGrpSpPr>
          <p:cNvPr id="687" name="Google Shape;687;p87"/>
          <p:cNvGrpSpPr/>
          <p:nvPr/>
        </p:nvGrpSpPr>
        <p:grpSpPr>
          <a:xfrm>
            <a:off x="5119115" y="2703576"/>
            <a:ext cx="1659889" cy="960119"/>
            <a:chOff x="5119115" y="2703576"/>
            <a:chExt cx="1659889" cy="960119"/>
          </a:xfrm>
        </p:grpSpPr>
        <p:sp>
          <p:nvSpPr>
            <p:cNvPr id="688" name="Google Shape;688;p87"/>
            <p:cNvSpPr/>
            <p:nvPr/>
          </p:nvSpPr>
          <p:spPr>
            <a:xfrm>
              <a:off x="5119115" y="2703576"/>
              <a:ext cx="1659889" cy="960119"/>
            </a:xfrm>
            <a:custGeom>
              <a:avLst/>
              <a:gdLst/>
              <a:ahLst/>
              <a:cxnLst/>
              <a:rect l="l" t="t" r="r" b="b"/>
              <a:pathLst>
                <a:path w="1659890" h="960120" extrusionOk="0">
                  <a:moveTo>
                    <a:pt x="829818" y="0"/>
                  </a:moveTo>
                  <a:lnTo>
                    <a:pt x="770550" y="1205"/>
                  </a:lnTo>
                  <a:lnTo>
                    <a:pt x="712407" y="4766"/>
                  </a:lnTo>
                  <a:lnTo>
                    <a:pt x="655531" y="10602"/>
                  </a:lnTo>
                  <a:lnTo>
                    <a:pt x="600061" y="18632"/>
                  </a:lnTo>
                  <a:lnTo>
                    <a:pt x="546138" y="28774"/>
                  </a:lnTo>
                  <a:lnTo>
                    <a:pt x="493902" y="40948"/>
                  </a:lnTo>
                  <a:lnTo>
                    <a:pt x="443493" y="55072"/>
                  </a:lnTo>
                  <a:lnTo>
                    <a:pt x="395052" y="71065"/>
                  </a:lnTo>
                  <a:lnTo>
                    <a:pt x="348719" y="88846"/>
                  </a:lnTo>
                  <a:lnTo>
                    <a:pt x="304634" y="108334"/>
                  </a:lnTo>
                  <a:lnTo>
                    <a:pt x="262938" y="129448"/>
                  </a:lnTo>
                  <a:lnTo>
                    <a:pt x="223771" y="152105"/>
                  </a:lnTo>
                  <a:lnTo>
                    <a:pt x="187274" y="176226"/>
                  </a:lnTo>
                  <a:lnTo>
                    <a:pt x="153587" y="201730"/>
                  </a:lnTo>
                  <a:lnTo>
                    <a:pt x="122849" y="228534"/>
                  </a:lnTo>
                  <a:lnTo>
                    <a:pt x="95203" y="256558"/>
                  </a:lnTo>
                  <a:lnTo>
                    <a:pt x="49742" y="315940"/>
                  </a:lnTo>
                  <a:lnTo>
                    <a:pt x="18328" y="379227"/>
                  </a:lnTo>
                  <a:lnTo>
                    <a:pt x="2083" y="445770"/>
                  </a:lnTo>
                  <a:lnTo>
                    <a:pt x="0" y="480060"/>
                  </a:lnTo>
                  <a:lnTo>
                    <a:pt x="2083" y="514349"/>
                  </a:lnTo>
                  <a:lnTo>
                    <a:pt x="18328" y="580892"/>
                  </a:lnTo>
                  <a:lnTo>
                    <a:pt x="49742" y="644179"/>
                  </a:lnTo>
                  <a:lnTo>
                    <a:pt x="95203" y="703561"/>
                  </a:lnTo>
                  <a:lnTo>
                    <a:pt x="122849" y="731585"/>
                  </a:lnTo>
                  <a:lnTo>
                    <a:pt x="153587" y="758389"/>
                  </a:lnTo>
                  <a:lnTo>
                    <a:pt x="187274" y="783893"/>
                  </a:lnTo>
                  <a:lnTo>
                    <a:pt x="223771" y="808014"/>
                  </a:lnTo>
                  <a:lnTo>
                    <a:pt x="262938" y="830671"/>
                  </a:lnTo>
                  <a:lnTo>
                    <a:pt x="304634" y="851785"/>
                  </a:lnTo>
                  <a:lnTo>
                    <a:pt x="348719" y="871273"/>
                  </a:lnTo>
                  <a:lnTo>
                    <a:pt x="395052" y="889054"/>
                  </a:lnTo>
                  <a:lnTo>
                    <a:pt x="443493" y="905047"/>
                  </a:lnTo>
                  <a:lnTo>
                    <a:pt x="493902" y="919171"/>
                  </a:lnTo>
                  <a:lnTo>
                    <a:pt x="546138" y="931345"/>
                  </a:lnTo>
                  <a:lnTo>
                    <a:pt x="600061" y="941487"/>
                  </a:lnTo>
                  <a:lnTo>
                    <a:pt x="655531" y="949517"/>
                  </a:lnTo>
                  <a:lnTo>
                    <a:pt x="712407" y="955353"/>
                  </a:lnTo>
                  <a:lnTo>
                    <a:pt x="770550" y="958914"/>
                  </a:lnTo>
                  <a:lnTo>
                    <a:pt x="829818" y="960119"/>
                  </a:lnTo>
                  <a:lnTo>
                    <a:pt x="889085" y="958914"/>
                  </a:lnTo>
                  <a:lnTo>
                    <a:pt x="947228" y="955353"/>
                  </a:lnTo>
                  <a:lnTo>
                    <a:pt x="1004104" y="949517"/>
                  </a:lnTo>
                  <a:lnTo>
                    <a:pt x="1059574" y="941487"/>
                  </a:lnTo>
                  <a:lnTo>
                    <a:pt x="1113497" y="931345"/>
                  </a:lnTo>
                  <a:lnTo>
                    <a:pt x="1165733" y="919171"/>
                  </a:lnTo>
                  <a:lnTo>
                    <a:pt x="1216142" y="905047"/>
                  </a:lnTo>
                  <a:lnTo>
                    <a:pt x="1264583" y="889054"/>
                  </a:lnTo>
                  <a:lnTo>
                    <a:pt x="1310916" y="871273"/>
                  </a:lnTo>
                  <a:lnTo>
                    <a:pt x="1355001" y="851785"/>
                  </a:lnTo>
                  <a:lnTo>
                    <a:pt x="1396697" y="830671"/>
                  </a:lnTo>
                  <a:lnTo>
                    <a:pt x="1435864" y="808014"/>
                  </a:lnTo>
                  <a:lnTo>
                    <a:pt x="1472361" y="783893"/>
                  </a:lnTo>
                  <a:lnTo>
                    <a:pt x="1506048" y="758389"/>
                  </a:lnTo>
                  <a:lnTo>
                    <a:pt x="1536786" y="731585"/>
                  </a:lnTo>
                  <a:lnTo>
                    <a:pt x="1564432" y="703561"/>
                  </a:lnTo>
                  <a:lnTo>
                    <a:pt x="1609893" y="644179"/>
                  </a:lnTo>
                  <a:lnTo>
                    <a:pt x="1641307" y="580892"/>
                  </a:lnTo>
                  <a:lnTo>
                    <a:pt x="1657552" y="514349"/>
                  </a:lnTo>
                  <a:lnTo>
                    <a:pt x="1659636" y="480060"/>
                  </a:lnTo>
                  <a:lnTo>
                    <a:pt x="1657552" y="445770"/>
                  </a:lnTo>
                  <a:lnTo>
                    <a:pt x="1641307" y="379227"/>
                  </a:lnTo>
                  <a:lnTo>
                    <a:pt x="1609893" y="315940"/>
                  </a:lnTo>
                  <a:lnTo>
                    <a:pt x="1564432" y="256558"/>
                  </a:lnTo>
                  <a:lnTo>
                    <a:pt x="1536786" y="228534"/>
                  </a:lnTo>
                  <a:lnTo>
                    <a:pt x="1506048" y="201730"/>
                  </a:lnTo>
                  <a:lnTo>
                    <a:pt x="1472361" y="176226"/>
                  </a:lnTo>
                  <a:lnTo>
                    <a:pt x="1435864" y="152105"/>
                  </a:lnTo>
                  <a:lnTo>
                    <a:pt x="1396697" y="129448"/>
                  </a:lnTo>
                  <a:lnTo>
                    <a:pt x="1355001" y="108334"/>
                  </a:lnTo>
                  <a:lnTo>
                    <a:pt x="1310916" y="88846"/>
                  </a:lnTo>
                  <a:lnTo>
                    <a:pt x="1264583" y="71065"/>
                  </a:lnTo>
                  <a:lnTo>
                    <a:pt x="1216142" y="55072"/>
                  </a:lnTo>
                  <a:lnTo>
                    <a:pt x="1165733" y="40948"/>
                  </a:lnTo>
                  <a:lnTo>
                    <a:pt x="1113497" y="28774"/>
                  </a:lnTo>
                  <a:lnTo>
                    <a:pt x="1059574" y="18632"/>
                  </a:lnTo>
                  <a:lnTo>
                    <a:pt x="1004104" y="10602"/>
                  </a:lnTo>
                  <a:lnTo>
                    <a:pt x="947228" y="4766"/>
                  </a:lnTo>
                  <a:lnTo>
                    <a:pt x="889085" y="1205"/>
                  </a:lnTo>
                  <a:lnTo>
                    <a:pt x="829818" y="0"/>
                  </a:lnTo>
                  <a:close/>
                </a:path>
              </a:pathLst>
            </a:custGeom>
            <a:solidFill>
              <a:srgbClr val="4471C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9" name="Google Shape;689;p87"/>
            <p:cNvSpPr/>
            <p:nvPr/>
          </p:nvSpPr>
          <p:spPr>
            <a:xfrm>
              <a:off x="5119115" y="2703576"/>
              <a:ext cx="1659889" cy="960119"/>
            </a:xfrm>
            <a:custGeom>
              <a:avLst/>
              <a:gdLst/>
              <a:ahLst/>
              <a:cxnLst/>
              <a:rect l="l" t="t" r="r" b="b"/>
              <a:pathLst>
                <a:path w="1659890" h="960120" extrusionOk="0">
                  <a:moveTo>
                    <a:pt x="0" y="480060"/>
                  </a:moveTo>
                  <a:lnTo>
                    <a:pt x="8239" y="412132"/>
                  </a:lnTo>
                  <a:lnTo>
                    <a:pt x="32209" y="347136"/>
                  </a:lnTo>
                  <a:lnTo>
                    <a:pt x="70787" y="285720"/>
                  </a:lnTo>
                  <a:lnTo>
                    <a:pt x="122849" y="228534"/>
                  </a:lnTo>
                  <a:lnTo>
                    <a:pt x="153587" y="201730"/>
                  </a:lnTo>
                  <a:lnTo>
                    <a:pt x="187274" y="176226"/>
                  </a:lnTo>
                  <a:lnTo>
                    <a:pt x="223771" y="152105"/>
                  </a:lnTo>
                  <a:lnTo>
                    <a:pt x="262938" y="129448"/>
                  </a:lnTo>
                  <a:lnTo>
                    <a:pt x="304634" y="108334"/>
                  </a:lnTo>
                  <a:lnTo>
                    <a:pt x="348719" y="88846"/>
                  </a:lnTo>
                  <a:lnTo>
                    <a:pt x="395052" y="71065"/>
                  </a:lnTo>
                  <a:lnTo>
                    <a:pt x="443493" y="55072"/>
                  </a:lnTo>
                  <a:lnTo>
                    <a:pt x="493902" y="40948"/>
                  </a:lnTo>
                  <a:lnTo>
                    <a:pt x="546138" y="28774"/>
                  </a:lnTo>
                  <a:lnTo>
                    <a:pt x="600061" y="18632"/>
                  </a:lnTo>
                  <a:lnTo>
                    <a:pt x="655531" y="10602"/>
                  </a:lnTo>
                  <a:lnTo>
                    <a:pt x="712407" y="4766"/>
                  </a:lnTo>
                  <a:lnTo>
                    <a:pt x="770550" y="1205"/>
                  </a:lnTo>
                  <a:lnTo>
                    <a:pt x="829818" y="0"/>
                  </a:lnTo>
                  <a:lnTo>
                    <a:pt x="889085" y="1205"/>
                  </a:lnTo>
                  <a:lnTo>
                    <a:pt x="947228" y="4766"/>
                  </a:lnTo>
                  <a:lnTo>
                    <a:pt x="1004104" y="10602"/>
                  </a:lnTo>
                  <a:lnTo>
                    <a:pt x="1059574" y="18632"/>
                  </a:lnTo>
                  <a:lnTo>
                    <a:pt x="1113497" y="28774"/>
                  </a:lnTo>
                  <a:lnTo>
                    <a:pt x="1165733" y="40948"/>
                  </a:lnTo>
                  <a:lnTo>
                    <a:pt x="1216142" y="55072"/>
                  </a:lnTo>
                  <a:lnTo>
                    <a:pt x="1264583" y="71065"/>
                  </a:lnTo>
                  <a:lnTo>
                    <a:pt x="1310916" y="88846"/>
                  </a:lnTo>
                  <a:lnTo>
                    <a:pt x="1355001" y="108334"/>
                  </a:lnTo>
                  <a:lnTo>
                    <a:pt x="1396697" y="129448"/>
                  </a:lnTo>
                  <a:lnTo>
                    <a:pt x="1435864" y="152105"/>
                  </a:lnTo>
                  <a:lnTo>
                    <a:pt x="1472361" y="176226"/>
                  </a:lnTo>
                  <a:lnTo>
                    <a:pt x="1506048" y="201730"/>
                  </a:lnTo>
                  <a:lnTo>
                    <a:pt x="1536786" y="228534"/>
                  </a:lnTo>
                  <a:lnTo>
                    <a:pt x="1564432" y="256558"/>
                  </a:lnTo>
                  <a:lnTo>
                    <a:pt x="1609893" y="315940"/>
                  </a:lnTo>
                  <a:lnTo>
                    <a:pt x="1641307" y="379227"/>
                  </a:lnTo>
                  <a:lnTo>
                    <a:pt x="1657552" y="445770"/>
                  </a:lnTo>
                  <a:lnTo>
                    <a:pt x="1659636" y="480060"/>
                  </a:lnTo>
                  <a:lnTo>
                    <a:pt x="1657552" y="514349"/>
                  </a:lnTo>
                  <a:lnTo>
                    <a:pt x="1641307" y="580892"/>
                  </a:lnTo>
                  <a:lnTo>
                    <a:pt x="1609893" y="644179"/>
                  </a:lnTo>
                  <a:lnTo>
                    <a:pt x="1564432" y="703561"/>
                  </a:lnTo>
                  <a:lnTo>
                    <a:pt x="1536786" y="731585"/>
                  </a:lnTo>
                  <a:lnTo>
                    <a:pt x="1506048" y="758389"/>
                  </a:lnTo>
                  <a:lnTo>
                    <a:pt x="1472361" y="783893"/>
                  </a:lnTo>
                  <a:lnTo>
                    <a:pt x="1435864" y="808014"/>
                  </a:lnTo>
                  <a:lnTo>
                    <a:pt x="1396697" y="830671"/>
                  </a:lnTo>
                  <a:lnTo>
                    <a:pt x="1355001" y="851785"/>
                  </a:lnTo>
                  <a:lnTo>
                    <a:pt x="1310916" y="871273"/>
                  </a:lnTo>
                  <a:lnTo>
                    <a:pt x="1264583" y="889054"/>
                  </a:lnTo>
                  <a:lnTo>
                    <a:pt x="1216142" y="905047"/>
                  </a:lnTo>
                  <a:lnTo>
                    <a:pt x="1165733" y="919171"/>
                  </a:lnTo>
                  <a:lnTo>
                    <a:pt x="1113497" y="931345"/>
                  </a:lnTo>
                  <a:lnTo>
                    <a:pt x="1059574" y="941487"/>
                  </a:lnTo>
                  <a:lnTo>
                    <a:pt x="1004104" y="949517"/>
                  </a:lnTo>
                  <a:lnTo>
                    <a:pt x="947228" y="955353"/>
                  </a:lnTo>
                  <a:lnTo>
                    <a:pt x="889085" y="958914"/>
                  </a:lnTo>
                  <a:lnTo>
                    <a:pt x="829818" y="960119"/>
                  </a:lnTo>
                  <a:lnTo>
                    <a:pt x="770550" y="958914"/>
                  </a:lnTo>
                  <a:lnTo>
                    <a:pt x="712407" y="955353"/>
                  </a:lnTo>
                  <a:lnTo>
                    <a:pt x="655531" y="949517"/>
                  </a:lnTo>
                  <a:lnTo>
                    <a:pt x="600061" y="941487"/>
                  </a:lnTo>
                  <a:lnTo>
                    <a:pt x="546138" y="931345"/>
                  </a:lnTo>
                  <a:lnTo>
                    <a:pt x="493902" y="919171"/>
                  </a:lnTo>
                  <a:lnTo>
                    <a:pt x="443493" y="905047"/>
                  </a:lnTo>
                  <a:lnTo>
                    <a:pt x="395052" y="889054"/>
                  </a:lnTo>
                  <a:lnTo>
                    <a:pt x="348719" y="871273"/>
                  </a:lnTo>
                  <a:lnTo>
                    <a:pt x="304634" y="851785"/>
                  </a:lnTo>
                  <a:lnTo>
                    <a:pt x="262938" y="830671"/>
                  </a:lnTo>
                  <a:lnTo>
                    <a:pt x="223771" y="808014"/>
                  </a:lnTo>
                  <a:lnTo>
                    <a:pt x="187274" y="783893"/>
                  </a:lnTo>
                  <a:lnTo>
                    <a:pt x="153587" y="758389"/>
                  </a:lnTo>
                  <a:lnTo>
                    <a:pt x="122849" y="731585"/>
                  </a:lnTo>
                  <a:lnTo>
                    <a:pt x="95203" y="703561"/>
                  </a:lnTo>
                  <a:lnTo>
                    <a:pt x="49742" y="644179"/>
                  </a:lnTo>
                  <a:lnTo>
                    <a:pt x="18328" y="580892"/>
                  </a:lnTo>
                  <a:lnTo>
                    <a:pt x="2083" y="514349"/>
                  </a:lnTo>
                  <a:lnTo>
                    <a:pt x="0" y="480060"/>
                  </a:lnTo>
                  <a:close/>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690" name="Google Shape;690;p87"/>
          <p:cNvSpPr txBox="1"/>
          <p:nvPr/>
        </p:nvSpPr>
        <p:spPr>
          <a:xfrm>
            <a:off x="5531358" y="2882265"/>
            <a:ext cx="835660" cy="574040"/>
          </a:xfrm>
          <a:prstGeom prst="rect">
            <a:avLst/>
          </a:prstGeom>
          <a:noFill/>
          <a:ln>
            <a:noFill/>
          </a:ln>
        </p:spPr>
        <p:txBody>
          <a:bodyPr spcFirstLastPara="1" wrap="square" lIns="0" tIns="12700" rIns="0" bIns="0" anchor="t" anchorCtr="0">
            <a:spAutoFit/>
          </a:bodyPr>
          <a:lstStyle/>
          <a:p>
            <a:pPr marL="201295" marR="5080" lvl="0" indent="-189230" algn="l" rtl="0">
              <a:lnSpc>
                <a:spcPct val="100000"/>
              </a:lnSpc>
              <a:spcBef>
                <a:spcPts val="0"/>
              </a:spcBef>
              <a:spcAft>
                <a:spcPts val="0"/>
              </a:spcAft>
              <a:buNone/>
            </a:pPr>
            <a:r>
              <a:rPr lang="en-US" sz="1800">
                <a:solidFill>
                  <a:srgbClr val="FFFFFF"/>
                </a:solidFill>
                <a:latin typeface="Calibri"/>
                <a:ea typeface="Calibri"/>
                <a:cs typeface="Calibri"/>
                <a:sym typeface="Calibri"/>
              </a:rPr>
              <a:t>Use case  view</a:t>
            </a:r>
            <a:endParaRPr sz="1800">
              <a:solidFill>
                <a:schemeClr val="dk1"/>
              </a:solidFill>
              <a:latin typeface="Calibri"/>
              <a:ea typeface="Calibri"/>
              <a:cs typeface="Calibri"/>
              <a:sym typeface="Calibri"/>
            </a:endParaRPr>
          </a:p>
        </p:txBody>
      </p:sp>
      <p:sp>
        <p:nvSpPr>
          <p:cNvPr id="691" name="Google Shape;691;p87"/>
          <p:cNvSpPr txBox="1"/>
          <p:nvPr/>
        </p:nvSpPr>
        <p:spPr>
          <a:xfrm>
            <a:off x="1947417" y="1503426"/>
            <a:ext cx="1193800"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Vocabulary  functionality</a:t>
            </a:r>
            <a:endParaRPr sz="1800">
              <a:solidFill>
                <a:schemeClr val="dk1"/>
              </a:solidFill>
              <a:latin typeface="Calibri"/>
              <a:ea typeface="Calibri"/>
              <a:cs typeface="Calibri"/>
              <a:sym typeface="Calibri"/>
            </a:endParaRPr>
          </a:p>
        </p:txBody>
      </p:sp>
      <p:sp>
        <p:nvSpPr>
          <p:cNvPr id="692" name="Google Shape;692;p87"/>
          <p:cNvSpPr txBox="1"/>
          <p:nvPr/>
        </p:nvSpPr>
        <p:spPr>
          <a:xfrm>
            <a:off x="2171192" y="4858004"/>
            <a:ext cx="1219200" cy="84836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Performance  Scalability  throughput</a:t>
            </a:r>
            <a:endParaRPr sz="1800">
              <a:solidFill>
                <a:schemeClr val="dk1"/>
              </a:solidFill>
              <a:latin typeface="Calibri"/>
              <a:ea typeface="Calibri"/>
              <a:cs typeface="Calibri"/>
              <a:sym typeface="Calibri"/>
            </a:endParaRPr>
          </a:p>
        </p:txBody>
      </p:sp>
      <p:sp>
        <p:nvSpPr>
          <p:cNvPr id="693" name="Google Shape;693;p87"/>
          <p:cNvSpPr txBox="1"/>
          <p:nvPr/>
        </p:nvSpPr>
        <p:spPr>
          <a:xfrm>
            <a:off x="8249793" y="1401571"/>
            <a:ext cx="2552065"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System assembly  configuration management</a:t>
            </a:r>
            <a:endParaRPr sz="1800">
              <a:solidFill>
                <a:schemeClr val="dk1"/>
              </a:solidFill>
              <a:latin typeface="Calibri"/>
              <a:ea typeface="Calibri"/>
              <a:cs typeface="Calibri"/>
              <a:sym typeface="Calibri"/>
            </a:endParaRPr>
          </a:p>
        </p:txBody>
      </p:sp>
      <p:sp>
        <p:nvSpPr>
          <p:cNvPr id="694" name="Google Shape;694;p87"/>
          <p:cNvSpPr txBox="1"/>
          <p:nvPr/>
        </p:nvSpPr>
        <p:spPr>
          <a:xfrm>
            <a:off x="2171192" y="3120009"/>
            <a:ext cx="8477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Behavior</a:t>
            </a:r>
            <a:endParaRPr sz="1800">
              <a:solidFill>
                <a:schemeClr val="dk1"/>
              </a:solidFill>
              <a:latin typeface="Calibri"/>
              <a:ea typeface="Calibri"/>
              <a:cs typeface="Calibri"/>
              <a:sym typeface="Calibri"/>
            </a:endParaRPr>
          </a:p>
        </p:txBody>
      </p:sp>
      <p:sp>
        <p:nvSpPr>
          <p:cNvPr id="695" name="Google Shape;695;p87"/>
          <p:cNvSpPr txBox="1"/>
          <p:nvPr/>
        </p:nvSpPr>
        <p:spPr>
          <a:xfrm>
            <a:off x="8381492" y="4400550"/>
            <a:ext cx="1557020" cy="1122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800">
                <a:solidFill>
                  <a:schemeClr val="dk1"/>
                </a:solidFill>
                <a:latin typeface="Calibri"/>
                <a:ea typeface="Calibri"/>
                <a:cs typeface="Calibri"/>
                <a:sym typeface="Calibri"/>
              </a:rPr>
              <a:t>System topology  Distribution  Delivery  installation</a:t>
            </a:r>
            <a:endParaRPr sz="1800">
              <a:solidFill>
                <a:schemeClr val="dk1"/>
              </a:solidFill>
              <a:latin typeface="Calibri"/>
              <a:ea typeface="Calibri"/>
              <a:cs typeface="Calibri"/>
              <a:sym typeface="Calibri"/>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A3F73D0-9E5B-4255-BDFE-4EB805529D2C}"/>
                  </a:ext>
                </a:extLst>
              </p14:cNvPr>
              <p14:cNvContentPartPr/>
              <p14:nvPr/>
            </p14:nvContentPartPr>
            <p14:xfrm>
              <a:off x="4084560" y="909000"/>
              <a:ext cx="2539440" cy="84600"/>
            </p14:xfrm>
          </p:contentPart>
        </mc:Choice>
        <mc:Fallback xmlns="">
          <p:pic>
            <p:nvPicPr>
              <p:cNvPr id="2" name="Ink 1">
                <a:extLst>
                  <a:ext uri="{FF2B5EF4-FFF2-40B4-BE49-F238E27FC236}">
                    <a16:creationId xmlns:a16="http://schemas.microsoft.com/office/drawing/2014/main" id="{6A3F73D0-9E5B-4255-BDFE-4EB805529D2C}"/>
                  </a:ext>
                </a:extLst>
              </p:cNvPr>
              <p:cNvPicPr/>
              <p:nvPr/>
            </p:nvPicPr>
            <p:blipFill>
              <a:blip r:embed="rId4"/>
              <a:stretch>
                <a:fillRect/>
              </a:stretch>
            </p:blipFill>
            <p:spPr>
              <a:xfrm>
                <a:off x="4075200" y="899640"/>
                <a:ext cx="255816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2F3CA073-BD9B-45A5-A8C4-D7590D72BEF8}"/>
                  </a:ext>
                </a:extLst>
              </p14:cNvPr>
              <p14:cNvContentPartPr/>
              <p14:nvPr/>
            </p14:nvContentPartPr>
            <p14:xfrm>
              <a:off x="3097440" y="1851840"/>
              <a:ext cx="5165280" cy="2379600"/>
            </p14:xfrm>
          </p:contentPart>
        </mc:Choice>
        <mc:Fallback xmlns="">
          <p:pic>
            <p:nvPicPr>
              <p:cNvPr id="3" name="Ink 2">
                <a:extLst>
                  <a:ext uri="{FF2B5EF4-FFF2-40B4-BE49-F238E27FC236}">
                    <a16:creationId xmlns:a16="http://schemas.microsoft.com/office/drawing/2014/main" id="{2F3CA073-BD9B-45A5-A8C4-D7590D72BEF8}"/>
                  </a:ext>
                </a:extLst>
              </p:cNvPr>
              <p:cNvPicPr/>
              <p:nvPr/>
            </p:nvPicPr>
            <p:blipFill>
              <a:blip r:embed="rId6"/>
              <a:stretch>
                <a:fillRect/>
              </a:stretch>
            </p:blipFill>
            <p:spPr>
              <a:xfrm>
                <a:off x="3088080" y="1842480"/>
                <a:ext cx="5184000" cy="2398320"/>
              </a:xfrm>
              <a:prstGeom prst="rect">
                <a:avLst/>
              </a:prstGeom>
            </p:spPr>
          </p:pic>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88"/>
          <p:cNvSpPr txBox="1"/>
          <p:nvPr/>
        </p:nvSpPr>
        <p:spPr>
          <a:xfrm>
            <a:off x="533400" y="84246"/>
            <a:ext cx="11430000" cy="6374684"/>
          </a:xfrm>
          <a:prstGeom prst="rect">
            <a:avLst/>
          </a:prstGeom>
          <a:noFill/>
          <a:ln>
            <a:noFill/>
          </a:ln>
        </p:spPr>
        <p:txBody>
          <a:bodyPr spcFirstLastPara="1" wrap="square" lIns="0" tIns="54600" rIns="0" bIns="0" anchor="t" anchorCtr="0">
            <a:spAutoFit/>
          </a:bodyPr>
          <a:lstStyle/>
          <a:p>
            <a:pPr marL="12700" marR="0" lvl="0" indent="0" algn="l" rtl="0">
              <a:lnSpc>
                <a:spcPct val="100000"/>
              </a:lnSpc>
              <a:spcBef>
                <a:spcPts val="0"/>
              </a:spcBef>
              <a:spcAft>
                <a:spcPts val="0"/>
              </a:spcAft>
              <a:buNone/>
            </a:pPr>
            <a:r>
              <a:rPr lang="en-US" sz="2400" b="1" dirty="0">
                <a:solidFill>
                  <a:schemeClr val="dk1"/>
                </a:solidFill>
                <a:latin typeface="Calibri"/>
                <a:ea typeface="Calibri"/>
                <a:cs typeface="Calibri"/>
                <a:sym typeface="Calibri"/>
              </a:rPr>
              <a:t>Use case view</a:t>
            </a:r>
            <a:endParaRPr sz="2400" dirty="0">
              <a:solidFill>
                <a:schemeClr val="dk1"/>
              </a:solidFill>
              <a:latin typeface="Calibri"/>
              <a:ea typeface="Calibri"/>
              <a:cs typeface="Calibri"/>
              <a:sym typeface="Calibri"/>
            </a:endParaRPr>
          </a:p>
          <a:p>
            <a:pPr marL="241300" marR="647065" lvl="0" indent="-229234" algn="l" rtl="0">
              <a:lnSpc>
                <a:spcPct val="96153"/>
              </a:lnSpc>
              <a:spcBef>
                <a:spcPts val="970"/>
              </a:spcBef>
              <a:spcAft>
                <a:spcPts val="0"/>
              </a:spcAft>
              <a:buClr>
                <a:schemeClr val="dk1"/>
              </a:buClr>
              <a:buSzPts val="2600"/>
              <a:buFont typeface="Arial"/>
              <a:buChar char="•"/>
            </a:pPr>
            <a:r>
              <a:rPr lang="en-US" sz="2400" dirty="0">
                <a:solidFill>
                  <a:schemeClr val="dk1"/>
                </a:solidFill>
                <a:latin typeface="Calibri"/>
                <a:ea typeface="Calibri"/>
                <a:cs typeface="Calibri"/>
                <a:sym typeface="Calibri"/>
              </a:rPr>
              <a:t>System encompasses the use cases that describe the behavior of the  system as seen by its </a:t>
            </a:r>
            <a:r>
              <a:rPr lang="en-US" sz="2400" b="1" dirty="0">
                <a:solidFill>
                  <a:schemeClr val="dk1"/>
                </a:solidFill>
                <a:latin typeface="Calibri"/>
                <a:ea typeface="Calibri"/>
                <a:cs typeface="Calibri"/>
                <a:sym typeface="Calibri"/>
              </a:rPr>
              <a:t>end users, analysts, and testers.</a:t>
            </a:r>
            <a:endParaRPr sz="2400" b="1" dirty="0">
              <a:solidFill>
                <a:schemeClr val="dk1"/>
              </a:solidFill>
              <a:latin typeface="Calibri"/>
              <a:ea typeface="Calibri"/>
              <a:cs typeface="Calibri"/>
              <a:sym typeface="Calibri"/>
            </a:endParaRPr>
          </a:p>
          <a:p>
            <a:pPr marL="241300" marR="0" lvl="0" indent="-229234" algn="l" rtl="0">
              <a:lnSpc>
                <a:spcPct val="100000"/>
              </a:lnSpc>
              <a:spcBef>
                <a:spcPts val="400"/>
              </a:spcBef>
              <a:spcAft>
                <a:spcPts val="0"/>
              </a:spcAft>
              <a:buClr>
                <a:schemeClr val="dk1"/>
              </a:buClr>
              <a:buSzPts val="2600"/>
              <a:buFont typeface="Arial"/>
              <a:buChar char="•"/>
            </a:pPr>
            <a:r>
              <a:rPr lang="en-US" sz="2400" dirty="0">
                <a:solidFill>
                  <a:schemeClr val="dk1"/>
                </a:solidFill>
                <a:latin typeface="Calibri"/>
                <a:ea typeface="Calibri"/>
                <a:cs typeface="Calibri"/>
                <a:sym typeface="Calibri"/>
              </a:rPr>
              <a:t>Doesn’t really specify the organization of a software system.</a:t>
            </a:r>
            <a:endParaRPr sz="2400" dirty="0">
              <a:solidFill>
                <a:schemeClr val="dk1"/>
              </a:solidFill>
              <a:latin typeface="Calibri"/>
              <a:ea typeface="Calibri"/>
              <a:cs typeface="Calibri"/>
              <a:sym typeface="Calibri"/>
            </a:endParaRPr>
          </a:p>
          <a:p>
            <a:pPr marL="241300" lvl="0" indent="-229234">
              <a:spcBef>
                <a:spcPts val="370"/>
              </a:spcBef>
              <a:buClr>
                <a:schemeClr val="dk1"/>
              </a:buClr>
              <a:buSzPts val="2600"/>
              <a:buFont typeface="Arial"/>
              <a:buChar char="•"/>
            </a:pPr>
            <a:r>
              <a:rPr lang="en-US" sz="2400" dirty="0"/>
              <a:t>Use cases describe requirements that strongly influence the design</a:t>
            </a:r>
            <a:r>
              <a:rPr lang="en-US" sz="2400" dirty="0">
                <a:solidFill>
                  <a:schemeClr val="dk1"/>
                </a:solidFill>
                <a:latin typeface="Calibri"/>
                <a:ea typeface="Calibri"/>
                <a:cs typeface="Calibri"/>
                <a:sym typeface="Calibri"/>
              </a:rPr>
              <a:t>.</a:t>
            </a:r>
            <a:endParaRPr sz="2400" dirty="0">
              <a:solidFill>
                <a:schemeClr val="dk1"/>
              </a:solidFill>
              <a:latin typeface="Calibri"/>
              <a:ea typeface="Calibri"/>
              <a:cs typeface="Calibri"/>
              <a:sym typeface="Calibri"/>
            </a:endParaRPr>
          </a:p>
          <a:p>
            <a:pPr marL="241300" marR="0" lvl="0" indent="-229234" algn="l" rtl="0">
              <a:lnSpc>
                <a:spcPct val="100000"/>
              </a:lnSpc>
              <a:spcBef>
                <a:spcPts val="375"/>
              </a:spcBef>
              <a:spcAft>
                <a:spcPts val="0"/>
              </a:spcAft>
              <a:buClr>
                <a:schemeClr val="dk1"/>
              </a:buClr>
              <a:buSzPts val="2600"/>
              <a:buFont typeface="Arial"/>
              <a:buChar char="•"/>
            </a:pPr>
            <a:r>
              <a:rPr lang="en-US" sz="2400" dirty="0">
                <a:solidFill>
                  <a:srgbClr val="FF0000"/>
                </a:solidFill>
                <a:latin typeface="Calibri"/>
                <a:ea typeface="Calibri"/>
                <a:cs typeface="Calibri"/>
                <a:sym typeface="Calibri"/>
              </a:rPr>
              <a:t>Static aspects</a:t>
            </a:r>
            <a:r>
              <a:rPr lang="en-US" sz="2400" dirty="0">
                <a:solidFill>
                  <a:schemeClr val="dk1"/>
                </a:solidFill>
                <a:latin typeface="Calibri"/>
                <a:ea typeface="Calibri"/>
                <a:cs typeface="Calibri"/>
                <a:sym typeface="Calibri"/>
              </a:rPr>
              <a:t> of this view are captured in </a:t>
            </a:r>
            <a:r>
              <a:rPr lang="en-US" sz="2400" dirty="0">
                <a:solidFill>
                  <a:srgbClr val="FF0000"/>
                </a:solidFill>
                <a:latin typeface="Calibri"/>
                <a:ea typeface="Calibri"/>
                <a:cs typeface="Calibri"/>
                <a:sym typeface="Calibri"/>
              </a:rPr>
              <a:t>use case diagrams</a:t>
            </a:r>
            <a:endParaRPr sz="2400" dirty="0">
              <a:solidFill>
                <a:srgbClr val="FF0000"/>
              </a:solidFill>
              <a:latin typeface="Calibri"/>
              <a:ea typeface="Calibri"/>
              <a:cs typeface="Calibri"/>
              <a:sym typeface="Calibri"/>
            </a:endParaRPr>
          </a:p>
          <a:p>
            <a:pPr marL="241300" marR="928369" lvl="0" indent="-229234" algn="l" rtl="0">
              <a:lnSpc>
                <a:spcPct val="80000"/>
              </a:lnSpc>
              <a:spcBef>
                <a:spcPts val="1010"/>
              </a:spcBef>
              <a:spcAft>
                <a:spcPts val="0"/>
              </a:spcAft>
              <a:buClr>
                <a:schemeClr val="dk1"/>
              </a:buClr>
              <a:buSzPts val="2600"/>
              <a:buFont typeface="Arial"/>
              <a:buChar char="•"/>
            </a:pPr>
            <a:r>
              <a:rPr lang="en-US" sz="2400" dirty="0">
                <a:solidFill>
                  <a:srgbClr val="FF0000"/>
                </a:solidFill>
                <a:latin typeface="Calibri"/>
                <a:ea typeface="Calibri"/>
                <a:cs typeface="Calibri"/>
                <a:sym typeface="Calibri"/>
              </a:rPr>
              <a:t>Dynamic aspects </a:t>
            </a:r>
            <a:r>
              <a:rPr lang="en-US" sz="2400" dirty="0">
                <a:solidFill>
                  <a:schemeClr val="dk1"/>
                </a:solidFill>
                <a:latin typeface="Calibri"/>
                <a:ea typeface="Calibri"/>
                <a:cs typeface="Calibri"/>
                <a:sym typeface="Calibri"/>
              </a:rPr>
              <a:t>of this view are captured in interaction diagrams,  </a:t>
            </a:r>
            <a:r>
              <a:rPr lang="en-US" sz="2400" dirty="0" err="1">
                <a:solidFill>
                  <a:schemeClr val="dk1"/>
                </a:solidFill>
                <a:latin typeface="Calibri"/>
                <a:ea typeface="Calibri"/>
                <a:cs typeface="Calibri"/>
                <a:sym typeface="Calibri"/>
              </a:rPr>
              <a:t>statechart</a:t>
            </a:r>
            <a:r>
              <a:rPr lang="en-US" sz="2400" dirty="0">
                <a:solidFill>
                  <a:schemeClr val="dk1"/>
                </a:solidFill>
                <a:latin typeface="Calibri"/>
                <a:ea typeface="Calibri"/>
                <a:cs typeface="Calibri"/>
                <a:sym typeface="Calibri"/>
              </a:rPr>
              <a:t> diagrams, and activity diagrams.</a:t>
            </a:r>
            <a:endParaRPr sz="2400" dirty="0">
              <a:solidFill>
                <a:schemeClr val="dk1"/>
              </a:solidFill>
              <a:latin typeface="Calibri"/>
              <a:ea typeface="Calibri"/>
              <a:cs typeface="Calibri"/>
              <a:sym typeface="Calibri"/>
            </a:endParaRPr>
          </a:p>
          <a:p>
            <a:pPr marL="12700" marR="0" lvl="0" indent="0" algn="l" rtl="0">
              <a:lnSpc>
                <a:spcPct val="100000"/>
              </a:lnSpc>
              <a:spcBef>
                <a:spcPts val="425"/>
              </a:spcBef>
              <a:spcAft>
                <a:spcPts val="0"/>
              </a:spcAft>
              <a:buNone/>
            </a:pPr>
            <a:r>
              <a:rPr lang="en-US" sz="2400" b="1" dirty="0">
                <a:solidFill>
                  <a:schemeClr val="dk1"/>
                </a:solidFill>
                <a:latin typeface="Calibri"/>
                <a:ea typeface="Calibri"/>
                <a:cs typeface="Calibri"/>
                <a:sym typeface="Calibri"/>
              </a:rPr>
              <a:t>Design view</a:t>
            </a:r>
            <a:endParaRPr sz="2400" dirty="0">
              <a:solidFill>
                <a:schemeClr val="dk1"/>
              </a:solidFill>
              <a:latin typeface="Calibri"/>
              <a:ea typeface="Calibri"/>
              <a:cs typeface="Calibri"/>
              <a:sym typeface="Calibri"/>
            </a:endParaRPr>
          </a:p>
          <a:p>
            <a:pPr marL="241300" marR="5080" lvl="0" indent="-229234" algn="l" rtl="0">
              <a:lnSpc>
                <a:spcPct val="80000"/>
              </a:lnSpc>
              <a:spcBef>
                <a:spcPts val="990"/>
              </a:spcBef>
              <a:spcAft>
                <a:spcPts val="0"/>
              </a:spcAft>
              <a:buClr>
                <a:schemeClr val="dk1"/>
              </a:buClr>
              <a:buSzPts val="2600"/>
              <a:buFont typeface="Arial"/>
              <a:buChar char="•"/>
            </a:pPr>
            <a:r>
              <a:rPr lang="en-US" sz="2400" dirty="0">
                <a:solidFill>
                  <a:schemeClr val="dk1"/>
                </a:solidFill>
                <a:latin typeface="Calibri"/>
                <a:ea typeface="Calibri"/>
                <a:cs typeface="Calibri"/>
                <a:sym typeface="Calibri"/>
              </a:rPr>
              <a:t>System encompasses the classes, interfaces, and collaborations that form  the vocabulary of the problem and its solution.</a:t>
            </a:r>
            <a:endParaRPr sz="2400" dirty="0">
              <a:solidFill>
                <a:schemeClr val="dk1"/>
              </a:solidFill>
              <a:latin typeface="Calibri"/>
              <a:ea typeface="Calibri"/>
              <a:cs typeface="Calibri"/>
              <a:sym typeface="Calibri"/>
            </a:endParaRPr>
          </a:p>
          <a:p>
            <a:pPr marL="241300" marR="0" lvl="0" indent="-229234" algn="l" rtl="0">
              <a:lnSpc>
                <a:spcPct val="100000"/>
              </a:lnSpc>
              <a:spcBef>
                <a:spcPts val="385"/>
              </a:spcBef>
              <a:spcAft>
                <a:spcPts val="0"/>
              </a:spcAft>
              <a:buClr>
                <a:schemeClr val="dk1"/>
              </a:buClr>
              <a:buSzPts val="2600"/>
              <a:buFont typeface="Arial"/>
              <a:buChar char="•"/>
            </a:pPr>
            <a:r>
              <a:rPr lang="en-US" sz="2400" dirty="0">
                <a:solidFill>
                  <a:schemeClr val="dk1"/>
                </a:solidFill>
                <a:latin typeface="Calibri"/>
                <a:ea typeface="Calibri"/>
                <a:cs typeface="Calibri"/>
                <a:sym typeface="Calibri"/>
              </a:rPr>
              <a:t>Supports the </a:t>
            </a:r>
            <a:r>
              <a:rPr lang="en-US" sz="2400" i="1" dirty="0">
                <a:solidFill>
                  <a:srgbClr val="FF0000"/>
                </a:solidFill>
                <a:latin typeface="Calibri"/>
                <a:ea typeface="Calibri"/>
                <a:cs typeface="Calibri"/>
                <a:sym typeface="Calibri"/>
              </a:rPr>
              <a:t>functional requirements </a:t>
            </a:r>
            <a:r>
              <a:rPr lang="en-US" sz="2400" dirty="0">
                <a:solidFill>
                  <a:schemeClr val="dk1"/>
                </a:solidFill>
                <a:latin typeface="Calibri"/>
                <a:ea typeface="Calibri"/>
                <a:cs typeface="Calibri"/>
                <a:sym typeface="Calibri"/>
              </a:rPr>
              <a:t>of the system (the services that the system should provide to its end users)</a:t>
            </a:r>
            <a:endParaRPr sz="2400" dirty="0">
              <a:solidFill>
                <a:schemeClr val="dk1"/>
              </a:solidFill>
              <a:latin typeface="Calibri"/>
              <a:ea typeface="Calibri"/>
              <a:cs typeface="Calibri"/>
              <a:sym typeface="Calibri"/>
            </a:endParaRPr>
          </a:p>
          <a:p>
            <a:pPr marL="241300" marR="763905" lvl="0" indent="-229234" algn="l" rtl="0">
              <a:lnSpc>
                <a:spcPct val="96153"/>
              </a:lnSpc>
              <a:spcBef>
                <a:spcPts val="969"/>
              </a:spcBef>
              <a:spcAft>
                <a:spcPts val="0"/>
              </a:spcAft>
              <a:buClr>
                <a:schemeClr val="dk1"/>
              </a:buClr>
              <a:buSzPts val="2600"/>
              <a:buFont typeface="Arial"/>
              <a:buChar char="•"/>
            </a:pPr>
            <a:r>
              <a:rPr lang="en-US" sz="2400" dirty="0">
                <a:solidFill>
                  <a:srgbClr val="FF0000"/>
                </a:solidFill>
                <a:latin typeface="Calibri"/>
                <a:ea typeface="Calibri"/>
                <a:cs typeface="Calibri"/>
                <a:sym typeface="Calibri"/>
              </a:rPr>
              <a:t>Static aspects </a:t>
            </a:r>
            <a:r>
              <a:rPr lang="en-US" sz="2400" dirty="0">
                <a:solidFill>
                  <a:schemeClr val="dk1"/>
                </a:solidFill>
                <a:latin typeface="Calibri"/>
                <a:ea typeface="Calibri"/>
                <a:cs typeface="Calibri"/>
                <a:sym typeface="Calibri"/>
              </a:rPr>
              <a:t>of this view are captured in </a:t>
            </a:r>
            <a:r>
              <a:rPr lang="en-US" sz="2400" dirty="0">
                <a:solidFill>
                  <a:srgbClr val="FF0000"/>
                </a:solidFill>
                <a:latin typeface="Calibri"/>
                <a:ea typeface="Calibri"/>
                <a:cs typeface="Calibri"/>
                <a:sym typeface="Calibri"/>
              </a:rPr>
              <a:t>class diagrams </a:t>
            </a:r>
            <a:r>
              <a:rPr lang="en-US" sz="2400" dirty="0">
                <a:solidFill>
                  <a:schemeClr val="dk1"/>
                </a:solidFill>
                <a:latin typeface="Calibri"/>
                <a:ea typeface="Calibri"/>
                <a:cs typeface="Calibri"/>
                <a:sym typeface="Calibri"/>
              </a:rPr>
              <a:t>and </a:t>
            </a:r>
            <a:r>
              <a:rPr lang="en-US" sz="2400" dirty="0">
                <a:solidFill>
                  <a:srgbClr val="FF0000"/>
                </a:solidFill>
                <a:latin typeface="Calibri"/>
                <a:ea typeface="Calibri"/>
                <a:cs typeface="Calibri"/>
                <a:sym typeface="Calibri"/>
              </a:rPr>
              <a:t>object  diagrams</a:t>
            </a:r>
            <a:endParaRPr sz="2400" dirty="0">
              <a:solidFill>
                <a:srgbClr val="FF0000"/>
              </a:solidFill>
              <a:latin typeface="Calibri"/>
              <a:ea typeface="Calibri"/>
              <a:cs typeface="Calibri"/>
              <a:sym typeface="Calibri"/>
            </a:endParaRPr>
          </a:p>
          <a:p>
            <a:pPr marL="241300" marR="928369" lvl="0" indent="-229234" algn="l" rtl="0">
              <a:lnSpc>
                <a:spcPct val="80000"/>
              </a:lnSpc>
              <a:spcBef>
                <a:spcPts val="1015"/>
              </a:spcBef>
              <a:spcAft>
                <a:spcPts val="0"/>
              </a:spcAft>
              <a:buClr>
                <a:schemeClr val="dk1"/>
              </a:buClr>
              <a:buSzPts val="2600"/>
              <a:buFont typeface="Arial"/>
              <a:buChar char="•"/>
            </a:pPr>
            <a:r>
              <a:rPr lang="en-US" sz="2400" dirty="0">
                <a:solidFill>
                  <a:srgbClr val="FF0000"/>
                </a:solidFill>
                <a:latin typeface="Calibri"/>
                <a:ea typeface="Calibri"/>
                <a:cs typeface="Calibri"/>
                <a:sym typeface="Calibri"/>
              </a:rPr>
              <a:t>Dynamic aspects </a:t>
            </a:r>
            <a:r>
              <a:rPr lang="en-US" sz="2400" dirty="0">
                <a:solidFill>
                  <a:schemeClr val="dk1"/>
                </a:solidFill>
                <a:latin typeface="Calibri"/>
                <a:ea typeface="Calibri"/>
                <a:cs typeface="Calibri"/>
                <a:sym typeface="Calibri"/>
              </a:rPr>
              <a:t>of this view are captured in interaction diagrams,  </a:t>
            </a:r>
            <a:r>
              <a:rPr lang="en-US" sz="2400" dirty="0" err="1">
                <a:solidFill>
                  <a:schemeClr val="dk1"/>
                </a:solidFill>
                <a:latin typeface="Calibri"/>
                <a:ea typeface="Calibri"/>
                <a:cs typeface="Calibri"/>
                <a:sym typeface="Calibri"/>
              </a:rPr>
              <a:t>statechart</a:t>
            </a:r>
            <a:r>
              <a:rPr lang="en-US" sz="2400" dirty="0">
                <a:solidFill>
                  <a:schemeClr val="dk1"/>
                </a:solidFill>
                <a:latin typeface="Calibri"/>
                <a:ea typeface="Calibri"/>
                <a:cs typeface="Calibri"/>
                <a:sym typeface="Calibri"/>
              </a:rPr>
              <a:t> diagrams, and activity diagrams.</a:t>
            </a:r>
            <a:endParaRPr sz="2400" dirty="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89"/>
          <p:cNvSpPr txBox="1">
            <a:spLocks noGrp="1"/>
          </p:cNvSpPr>
          <p:nvPr>
            <p:ph type="title"/>
          </p:nvPr>
        </p:nvSpPr>
        <p:spPr>
          <a:xfrm>
            <a:off x="838200" y="533400"/>
            <a:ext cx="4038600"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u="none" dirty="0">
                <a:solidFill>
                  <a:srgbClr val="000000"/>
                </a:solidFill>
              </a:rPr>
              <a:t>Process view</a:t>
            </a:r>
            <a:endParaRPr dirty="0"/>
          </a:p>
        </p:txBody>
      </p:sp>
      <p:sp>
        <p:nvSpPr>
          <p:cNvPr id="706" name="Google Shape;706;p89"/>
          <p:cNvSpPr txBox="1"/>
          <p:nvPr/>
        </p:nvSpPr>
        <p:spPr>
          <a:xfrm>
            <a:off x="381000" y="1295400"/>
            <a:ext cx="11658600" cy="3031199"/>
          </a:xfrm>
          <a:prstGeom prst="rect">
            <a:avLst/>
          </a:prstGeom>
          <a:noFill/>
          <a:ln>
            <a:noFill/>
          </a:ln>
        </p:spPr>
        <p:txBody>
          <a:bodyPr spcFirstLastPara="1" wrap="square" lIns="0" tIns="12050" rIns="0" bIns="0" anchor="t" anchorCtr="0">
            <a:spAutoFit/>
          </a:bodyPr>
          <a:lstStyle/>
          <a:p>
            <a:pPr marL="241300" marR="0" lvl="0" indent="-229234" algn="l" rtl="0">
              <a:lnSpc>
                <a:spcPct val="108035"/>
              </a:lnSpc>
              <a:spcBef>
                <a:spcPts val="0"/>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System encompasses the </a:t>
            </a:r>
            <a:r>
              <a:rPr lang="en-US" sz="2800" dirty="0">
                <a:solidFill>
                  <a:srgbClr val="FF0000"/>
                </a:solidFill>
                <a:latin typeface="Calibri"/>
                <a:ea typeface="Calibri"/>
                <a:cs typeface="Calibri"/>
                <a:sym typeface="Calibri"/>
              </a:rPr>
              <a:t>threads and processes </a:t>
            </a:r>
            <a:r>
              <a:rPr lang="en-US" sz="2800" dirty="0">
                <a:solidFill>
                  <a:schemeClr val="dk1"/>
                </a:solidFill>
                <a:latin typeface="Calibri"/>
                <a:ea typeface="Calibri"/>
                <a:cs typeface="Calibri"/>
                <a:sym typeface="Calibri"/>
              </a:rPr>
              <a:t>that form the </a:t>
            </a:r>
            <a:r>
              <a:rPr lang="en-US" sz="2800" dirty="0">
                <a:solidFill>
                  <a:srgbClr val="FF0000"/>
                </a:solidFill>
                <a:latin typeface="Calibri"/>
                <a:ea typeface="Calibri"/>
                <a:cs typeface="Calibri"/>
                <a:sym typeface="Calibri"/>
              </a:rPr>
              <a:t>system’s concurrency and synchronization</a:t>
            </a:r>
            <a:r>
              <a:rPr lang="en-US" sz="2800" dirty="0">
                <a:solidFill>
                  <a:schemeClr val="dk1"/>
                </a:solidFill>
                <a:latin typeface="Calibri"/>
                <a:ea typeface="Calibri"/>
                <a:cs typeface="Calibri"/>
                <a:sym typeface="Calibri"/>
              </a:rPr>
              <a:t> mechanisms.</a:t>
            </a:r>
            <a:endParaRPr sz="2800" dirty="0">
              <a:solidFill>
                <a:schemeClr val="dk1"/>
              </a:solidFill>
              <a:latin typeface="Calibri"/>
              <a:ea typeface="Calibri"/>
              <a:cs typeface="Calibri"/>
              <a:sym typeface="Calibri"/>
            </a:endParaRPr>
          </a:p>
          <a:p>
            <a:pPr marL="241300" marR="0" lvl="0" indent="-229234" algn="l" rtl="0">
              <a:lnSpc>
                <a:spcPct val="100000"/>
              </a:lnSpc>
              <a:spcBef>
                <a:spcPts val="335"/>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Addresses the </a:t>
            </a:r>
            <a:r>
              <a:rPr lang="en-US" sz="2800" dirty="0">
                <a:solidFill>
                  <a:srgbClr val="FF0000"/>
                </a:solidFill>
                <a:latin typeface="Calibri"/>
                <a:ea typeface="Calibri"/>
                <a:cs typeface="Calibri"/>
                <a:sym typeface="Calibri"/>
              </a:rPr>
              <a:t>performance, scalability, and throughput </a:t>
            </a:r>
            <a:r>
              <a:rPr lang="en-US" sz="2800" dirty="0">
                <a:solidFill>
                  <a:schemeClr val="dk1"/>
                </a:solidFill>
                <a:latin typeface="Calibri"/>
                <a:ea typeface="Calibri"/>
                <a:cs typeface="Calibri"/>
                <a:sym typeface="Calibri"/>
              </a:rPr>
              <a:t>of the system.</a:t>
            </a:r>
            <a:endParaRPr sz="2800" dirty="0">
              <a:solidFill>
                <a:schemeClr val="dk1"/>
              </a:solidFill>
              <a:latin typeface="Calibri"/>
              <a:ea typeface="Calibri"/>
              <a:cs typeface="Calibri"/>
              <a:sym typeface="Calibri"/>
            </a:endParaRPr>
          </a:p>
          <a:p>
            <a:pPr marL="241300" marR="276860" lvl="0" indent="-229234" algn="l" rtl="0">
              <a:lnSpc>
                <a:spcPct val="80000"/>
              </a:lnSpc>
              <a:spcBef>
                <a:spcPts val="994"/>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Static and dynamic aspects - captured in the same kinds of diagrams  as for the design view, but with a </a:t>
            </a:r>
            <a:r>
              <a:rPr lang="en-US" sz="2800" dirty="0">
                <a:solidFill>
                  <a:srgbClr val="FF0000"/>
                </a:solidFill>
                <a:latin typeface="Calibri"/>
                <a:ea typeface="Calibri"/>
                <a:cs typeface="Calibri"/>
                <a:sym typeface="Calibri"/>
              </a:rPr>
              <a:t>focus on the active classes </a:t>
            </a:r>
            <a:r>
              <a:rPr lang="en-US" sz="2800" dirty="0">
                <a:solidFill>
                  <a:schemeClr val="dk1"/>
                </a:solidFill>
                <a:latin typeface="Calibri"/>
                <a:ea typeface="Calibri"/>
                <a:cs typeface="Calibri"/>
                <a:sym typeface="Calibri"/>
              </a:rPr>
              <a:t>that  represent these threads and processes.</a:t>
            </a:r>
            <a:endParaRPr sz="2800" dirty="0">
              <a:solidFill>
                <a:schemeClr val="dk1"/>
              </a:solidFill>
              <a:latin typeface="Calibri"/>
              <a:ea typeface="Calibri"/>
              <a:cs typeface="Calibri"/>
              <a:sym typeface="Calibri"/>
            </a:endParaRPr>
          </a:p>
          <a:p>
            <a:pPr marL="12700" marR="0" lvl="0" indent="0" algn="l" rtl="0">
              <a:lnSpc>
                <a:spcPct val="100000"/>
              </a:lnSpc>
              <a:spcBef>
                <a:spcPts val="155"/>
              </a:spcBef>
              <a:spcAft>
                <a:spcPts val="0"/>
              </a:spcAft>
              <a:buNone/>
            </a:pPr>
            <a:endParaRPr lang="en-US" sz="2800" b="1" dirty="0">
              <a:solidFill>
                <a:schemeClr val="dk1"/>
              </a:solidFill>
              <a:latin typeface="Calibri"/>
              <a:ea typeface="Calibri"/>
              <a:cs typeface="Calibri"/>
              <a:sym typeface="Calibri"/>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B72DC92-478D-4456-A6C7-226D427A8D3B}"/>
                  </a:ext>
                </a:extLst>
              </p14:cNvPr>
              <p14:cNvContentPartPr/>
              <p14:nvPr/>
            </p14:nvContentPartPr>
            <p14:xfrm>
              <a:off x="2797200" y="2732760"/>
              <a:ext cx="5223600" cy="959040"/>
            </p14:xfrm>
          </p:contentPart>
        </mc:Choice>
        <mc:Fallback xmlns="">
          <p:pic>
            <p:nvPicPr>
              <p:cNvPr id="2" name="Ink 1">
                <a:extLst>
                  <a:ext uri="{FF2B5EF4-FFF2-40B4-BE49-F238E27FC236}">
                    <a16:creationId xmlns:a16="http://schemas.microsoft.com/office/drawing/2014/main" id="{CB72DC92-478D-4456-A6C7-226D427A8D3B}"/>
                  </a:ext>
                </a:extLst>
              </p:cNvPr>
              <p:cNvPicPr/>
              <p:nvPr/>
            </p:nvPicPr>
            <p:blipFill>
              <a:blip r:embed="rId4"/>
              <a:stretch>
                <a:fillRect/>
              </a:stretch>
            </p:blipFill>
            <p:spPr>
              <a:xfrm>
                <a:off x="2787840" y="2723400"/>
                <a:ext cx="5242320" cy="977760"/>
              </a:xfrm>
              <a:prstGeom prst="rect">
                <a:avLst/>
              </a:prstGeom>
            </p:spPr>
          </p:pic>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DCF60-1C2A-4783-94C6-D31095B884EB}"/>
              </a:ext>
            </a:extLst>
          </p:cNvPr>
          <p:cNvSpPr>
            <a:spLocks noGrp="1"/>
          </p:cNvSpPr>
          <p:nvPr>
            <p:ph type="title"/>
          </p:nvPr>
        </p:nvSpPr>
        <p:spPr>
          <a:xfrm>
            <a:off x="609600" y="152400"/>
            <a:ext cx="10972800" cy="457200"/>
          </a:xfrm>
        </p:spPr>
        <p:txBody>
          <a:bodyPr>
            <a:normAutofit fontScale="90000"/>
          </a:bodyPr>
          <a:lstStyle/>
          <a:p>
            <a:br>
              <a:rPr lang="en-US" sz="3600" b="1" dirty="0">
                <a:solidFill>
                  <a:schemeClr val="dk1"/>
                </a:solidFill>
                <a:ea typeface="Calibri"/>
                <a:cs typeface="Calibri"/>
                <a:sym typeface="Calibri"/>
              </a:rPr>
            </a:br>
            <a:r>
              <a:rPr lang="en-US" sz="3600" b="1" dirty="0">
                <a:solidFill>
                  <a:schemeClr val="dk1"/>
                </a:solidFill>
                <a:ea typeface="Calibri"/>
                <a:cs typeface="Calibri"/>
                <a:sym typeface="Calibri"/>
              </a:rPr>
              <a:t>Implementation view</a:t>
            </a:r>
            <a:br>
              <a:rPr lang="en-US" dirty="0">
                <a:solidFill>
                  <a:schemeClr val="dk1"/>
                </a:solidFill>
                <a:ea typeface="Calibri"/>
                <a:cs typeface="Calibri"/>
                <a:sym typeface="Calibri"/>
              </a:rPr>
            </a:br>
            <a:endParaRPr lang="en-IN" dirty="0"/>
          </a:p>
        </p:txBody>
      </p:sp>
      <p:sp>
        <p:nvSpPr>
          <p:cNvPr id="3" name="Content Placeholder 2">
            <a:extLst>
              <a:ext uri="{FF2B5EF4-FFF2-40B4-BE49-F238E27FC236}">
                <a16:creationId xmlns:a16="http://schemas.microsoft.com/office/drawing/2014/main" id="{52C2489F-AF3B-45E8-A968-6009D4CD00B8}"/>
              </a:ext>
            </a:extLst>
          </p:cNvPr>
          <p:cNvSpPr>
            <a:spLocks noGrp="1"/>
          </p:cNvSpPr>
          <p:nvPr>
            <p:ph idx="1"/>
          </p:nvPr>
        </p:nvSpPr>
        <p:spPr>
          <a:xfrm>
            <a:off x="609600" y="1024468"/>
            <a:ext cx="10972800" cy="5135564"/>
          </a:xfrm>
        </p:spPr>
        <p:txBody>
          <a:bodyPr/>
          <a:lstStyle/>
          <a:p>
            <a:pPr marL="241300" marR="948055" lvl="0" indent="-229234">
              <a:lnSpc>
                <a:spcPct val="96071"/>
              </a:lnSpc>
              <a:spcBef>
                <a:spcPts val="1010"/>
              </a:spcBef>
              <a:spcAft>
                <a:spcPts val="0"/>
              </a:spcAft>
              <a:buClr>
                <a:schemeClr val="dk1"/>
              </a:buClr>
              <a:buSzPts val="2800"/>
              <a:buFont typeface="Arial"/>
              <a:buChar char="•"/>
            </a:pPr>
            <a:r>
              <a:rPr lang="en-US" sz="2800" dirty="0">
                <a:solidFill>
                  <a:schemeClr val="dk1"/>
                </a:solidFill>
                <a:ea typeface="Calibri"/>
                <a:cs typeface="Calibri"/>
                <a:sym typeface="Calibri"/>
              </a:rPr>
              <a:t>System encompasses the </a:t>
            </a:r>
            <a:r>
              <a:rPr lang="en-US" sz="2800" dirty="0">
                <a:solidFill>
                  <a:srgbClr val="FF0000"/>
                </a:solidFill>
                <a:ea typeface="Calibri"/>
                <a:cs typeface="Calibri"/>
                <a:sym typeface="Calibri"/>
              </a:rPr>
              <a:t>components and files (</a:t>
            </a:r>
            <a:r>
              <a:rPr lang="en-IN" sz="2800" dirty="0"/>
              <a:t>modules, code, libraries, and configuration files)</a:t>
            </a:r>
            <a:r>
              <a:rPr lang="en-US" sz="2800" dirty="0">
                <a:solidFill>
                  <a:srgbClr val="FF0000"/>
                </a:solidFill>
                <a:ea typeface="Calibri"/>
                <a:cs typeface="Calibri"/>
                <a:sym typeface="Calibri"/>
              </a:rPr>
              <a:t> </a:t>
            </a:r>
            <a:r>
              <a:rPr lang="en-US" sz="2800" dirty="0">
                <a:solidFill>
                  <a:schemeClr val="dk1"/>
                </a:solidFill>
                <a:ea typeface="Calibri"/>
                <a:cs typeface="Calibri"/>
                <a:sym typeface="Calibri"/>
              </a:rPr>
              <a:t>that are used to  </a:t>
            </a:r>
            <a:r>
              <a:rPr lang="en-US" sz="2800" dirty="0">
                <a:solidFill>
                  <a:srgbClr val="FF0000"/>
                </a:solidFill>
                <a:ea typeface="Calibri"/>
                <a:cs typeface="Calibri"/>
                <a:sym typeface="Calibri"/>
              </a:rPr>
              <a:t>assemble and release</a:t>
            </a:r>
            <a:r>
              <a:rPr lang="en-US" sz="2800" dirty="0">
                <a:solidFill>
                  <a:schemeClr val="dk1"/>
                </a:solidFill>
                <a:ea typeface="Calibri"/>
                <a:cs typeface="Calibri"/>
                <a:sym typeface="Calibri"/>
              </a:rPr>
              <a:t> the physical system.</a:t>
            </a:r>
          </a:p>
          <a:p>
            <a:pPr marL="241300" marR="476250" lvl="0" indent="-229234">
              <a:lnSpc>
                <a:spcPct val="96071"/>
              </a:lnSpc>
              <a:spcBef>
                <a:spcPts val="994"/>
              </a:spcBef>
              <a:spcAft>
                <a:spcPts val="0"/>
              </a:spcAft>
              <a:buClr>
                <a:schemeClr val="dk1"/>
              </a:buClr>
              <a:buSzPts val="2800"/>
              <a:buFont typeface="Arial"/>
              <a:buChar char="•"/>
            </a:pPr>
            <a:r>
              <a:rPr lang="en-US" sz="2800" dirty="0">
                <a:solidFill>
                  <a:schemeClr val="dk1"/>
                </a:solidFill>
                <a:ea typeface="Calibri"/>
                <a:cs typeface="Calibri"/>
                <a:sym typeface="Calibri"/>
              </a:rPr>
              <a:t>Addresses the configuration management of the system's releases,  made up of somewhat independent components and files</a:t>
            </a:r>
          </a:p>
          <a:p>
            <a:pPr marL="241300" marR="343535" lvl="0" indent="-229234">
              <a:lnSpc>
                <a:spcPct val="96071"/>
              </a:lnSpc>
              <a:spcBef>
                <a:spcPts val="995"/>
              </a:spcBef>
              <a:spcAft>
                <a:spcPts val="0"/>
              </a:spcAft>
              <a:buClr>
                <a:schemeClr val="dk1"/>
              </a:buClr>
              <a:buSzPts val="2800"/>
              <a:buFont typeface="Arial"/>
              <a:buChar char="•"/>
            </a:pPr>
            <a:r>
              <a:rPr lang="en-US" sz="2800" dirty="0">
                <a:solidFill>
                  <a:srgbClr val="FF0000"/>
                </a:solidFill>
                <a:ea typeface="Calibri"/>
                <a:cs typeface="Calibri"/>
                <a:sym typeface="Calibri"/>
              </a:rPr>
              <a:t>Static aspects </a:t>
            </a:r>
            <a:r>
              <a:rPr lang="en-US" sz="2800" dirty="0">
                <a:solidFill>
                  <a:schemeClr val="dk1"/>
                </a:solidFill>
                <a:ea typeface="Calibri"/>
                <a:cs typeface="Calibri"/>
                <a:sym typeface="Calibri"/>
              </a:rPr>
              <a:t>of this view are captured in </a:t>
            </a:r>
            <a:r>
              <a:rPr lang="en-US" sz="2800" dirty="0">
                <a:solidFill>
                  <a:srgbClr val="FF0000"/>
                </a:solidFill>
                <a:ea typeface="Calibri"/>
                <a:cs typeface="Calibri"/>
                <a:sym typeface="Calibri"/>
              </a:rPr>
              <a:t>component diagrams</a:t>
            </a:r>
            <a:r>
              <a:rPr lang="en-US" sz="2800" dirty="0">
                <a:solidFill>
                  <a:schemeClr val="dk1"/>
                </a:solidFill>
                <a:ea typeface="Calibri"/>
                <a:cs typeface="Calibri"/>
                <a:sym typeface="Calibri"/>
              </a:rPr>
              <a:t>; </a:t>
            </a:r>
          </a:p>
          <a:p>
            <a:pPr marL="12066" marR="343535" lvl="0" indent="0">
              <a:lnSpc>
                <a:spcPct val="96071"/>
              </a:lnSpc>
              <a:spcBef>
                <a:spcPts val="995"/>
              </a:spcBef>
              <a:spcAft>
                <a:spcPts val="0"/>
              </a:spcAft>
              <a:buClr>
                <a:schemeClr val="dk1"/>
              </a:buClr>
              <a:buSzPts val="2800"/>
              <a:buNone/>
            </a:pPr>
            <a:r>
              <a:rPr lang="en-US" sz="2800" dirty="0">
                <a:solidFill>
                  <a:schemeClr val="dk1"/>
                </a:solidFill>
                <a:ea typeface="Calibri"/>
                <a:cs typeface="Calibri"/>
                <a:sym typeface="Calibri"/>
              </a:rPr>
              <a:t>  the  dynamic aspects of this view are captured in interaction diagrams,  </a:t>
            </a:r>
            <a:r>
              <a:rPr lang="en-US" sz="2800" dirty="0" err="1">
                <a:solidFill>
                  <a:schemeClr val="dk1"/>
                </a:solidFill>
                <a:ea typeface="Calibri"/>
                <a:cs typeface="Calibri"/>
                <a:sym typeface="Calibri"/>
              </a:rPr>
              <a:t>statechart</a:t>
            </a:r>
            <a:r>
              <a:rPr lang="en-US" sz="2800" dirty="0">
                <a:solidFill>
                  <a:schemeClr val="dk1"/>
                </a:solidFill>
                <a:ea typeface="Calibri"/>
                <a:cs typeface="Calibri"/>
                <a:sym typeface="Calibri"/>
              </a:rPr>
              <a:t> diagrams, and activity diagrams. </a:t>
            </a:r>
          </a:p>
          <a:p>
            <a:endParaRPr lang="en-IN" dirty="0"/>
          </a:p>
        </p:txBody>
      </p:sp>
    </p:spTree>
    <p:extLst>
      <p:ext uri="{BB962C8B-B14F-4D97-AF65-F5344CB8AC3E}">
        <p14:creationId xmlns:p14="http://schemas.microsoft.com/office/powerpoint/2010/main" val="41995482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90"/>
          <p:cNvSpPr txBox="1"/>
          <p:nvPr/>
        </p:nvSpPr>
        <p:spPr>
          <a:xfrm>
            <a:off x="914400" y="762000"/>
            <a:ext cx="10154920" cy="3608070"/>
          </a:xfrm>
          <a:prstGeom prst="rect">
            <a:avLst/>
          </a:prstGeom>
          <a:noFill/>
          <a:ln>
            <a:noFill/>
          </a:ln>
        </p:spPr>
        <p:txBody>
          <a:bodyPr spcFirstLastPara="1" wrap="square" lIns="0" tIns="98425" rIns="0" bIns="0" anchor="t" anchorCtr="0">
            <a:spAutoFit/>
          </a:bodyPr>
          <a:lstStyle/>
          <a:p>
            <a:pPr marL="12700" marR="0" lvl="0" indent="0" algn="l" rtl="0">
              <a:lnSpc>
                <a:spcPct val="100000"/>
              </a:lnSpc>
              <a:spcBef>
                <a:spcPts val="0"/>
              </a:spcBef>
              <a:spcAft>
                <a:spcPts val="0"/>
              </a:spcAft>
              <a:buNone/>
            </a:pPr>
            <a:r>
              <a:rPr lang="en-US" sz="2800" b="1" dirty="0">
                <a:solidFill>
                  <a:schemeClr val="dk1"/>
                </a:solidFill>
                <a:latin typeface="Calibri"/>
                <a:ea typeface="Calibri"/>
                <a:cs typeface="Calibri"/>
                <a:sym typeface="Calibri"/>
              </a:rPr>
              <a:t>Deployment view</a:t>
            </a:r>
            <a:endParaRPr sz="2800" dirty="0">
              <a:solidFill>
                <a:schemeClr val="dk1"/>
              </a:solidFill>
              <a:latin typeface="Calibri"/>
              <a:ea typeface="Calibri"/>
              <a:cs typeface="Calibri"/>
              <a:sym typeface="Calibri"/>
            </a:endParaRPr>
          </a:p>
          <a:p>
            <a:pPr marL="241300" marR="571500" lvl="0" indent="-229234" algn="l" rtl="0">
              <a:lnSpc>
                <a:spcPct val="107857"/>
              </a:lnSpc>
              <a:spcBef>
                <a:spcPts val="1060"/>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System encompasses the nodes that form the system's hardware  topology on which the system executes.</a:t>
            </a:r>
            <a:endParaRPr sz="2800" dirty="0">
              <a:solidFill>
                <a:schemeClr val="dk1"/>
              </a:solidFill>
              <a:latin typeface="Calibri"/>
              <a:ea typeface="Calibri"/>
              <a:cs typeface="Calibri"/>
              <a:sym typeface="Calibri"/>
            </a:endParaRPr>
          </a:p>
          <a:p>
            <a:pPr marL="241300" marR="5080" lvl="0" indent="-229234" algn="l" rtl="0">
              <a:lnSpc>
                <a:spcPct val="107857"/>
              </a:lnSpc>
              <a:spcBef>
                <a:spcPts val="1005"/>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Addresses the distribution, delivery, and installation of the parts that  make up the physical system.</a:t>
            </a:r>
            <a:endParaRPr sz="2800" dirty="0">
              <a:solidFill>
                <a:schemeClr val="dk1"/>
              </a:solidFill>
              <a:latin typeface="Calibri"/>
              <a:ea typeface="Calibri"/>
              <a:cs typeface="Calibri"/>
              <a:sym typeface="Calibri"/>
            </a:endParaRPr>
          </a:p>
          <a:p>
            <a:pPr marL="241300" marR="66675" lvl="0" indent="-229234" algn="l" rtl="0">
              <a:lnSpc>
                <a:spcPct val="107857"/>
              </a:lnSpc>
              <a:spcBef>
                <a:spcPts val="1005"/>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Static aspects of this view are captured in deployment diagrams; the  dynamic aspects of this view are captured in interaction diagrams,  </a:t>
            </a:r>
            <a:r>
              <a:rPr lang="en-US" sz="2800" dirty="0" err="1">
                <a:solidFill>
                  <a:schemeClr val="dk1"/>
                </a:solidFill>
                <a:latin typeface="Calibri"/>
                <a:ea typeface="Calibri"/>
                <a:cs typeface="Calibri"/>
                <a:sym typeface="Calibri"/>
              </a:rPr>
              <a:t>statechart</a:t>
            </a:r>
            <a:r>
              <a:rPr lang="en-US" sz="2800" dirty="0">
                <a:solidFill>
                  <a:schemeClr val="dk1"/>
                </a:solidFill>
                <a:latin typeface="Calibri"/>
                <a:ea typeface="Calibri"/>
                <a:cs typeface="Calibri"/>
                <a:sym typeface="Calibri"/>
              </a:rPr>
              <a:t> diagrams, and activity diagrams</a:t>
            </a:r>
            <a:endParaRPr sz="2800" dirty="0">
              <a:solidFill>
                <a:schemeClr val="dk1"/>
              </a:solidFill>
              <a:latin typeface="Calibri"/>
              <a:ea typeface="Calibri"/>
              <a:cs typeface="Calibri"/>
              <a:sym typeface="Calibri"/>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775CEB6-79A0-425B-AB7C-2805655FA5A1}"/>
                  </a:ext>
                </a:extLst>
              </p14:cNvPr>
              <p14:cNvContentPartPr/>
              <p14:nvPr/>
            </p14:nvContentPartPr>
            <p14:xfrm>
              <a:off x="7961400" y="3966840"/>
              <a:ext cx="2143080" cy="57600"/>
            </p14:xfrm>
          </p:contentPart>
        </mc:Choice>
        <mc:Fallback xmlns="">
          <p:pic>
            <p:nvPicPr>
              <p:cNvPr id="3" name="Ink 2">
                <a:extLst>
                  <a:ext uri="{FF2B5EF4-FFF2-40B4-BE49-F238E27FC236}">
                    <a16:creationId xmlns:a16="http://schemas.microsoft.com/office/drawing/2014/main" id="{B775CEB6-79A0-425B-AB7C-2805655FA5A1}"/>
                  </a:ext>
                </a:extLst>
              </p:cNvPr>
              <p:cNvPicPr/>
              <p:nvPr/>
            </p:nvPicPr>
            <p:blipFill>
              <a:blip r:embed="rId4"/>
              <a:stretch>
                <a:fillRect/>
              </a:stretch>
            </p:blipFill>
            <p:spPr>
              <a:xfrm>
                <a:off x="7952040" y="3957480"/>
                <a:ext cx="2161800" cy="76320"/>
              </a:xfrm>
              <a:prstGeom prst="rect">
                <a:avLst/>
              </a:prstGeom>
            </p:spPr>
          </p:pic>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92"/>
          <p:cNvSpPr txBox="1"/>
          <p:nvPr/>
        </p:nvSpPr>
        <p:spPr>
          <a:xfrm>
            <a:off x="9660890" y="6450565"/>
            <a:ext cx="271780" cy="205184"/>
          </a:xfrm>
          <a:prstGeom prst="rect">
            <a:avLst/>
          </a:prstGeom>
          <a:noFill/>
          <a:ln>
            <a:noFill/>
          </a:ln>
        </p:spPr>
        <p:txBody>
          <a:bodyPr spcFirstLastPara="1" wrap="square" lIns="0" tIns="0" rIns="0" bIns="0" anchor="t" anchorCtr="0">
            <a:spAutoFit/>
          </a:bodyPr>
          <a:lstStyle/>
          <a:p>
            <a:pPr marL="38100" marR="0" lvl="0" indent="0" algn="l" rtl="0">
              <a:lnSpc>
                <a:spcPct val="117071"/>
              </a:lnSpc>
              <a:spcBef>
                <a:spcPts val="0"/>
              </a:spcBef>
              <a:spcAft>
                <a:spcPts val="0"/>
              </a:spcAft>
              <a:buNone/>
            </a:pPr>
            <a:fld id="{00000000-1234-1234-1234-123412341234}" type="slidenum">
              <a:rPr lang="en-US" sz="1400">
                <a:solidFill>
                  <a:schemeClr val="dk1"/>
                </a:solidFill>
                <a:latin typeface="Arial"/>
                <a:ea typeface="Arial"/>
                <a:cs typeface="Arial"/>
                <a:sym typeface="Arial"/>
              </a:rPr>
              <a:t>73</a:t>
            </a:fld>
            <a:endParaRPr sz="1400">
              <a:solidFill>
                <a:schemeClr val="dk1"/>
              </a:solidFill>
              <a:latin typeface="Arial"/>
              <a:ea typeface="Arial"/>
              <a:cs typeface="Arial"/>
              <a:sym typeface="Arial"/>
            </a:endParaRPr>
          </a:p>
        </p:txBody>
      </p:sp>
      <p:sp>
        <p:nvSpPr>
          <p:cNvPr id="724" name="Google Shape;724;p92"/>
          <p:cNvSpPr txBox="1">
            <a:spLocks noGrp="1"/>
          </p:cNvSpPr>
          <p:nvPr>
            <p:ph type="title"/>
          </p:nvPr>
        </p:nvSpPr>
        <p:spPr>
          <a:xfrm>
            <a:off x="2362200" y="609600"/>
            <a:ext cx="6812280" cy="506549"/>
          </a:xfrm>
          <a:prstGeom prst="rect">
            <a:avLst/>
          </a:prstGeom>
          <a:noFill/>
          <a:ln>
            <a:noFill/>
          </a:ln>
        </p:spPr>
        <p:txBody>
          <a:bodyPr spcFirstLastPara="1" wrap="square" lIns="0" tIns="13950" rIns="0" bIns="0" anchor="t" anchorCtr="0">
            <a:spAutoFit/>
          </a:bodyPr>
          <a:lstStyle/>
          <a:p>
            <a:pPr marL="12700" lvl="0" indent="0" algn="l" rtl="0">
              <a:spcBef>
                <a:spcPts val="0"/>
              </a:spcBef>
              <a:spcAft>
                <a:spcPts val="0"/>
              </a:spcAft>
              <a:buNone/>
            </a:pPr>
            <a:r>
              <a:rPr lang="en-US" b="0" dirty="0"/>
              <a:t>Software Development Life Cycle</a:t>
            </a:r>
            <a:endParaRPr dirty="0"/>
          </a:p>
        </p:txBody>
      </p:sp>
      <p:sp>
        <p:nvSpPr>
          <p:cNvPr id="725" name="Google Shape;725;p92"/>
          <p:cNvSpPr txBox="1"/>
          <p:nvPr/>
        </p:nvSpPr>
        <p:spPr>
          <a:xfrm>
            <a:off x="636724" y="3508206"/>
            <a:ext cx="8912861" cy="2929890"/>
          </a:xfrm>
          <a:prstGeom prst="rect">
            <a:avLst/>
          </a:prstGeom>
          <a:noFill/>
          <a:ln>
            <a:noFill/>
          </a:ln>
        </p:spPr>
        <p:txBody>
          <a:bodyPr spcFirstLastPara="1" wrap="square" lIns="0" tIns="13950" rIns="0" bIns="0" anchor="t" anchorCtr="0">
            <a:spAutoFit/>
          </a:bodyPr>
          <a:lstStyle/>
          <a:p>
            <a:pPr marL="356870" marR="5080" lvl="0" indent="-344805" algn="l" rtl="0">
              <a:spcBef>
                <a:spcPts val="0"/>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UML is involved in each phase of the software  development life cycle.</a:t>
            </a:r>
            <a:endParaRPr sz="2800" dirty="0">
              <a:solidFill>
                <a:schemeClr val="dk1"/>
              </a:solidFill>
              <a:latin typeface="Calibri"/>
              <a:ea typeface="Calibri"/>
              <a:cs typeface="Calibri"/>
              <a:sym typeface="Calibri"/>
            </a:endParaRPr>
          </a:p>
          <a:p>
            <a:pPr marL="356870" marR="0" lvl="0" indent="-344805" algn="l" rtl="0">
              <a:spcBef>
                <a:spcPts val="675"/>
              </a:spcBef>
              <a:spcAft>
                <a:spcPts val="0"/>
              </a:spcAft>
              <a:buClr>
                <a:schemeClr val="dk1"/>
              </a:buClr>
              <a:buSzPts val="2800"/>
              <a:buFont typeface="Arial"/>
              <a:buChar char="•"/>
            </a:pPr>
            <a:r>
              <a:rPr lang="en-US" sz="2800" dirty="0">
                <a:solidFill>
                  <a:schemeClr val="dk1"/>
                </a:solidFill>
                <a:latin typeface="Calibri"/>
                <a:ea typeface="Calibri"/>
                <a:cs typeface="Calibri"/>
                <a:sym typeface="Calibri"/>
              </a:rPr>
              <a:t>The UML development process is</a:t>
            </a:r>
            <a:endParaRPr dirty="0"/>
          </a:p>
          <a:p>
            <a:pPr marL="756285" marR="0" lvl="1" indent="-287019" algn="l" rtl="0">
              <a:spcBef>
                <a:spcPts val="670"/>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Use case driven</a:t>
            </a:r>
            <a:endParaRPr sz="2800" b="0" i="0" u="none" strike="noStrike" cap="none" dirty="0">
              <a:solidFill>
                <a:schemeClr val="dk1"/>
              </a:solidFill>
              <a:latin typeface="Calibri"/>
              <a:ea typeface="Calibri"/>
              <a:cs typeface="Calibri"/>
              <a:sym typeface="Calibri"/>
            </a:endParaRPr>
          </a:p>
          <a:p>
            <a:pPr marL="756285" marR="0" lvl="1" indent="-287019" algn="l" rtl="0">
              <a:spcBef>
                <a:spcPts val="675"/>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Architecture-centric</a:t>
            </a:r>
            <a:endParaRPr sz="2800" b="0" i="0" u="none" strike="noStrike" cap="none" dirty="0">
              <a:solidFill>
                <a:schemeClr val="dk1"/>
              </a:solidFill>
              <a:latin typeface="Calibri"/>
              <a:ea typeface="Calibri"/>
              <a:cs typeface="Calibri"/>
              <a:sym typeface="Calibri"/>
            </a:endParaRPr>
          </a:p>
          <a:p>
            <a:pPr marL="756285" marR="0" lvl="1" indent="-287019" algn="l" rtl="0">
              <a:spcBef>
                <a:spcPts val="675"/>
              </a:spcBef>
              <a:spcAft>
                <a:spcPts val="0"/>
              </a:spcAft>
              <a:buClr>
                <a:schemeClr val="dk1"/>
              </a:buClr>
              <a:buSzPts val="2800"/>
              <a:buFont typeface="Arial"/>
              <a:buChar char="–"/>
            </a:pPr>
            <a:r>
              <a:rPr lang="en-US" sz="2800" b="0" i="0" u="none" strike="noStrike" cap="none" dirty="0">
                <a:solidFill>
                  <a:schemeClr val="dk1"/>
                </a:solidFill>
                <a:latin typeface="Calibri"/>
                <a:ea typeface="Calibri"/>
                <a:cs typeface="Calibri"/>
                <a:sym typeface="Calibri"/>
              </a:rPr>
              <a:t>Iterative and incremental</a:t>
            </a:r>
            <a:endParaRPr sz="2800" b="0" i="0" u="none" strike="noStrike" cap="none" dirty="0">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00D1C35D-3C35-1551-85FB-C1C4F23205DB}"/>
              </a:ext>
            </a:extLst>
          </p:cNvPr>
          <p:cNvPicPr>
            <a:picLocks noChangeAspect="1"/>
          </p:cNvPicPr>
          <p:nvPr/>
        </p:nvPicPr>
        <p:blipFill>
          <a:blip r:embed="rId3"/>
          <a:stretch>
            <a:fillRect/>
          </a:stretch>
        </p:blipFill>
        <p:spPr>
          <a:xfrm>
            <a:off x="0" y="1116149"/>
            <a:ext cx="8093141" cy="2103302"/>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B8192-A4F4-4609-AC78-0A657688AA01}"/>
              </a:ext>
            </a:extLst>
          </p:cNvPr>
          <p:cNvSpPr>
            <a:spLocks noGrp="1"/>
          </p:cNvSpPr>
          <p:nvPr>
            <p:ph type="title"/>
          </p:nvPr>
        </p:nvSpPr>
        <p:spPr>
          <a:xfrm>
            <a:off x="838200" y="365126"/>
            <a:ext cx="10515600" cy="516024"/>
          </a:xfrm>
        </p:spPr>
        <p:txBody>
          <a:bodyPr>
            <a:normAutofit fontScale="90000"/>
          </a:bodyPr>
          <a:lstStyle/>
          <a:p>
            <a:r>
              <a:rPr lang="en-US" dirty="0"/>
              <a:t>Software Development Life Cycle</a:t>
            </a:r>
            <a:endParaRPr lang="en-IN" dirty="0"/>
          </a:p>
        </p:txBody>
      </p:sp>
      <p:pic>
        <p:nvPicPr>
          <p:cNvPr id="4" name="Content Placeholder 3">
            <a:extLst>
              <a:ext uri="{FF2B5EF4-FFF2-40B4-BE49-F238E27FC236}">
                <a16:creationId xmlns:a16="http://schemas.microsoft.com/office/drawing/2014/main" id="{B594955B-6083-436F-93DC-44264A88BA65}"/>
              </a:ext>
            </a:extLst>
          </p:cNvPr>
          <p:cNvPicPr>
            <a:picLocks noGrp="1" noChangeAspect="1"/>
          </p:cNvPicPr>
          <p:nvPr>
            <p:ph idx="1"/>
          </p:nvPr>
        </p:nvPicPr>
        <p:blipFill>
          <a:blip r:embed="rId2"/>
          <a:stretch>
            <a:fillRect/>
          </a:stretch>
        </p:blipFill>
        <p:spPr>
          <a:xfrm>
            <a:off x="4124341" y="1108913"/>
            <a:ext cx="5052910" cy="5212141"/>
          </a:xfrm>
          <a:prstGeom prst="rect">
            <a:avLst/>
          </a:prstGeom>
        </p:spPr>
      </p:pic>
    </p:spTree>
    <p:extLst>
      <p:ext uri="{BB962C8B-B14F-4D97-AF65-F5344CB8AC3E}">
        <p14:creationId xmlns:p14="http://schemas.microsoft.com/office/powerpoint/2010/main" val="30732627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93"/>
          <p:cNvSpPr txBox="1">
            <a:spLocks noGrp="1"/>
          </p:cNvSpPr>
          <p:nvPr>
            <p:ph type="title"/>
          </p:nvPr>
        </p:nvSpPr>
        <p:spPr>
          <a:xfrm>
            <a:off x="916939" y="187833"/>
            <a:ext cx="6276340"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u="none" dirty="0"/>
              <a:t>Software Development Life Cycle</a:t>
            </a:r>
            <a:endParaRPr sz="3600" dirty="0"/>
          </a:p>
        </p:txBody>
      </p:sp>
      <p:sp>
        <p:nvSpPr>
          <p:cNvPr id="731" name="Google Shape;731;p93"/>
          <p:cNvSpPr txBox="1"/>
          <p:nvPr/>
        </p:nvSpPr>
        <p:spPr>
          <a:xfrm>
            <a:off x="228600" y="827608"/>
            <a:ext cx="11734799" cy="5443220"/>
          </a:xfrm>
          <a:prstGeom prst="rect">
            <a:avLst/>
          </a:prstGeom>
          <a:noFill/>
          <a:ln>
            <a:noFill/>
          </a:ln>
        </p:spPr>
        <p:txBody>
          <a:bodyPr spcFirstLastPara="1" wrap="square" lIns="0" tIns="60325" rIns="0" bIns="0" anchor="t" anchorCtr="0">
            <a:spAutoFit/>
          </a:bodyPr>
          <a:lstStyle/>
          <a:p>
            <a:pPr marL="241300" marR="5080" lvl="0" indent="-229234" algn="l" rtl="0">
              <a:lnSpc>
                <a:spcPct val="108214"/>
              </a:lnSpc>
              <a:spcBef>
                <a:spcPts val="0"/>
              </a:spcBef>
              <a:spcAft>
                <a:spcPts val="0"/>
              </a:spcAft>
              <a:buClr>
                <a:srgbClr val="000000"/>
              </a:buClr>
              <a:buSzPts val="2800"/>
              <a:buFont typeface="Arial"/>
              <a:buChar char="•"/>
            </a:pPr>
            <a:r>
              <a:rPr lang="en-US" sz="2800" dirty="0">
                <a:solidFill>
                  <a:srgbClr val="000000"/>
                </a:solidFill>
                <a:latin typeface="Calibri"/>
                <a:ea typeface="Calibri"/>
                <a:cs typeface="Calibri"/>
                <a:sym typeface="Calibri"/>
              </a:rPr>
              <a:t>UML is largely process-independent, meaning that it is not tied to any  particular software development life cycle.</a:t>
            </a:r>
            <a:endParaRPr sz="2800" dirty="0">
              <a:solidFill>
                <a:srgbClr val="000000"/>
              </a:solidFill>
              <a:latin typeface="Calibri"/>
              <a:ea typeface="Calibri"/>
              <a:cs typeface="Calibri"/>
              <a:sym typeface="Calibri"/>
            </a:endParaRPr>
          </a:p>
          <a:p>
            <a:pPr marL="241300" marR="716915" lvl="0" indent="-229234" algn="l" rtl="0">
              <a:lnSpc>
                <a:spcPct val="90000"/>
              </a:lnSpc>
              <a:spcBef>
                <a:spcPts val="944"/>
              </a:spcBef>
              <a:spcAft>
                <a:spcPts val="0"/>
              </a:spcAft>
              <a:buClr>
                <a:srgbClr val="000000"/>
              </a:buClr>
              <a:buSzPts val="2800"/>
              <a:buFont typeface="Arial"/>
              <a:buChar char="•"/>
            </a:pPr>
            <a:r>
              <a:rPr lang="en-US" sz="2800" b="1" dirty="0">
                <a:solidFill>
                  <a:srgbClr val="000000"/>
                </a:solidFill>
                <a:latin typeface="Calibri"/>
                <a:ea typeface="Calibri"/>
                <a:cs typeface="Calibri"/>
                <a:sym typeface="Calibri"/>
              </a:rPr>
              <a:t>Use case driven : </a:t>
            </a:r>
            <a:r>
              <a:rPr lang="en-US" sz="2800" dirty="0">
                <a:solidFill>
                  <a:srgbClr val="000000"/>
                </a:solidFill>
                <a:latin typeface="Calibri"/>
                <a:ea typeface="Calibri"/>
                <a:cs typeface="Calibri"/>
                <a:sym typeface="Calibri"/>
              </a:rPr>
              <a:t>use cases are used as a primary artifact for  establishing the desired behavior of the system, for verifying and  validating the system's architecture, for testing, and for  communicating among the stakeholders of the project.</a:t>
            </a:r>
            <a:endParaRPr sz="2800" dirty="0">
              <a:solidFill>
                <a:srgbClr val="000000"/>
              </a:solidFill>
              <a:latin typeface="Calibri"/>
              <a:ea typeface="Calibri"/>
              <a:cs typeface="Calibri"/>
              <a:sym typeface="Calibri"/>
            </a:endParaRPr>
          </a:p>
          <a:p>
            <a:pPr marL="241300" marR="66040" lvl="0" indent="-229234" algn="l" rtl="0">
              <a:lnSpc>
                <a:spcPct val="108214"/>
              </a:lnSpc>
              <a:spcBef>
                <a:spcPts val="1035"/>
              </a:spcBef>
              <a:spcAft>
                <a:spcPts val="0"/>
              </a:spcAft>
              <a:buClr>
                <a:srgbClr val="000000"/>
              </a:buClr>
              <a:buSzPts val="2800"/>
              <a:buFont typeface="Arial"/>
              <a:buChar char="•"/>
            </a:pPr>
            <a:r>
              <a:rPr lang="en-US" sz="2800" b="1" dirty="0">
                <a:solidFill>
                  <a:srgbClr val="000000"/>
                </a:solidFill>
                <a:latin typeface="Calibri"/>
                <a:ea typeface="Calibri"/>
                <a:cs typeface="Calibri"/>
                <a:sym typeface="Calibri"/>
              </a:rPr>
              <a:t>Architecture-centric: </a:t>
            </a:r>
            <a:r>
              <a:rPr lang="en-US" sz="2800" dirty="0">
                <a:solidFill>
                  <a:srgbClr val="000000"/>
                </a:solidFill>
                <a:latin typeface="Calibri"/>
                <a:ea typeface="Calibri"/>
                <a:cs typeface="Calibri"/>
                <a:sym typeface="Calibri"/>
              </a:rPr>
              <a:t>System's architecture is used as a primary  artifact for conceptualizing, constructing, managing, and evolving the  system under development.</a:t>
            </a:r>
            <a:endParaRPr sz="2800" dirty="0">
              <a:solidFill>
                <a:srgbClr val="000000"/>
              </a:solidFill>
              <a:latin typeface="Calibri"/>
              <a:ea typeface="Calibri"/>
              <a:cs typeface="Calibri"/>
              <a:sym typeface="Calibri"/>
            </a:endParaRPr>
          </a:p>
          <a:p>
            <a:pPr marL="241300" marR="111760" lvl="0" indent="-229234" algn="l" rtl="0">
              <a:lnSpc>
                <a:spcPct val="90000"/>
              </a:lnSpc>
              <a:spcBef>
                <a:spcPts val="955"/>
              </a:spcBef>
              <a:spcAft>
                <a:spcPts val="0"/>
              </a:spcAft>
              <a:buClr>
                <a:srgbClr val="000000"/>
              </a:buClr>
              <a:buSzPts val="2800"/>
              <a:buFont typeface="Arial"/>
              <a:buChar char="•"/>
            </a:pPr>
            <a:r>
              <a:rPr lang="en-US" sz="2800" b="1" dirty="0">
                <a:solidFill>
                  <a:srgbClr val="000000"/>
                </a:solidFill>
                <a:latin typeface="Calibri"/>
                <a:ea typeface="Calibri"/>
                <a:cs typeface="Calibri"/>
                <a:sym typeface="Calibri"/>
              </a:rPr>
              <a:t>Iterative process: </a:t>
            </a:r>
            <a:r>
              <a:rPr lang="en-US" sz="2800" dirty="0">
                <a:solidFill>
                  <a:srgbClr val="000000"/>
                </a:solidFill>
                <a:latin typeface="Calibri"/>
                <a:ea typeface="Calibri"/>
                <a:cs typeface="Calibri"/>
                <a:sym typeface="Calibri"/>
              </a:rPr>
              <a:t>Managing a stream of executable releases.  Continuous integration of the system's architecture to produce these  releases, with each new release embodying incremental  improvements over the other.</a:t>
            </a:r>
            <a:endParaRPr sz="2800" dirty="0">
              <a:solidFill>
                <a:srgbClr val="000000"/>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91"/>
          <p:cNvSpPr txBox="1">
            <a:spLocks noGrp="1"/>
          </p:cNvSpPr>
          <p:nvPr>
            <p:ph type="title"/>
          </p:nvPr>
        </p:nvSpPr>
        <p:spPr>
          <a:xfrm>
            <a:off x="916939" y="100965"/>
            <a:ext cx="7846061" cy="44305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800" u="none" dirty="0"/>
              <a:t>Software Requirement Specification (SRS)</a:t>
            </a:r>
            <a:endParaRPr sz="2800" dirty="0"/>
          </a:p>
        </p:txBody>
      </p:sp>
      <p:sp>
        <p:nvSpPr>
          <p:cNvPr id="717" name="Google Shape;717;p91"/>
          <p:cNvSpPr txBox="1"/>
          <p:nvPr/>
        </p:nvSpPr>
        <p:spPr>
          <a:xfrm>
            <a:off x="916939" y="526770"/>
            <a:ext cx="10035540" cy="6052820"/>
          </a:xfrm>
          <a:prstGeom prst="rect">
            <a:avLst/>
          </a:prstGeom>
          <a:noFill/>
          <a:ln>
            <a:noFill/>
          </a:ln>
        </p:spPr>
        <p:txBody>
          <a:bodyPr spcFirstLastPara="1" wrap="square" lIns="0" tIns="48875" rIns="0" bIns="0" anchor="t" anchorCtr="0">
            <a:spAutoFit/>
          </a:bodyPr>
          <a:lstStyle/>
          <a:p>
            <a:pPr marL="266700" marR="0" lvl="0" indent="-254634" algn="l" rtl="0">
              <a:spcBef>
                <a:spcPts val="0"/>
              </a:spcBef>
              <a:spcAft>
                <a:spcPts val="0"/>
              </a:spcAft>
              <a:buClr>
                <a:srgbClr val="273139"/>
              </a:buClr>
              <a:buSzPts val="2000"/>
              <a:buFont typeface="Calibri"/>
              <a:buAutoNum type="arabicPeriod"/>
            </a:pPr>
            <a:r>
              <a:rPr lang="en-US" sz="2000" b="1" dirty="0">
                <a:solidFill>
                  <a:srgbClr val="273139"/>
                </a:solidFill>
                <a:latin typeface="Calibri"/>
                <a:ea typeface="Calibri"/>
                <a:cs typeface="Calibri"/>
                <a:sym typeface="Calibri"/>
              </a:rPr>
              <a:t>Introduction</a:t>
            </a:r>
            <a:endParaRPr sz="2000" dirty="0">
              <a:solidFill>
                <a:srgbClr val="000000"/>
              </a:solidFill>
              <a:latin typeface="Calibri"/>
              <a:ea typeface="Calibri"/>
              <a:cs typeface="Calibri"/>
              <a:sym typeface="Calibri"/>
            </a:endParaRPr>
          </a:p>
          <a:p>
            <a:pPr marL="641985" marR="0" lvl="1" indent="-271779" algn="l" rtl="0">
              <a:spcBef>
                <a:spcPts val="290"/>
              </a:spcBef>
              <a:spcAft>
                <a:spcPts val="0"/>
              </a:spcAft>
              <a:buClr>
                <a:srgbClr val="273139"/>
              </a:buClr>
              <a:buSzPts val="2000"/>
              <a:buFont typeface="Calibri"/>
              <a:buAutoNum type="romanLcParenBoth"/>
            </a:pPr>
            <a:r>
              <a:rPr lang="en-US" sz="2000" b="0" i="0" u="none" strike="noStrike" cap="none" dirty="0">
                <a:solidFill>
                  <a:srgbClr val="273139"/>
                </a:solidFill>
                <a:latin typeface="Calibri"/>
                <a:ea typeface="Calibri"/>
                <a:cs typeface="Calibri"/>
                <a:sym typeface="Calibri"/>
              </a:rPr>
              <a:t>Purpose of this document : What</a:t>
            </a:r>
            <a:endParaRPr sz="2000" b="0" i="0" u="none" strike="noStrike" cap="none" dirty="0">
              <a:solidFill>
                <a:srgbClr val="000000"/>
              </a:solidFill>
              <a:latin typeface="Calibri"/>
              <a:ea typeface="Calibri"/>
              <a:cs typeface="Calibri"/>
              <a:sym typeface="Calibri"/>
            </a:endParaRPr>
          </a:p>
          <a:p>
            <a:pPr marL="701675" marR="0" lvl="1" indent="-331469" algn="l" rtl="0">
              <a:spcBef>
                <a:spcPts val="275"/>
              </a:spcBef>
              <a:spcAft>
                <a:spcPts val="0"/>
              </a:spcAft>
              <a:buClr>
                <a:srgbClr val="273139"/>
              </a:buClr>
              <a:buSzPts val="2000"/>
              <a:buFont typeface="Calibri"/>
              <a:buAutoNum type="romanLcParenBoth"/>
            </a:pPr>
            <a:r>
              <a:rPr lang="en-US" sz="2000" b="0" i="0" u="none" strike="noStrike" cap="none" dirty="0">
                <a:solidFill>
                  <a:srgbClr val="273139"/>
                </a:solidFill>
                <a:latin typeface="Calibri"/>
                <a:ea typeface="Calibri"/>
                <a:cs typeface="Calibri"/>
                <a:sym typeface="Calibri"/>
              </a:rPr>
              <a:t>Scope of this document : Why</a:t>
            </a:r>
            <a:endParaRPr sz="2000" b="0" i="0" u="none" strike="noStrike" cap="none" dirty="0">
              <a:solidFill>
                <a:srgbClr val="000000"/>
              </a:solidFill>
              <a:latin typeface="Calibri"/>
              <a:ea typeface="Calibri"/>
              <a:cs typeface="Calibri"/>
              <a:sym typeface="Calibri"/>
            </a:endParaRPr>
          </a:p>
          <a:p>
            <a:pPr marL="759460" marR="0" lvl="1" indent="-389254" algn="l" rtl="0">
              <a:spcBef>
                <a:spcPts val="275"/>
              </a:spcBef>
              <a:spcAft>
                <a:spcPts val="0"/>
              </a:spcAft>
              <a:buClr>
                <a:srgbClr val="273139"/>
              </a:buClr>
              <a:buSzPts val="2000"/>
              <a:buFont typeface="Calibri"/>
              <a:buAutoNum type="romanLcParenBoth"/>
            </a:pPr>
            <a:r>
              <a:rPr lang="en-US" sz="2000" b="0" i="0" u="none" strike="noStrike" cap="none">
                <a:solidFill>
                  <a:srgbClr val="273139"/>
                </a:solidFill>
                <a:latin typeface="Calibri"/>
                <a:ea typeface="Calibri"/>
                <a:cs typeface="Calibri"/>
                <a:sym typeface="Calibri"/>
              </a:rPr>
              <a:t>Document Overview </a:t>
            </a:r>
            <a:r>
              <a:rPr lang="en-US" sz="2000" b="0" i="0" u="none" strike="noStrike" cap="none" dirty="0">
                <a:solidFill>
                  <a:srgbClr val="273139"/>
                </a:solidFill>
                <a:latin typeface="Calibri"/>
                <a:ea typeface="Calibri"/>
                <a:cs typeface="Calibri"/>
                <a:sym typeface="Calibri"/>
              </a:rPr>
              <a:t>: Summary</a:t>
            </a:r>
            <a:endParaRPr sz="2000" b="0" i="0" u="none" strike="noStrike" cap="none" dirty="0">
              <a:solidFill>
                <a:srgbClr val="000000"/>
              </a:solidFill>
              <a:latin typeface="Calibri"/>
              <a:ea typeface="Calibri"/>
              <a:cs typeface="Calibri"/>
              <a:sym typeface="Calibri"/>
            </a:endParaRPr>
          </a:p>
          <a:p>
            <a:pPr marL="12700" marR="88265" lvl="0" indent="-127000" algn="l" rtl="0">
              <a:lnSpc>
                <a:spcPct val="150000"/>
              </a:lnSpc>
              <a:spcBef>
                <a:spcPts val="725"/>
              </a:spcBef>
              <a:spcAft>
                <a:spcPts val="0"/>
              </a:spcAft>
              <a:buClr>
                <a:srgbClr val="273139"/>
              </a:buClr>
              <a:buSzPts val="2000"/>
              <a:buFont typeface="Calibri"/>
              <a:buAutoNum type="arabicPeriod"/>
            </a:pPr>
            <a:r>
              <a:rPr lang="en-US" sz="2000" b="1" dirty="0">
                <a:solidFill>
                  <a:srgbClr val="273139"/>
                </a:solidFill>
                <a:latin typeface="Calibri"/>
                <a:ea typeface="Calibri"/>
                <a:cs typeface="Calibri"/>
                <a:sym typeface="Calibri"/>
              </a:rPr>
              <a:t>General description: </a:t>
            </a:r>
            <a:r>
              <a:rPr lang="en-US" sz="2000" dirty="0">
                <a:solidFill>
                  <a:srgbClr val="273139"/>
                </a:solidFill>
                <a:latin typeface="Calibri"/>
                <a:ea typeface="Calibri"/>
                <a:cs typeface="Calibri"/>
                <a:sym typeface="Calibri"/>
              </a:rPr>
              <a:t>Includes objective of user, a user characteristic, features, benefits, about  why its importance is mentioned.</a:t>
            </a:r>
            <a:endParaRPr sz="2000" dirty="0">
              <a:solidFill>
                <a:srgbClr val="000000"/>
              </a:solidFill>
              <a:latin typeface="Calibri"/>
              <a:ea typeface="Calibri"/>
              <a:cs typeface="Calibri"/>
              <a:sym typeface="Calibri"/>
            </a:endParaRPr>
          </a:p>
          <a:p>
            <a:pPr marL="266700" marR="0" lvl="0" indent="-254634" algn="l" rtl="0">
              <a:spcBef>
                <a:spcPts val="1200"/>
              </a:spcBef>
              <a:spcAft>
                <a:spcPts val="0"/>
              </a:spcAft>
              <a:buClr>
                <a:srgbClr val="273139"/>
              </a:buClr>
              <a:buSzPts val="2000"/>
              <a:buFont typeface="Calibri"/>
              <a:buAutoNum type="arabicPeriod"/>
            </a:pPr>
            <a:r>
              <a:rPr lang="en-US" sz="2000" b="1" dirty="0">
                <a:solidFill>
                  <a:srgbClr val="273139"/>
                </a:solidFill>
                <a:latin typeface="Calibri"/>
                <a:ea typeface="Calibri"/>
                <a:cs typeface="Calibri"/>
                <a:sym typeface="Calibri"/>
              </a:rPr>
              <a:t>Functional Requirements: </a:t>
            </a:r>
            <a:r>
              <a:rPr lang="en-US" sz="2000" dirty="0">
                <a:solidFill>
                  <a:srgbClr val="273139"/>
                </a:solidFill>
                <a:latin typeface="Calibri"/>
                <a:ea typeface="Calibri"/>
                <a:cs typeface="Calibri"/>
                <a:sym typeface="Calibri"/>
              </a:rPr>
              <a:t>Includes effects due to operation of program is fully explained.</a:t>
            </a:r>
            <a:endParaRPr sz="2000" dirty="0">
              <a:solidFill>
                <a:srgbClr val="000000"/>
              </a:solidFill>
              <a:latin typeface="Calibri"/>
              <a:ea typeface="Calibri"/>
              <a:cs typeface="Calibri"/>
              <a:sym typeface="Calibri"/>
            </a:endParaRPr>
          </a:p>
          <a:p>
            <a:pPr marL="266700" marR="0" lvl="0" indent="-254634" algn="l" rtl="0">
              <a:spcBef>
                <a:spcPts val="1200"/>
              </a:spcBef>
              <a:spcAft>
                <a:spcPts val="0"/>
              </a:spcAft>
              <a:buClr>
                <a:srgbClr val="273139"/>
              </a:buClr>
              <a:buSzPts val="2000"/>
              <a:buFont typeface="Calibri"/>
              <a:buAutoNum type="arabicPeriod"/>
            </a:pPr>
            <a:r>
              <a:rPr lang="en-US" sz="2000" b="1" dirty="0">
                <a:solidFill>
                  <a:srgbClr val="273139"/>
                </a:solidFill>
                <a:latin typeface="Calibri"/>
                <a:ea typeface="Calibri"/>
                <a:cs typeface="Calibri"/>
                <a:sym typeface="Calibri"/>
              </a:rPr>
              <a:t>Interface Requirements: </a:t>
            </a:r>
            <a:r>
              <a:rPr lang="en-US" sz="2000" dirty="0">
                <a:solidFill>
                  <a:srgbClr val="273139"/>
                </a:solidFill>
                <a:latin typeface="Calibri"/>
                <a:ea typeface="Calibri"/>
                <a:cs typeface="Calibri"/>
                <a:sym typeface="Calibri"/>
              </a:rPr>
              <a:t>How software program communicates with each other or users.</a:t>
            </a:r>
            <a:endParaRPr sz="2000" dirty="0">
              <a:solidFill>
                <a:srgbClr val="000000"/>
              </a:solidFill>
              <a:latin typeface="Calibri"/>
              <a:ea typeface="Calibri"/>
              <a:cs typeface="Calibri"/>
              <a:sym typeface="Calibri"/>
            </a:endParaRPr>
          </a:p>
          <a:p>
            <a:pPr marL="12700" marR="5080" lvl="0" indent="-127000" algn="l" rtl="0">
              <a:lnSpc>
                <a:spcPct val="150000"/>
              </a:lnSpc>
              <a:spcBef>
                <a:spcPts val="0"/>
              </a:spcBef>
              <a:spcAft>
                <a:spcPts val="0"/>
              </a:spcAft>
              <a:buClr>
                <a:srgbClr val="273139"/>
              </a:buClr>
              <a:buSzPts val="2000"/>
              <a:buFont typeface="Calibri"/>
              <a:buAutoNum type="arabicPeriod"/>
            </a:pPr>
            <a:r>
              <a:rPr lang="en-US" sz="2000" b="1" dirty="0">
                <a:solidFill>
                  <a:srgbClr val="273139"/>
                </a:solidFill>
                <a:latin typeface="Calibri"/>
                <a:ea typeface="Calibri"/>
                <a:cs typeface="Calibri"/>
                <a:sym typeface="Calibri"/>
              </a:rPr>
              <a:t>Performance Requirements: </a:t>
            </a:r>
            <a:r>
              <a:rPr lang="en-US" sz="2000" dirty="0">
                <a:solidFill>
                  <a:srgbClr val="273139"/>
                </a:solidFill>
                <a:latin typeface="Calibri"/>
                <a:ea typeface="Calibri"/>
                <a:cs typeface="Calibri"/>
                <a:sym typeface="Calibri"/>
              </a:rPr>
              <a:t>How a software system performs desired functions under specific  condition is explained.</a:t>
            </a:r>
            <a:endParaRPr sz="2000" dirty="0">
              <a:solidFill>
                <a:srgbClr val="000000"/>
              </a:solidFill>
              <a:latin typeface="Calibri"/>
              <a:ea typeface="Calibri"/>
              <a:cs typeface="Calibri"/>
              <a:sym typeface="Calibri"/>
            </a:endParaRPr>
          </a:p>
          <a:p>
            <a:pPr marL="266700" marR="0" lvl="0" indent="-254634" algn="l" rtl="0">
              <a:spcBef>
                <a:spcPts val="1205"/>
              </a:spcBef>
              <a:spcAft>
                <a:spcPts val="0"/>
              </a:spcAft>
              <a:buClr>
                <a:srgbClr val="273139"/>
              </a:buClr>
              <a:buSzPts val="2000"/>
              <a:buFont typeface="Calibri"/>
              <a:buAutoNum type="arabicPeriod"/>
            </a:pPr>
            <a:r>
              <a:rPr lang="en-US" sz="2000" b="1" dirty="0">
                <a:solidFill>
                  <a:srgbClr val="273139"/>
                </a:solidFill>
                <a:latin typeface="Calibri"/>
                <a:ea typeface="Calibri"/>
                <a:cs typeface="Calibri"/>
                <a:sym typeface="Calibri"/>
              </a:rPr>
              <a:t>Design Constraints</a:t>
            </a:r>
            <a:r>
              <a:rPr lang="en-US" sz="2000" dirty="0">
                <a:solidFill>
                  <a:srgbClr val="273139"/>
                </a:solidFill>
                <a:latin typeface="Calibri"/>
                <a:ea typeface="Calibri"/>
                <a:cs typeface="Calibri"/>
                <a:sym typeface="Calibri"/>
              </a:rPr>
              <a:t>: Limitation or restriction are specified and explained for design team.</a:t>
            </a:r>
            <a:endParaRPr sz="2000" dirty="0">
              <a:solidFill>
                <a:srgbClr val="000000"/>
              </a:solidFill>
              <a:latin typeface="Calibri"/>
              <a:ea typeface="Calibri"/>
              <a:cs typeface="Calibri"/>
              <a:sym typeface="Calibri"/>
            </a:endParaRPr>
          </a:p>
          <a:p>
            <a:pPr marL="266700" marR="0" lvl="0" indent="-254634" algn="l" rtl="0">
              <a:spcBef>
                <a:spcPts val="1200"/>
              </a:spcBef>
              <a:spcAft>
                <a:spcPts val="0"/>
              </a:spcAft>
              <a:buClr>
                <a:srgbClr val="273139"/>
              </a:buClr>
              <a:buSzPts val="2000"/>
              <a:buFont typeface="Calibri"/>
              <a:buAutoNum type="arabicPeriod"/>
            </a:pPr>
            <a:r>
              <a:rPr lang="en-US" sz="2000" b="1" dirty="0">
                <a:solidFill>
                  <a:srgbClr val="273139"/>
                </a:solidFill>
                <a:latin typeface="Calibri"/>
                <a:ea typeface="Calibri"/>
                <a:cs typeface="Calibri"/>
                <a:sym typeface="Calibri"/>
              </a:rPr>
              <a:t>Non-Functional Attributes : </a:t>
            </a:r>
            <a:r>
              <a:rPr lang="en-US" sz="2000" dirty="0">
                <a:solidFill>
                  <a:srgbClr val="273139"/>
                </a:solidFill>
                <a:latin typeface="Calibri"/>
                <a:ea typeface="Calibri"/>
                <a:cs typeface="Calibri"/>
                <a:sym typeface="Calibri"/>
              </a:rPr>
              <a:t>Required by software system for better performance.</a:t>
            </a:r>
            <a:endParaRPr sz="2000" dirty="0">
              <a:solidFill>
                <a:srgbClr val="000000"/>
              </a:solidFill>
              <a:latin typeface="Calibri"/>
              <a:ea typeface="Calibri"/>
              <a:cs typeface="Calibri"/>
              <a:sym typeface="Calibri"/>
            </a:endParaRPr>
          </a:p>
          <a:p>
            <a:pPr marL="266700" marR="0" lvl="0" indent="-254634" algn="l" rtl="0">
              <a:spcBef>
                <a:spcPts val="1200"/>
              </a:spcBef>
              <a:spcAft>
                <a:spcPts val="0"/>
              </a:spcAft>
              <a:buClr>
                <a:srgbClr val="273139"/>
              </a:buClr>
              <a:buSzPts val="2000"/>
              <a:buFont typeface="Calibri"/>
              <a:buAutoNum type="arabicPeriod"/>
            </a:pPr>
            <a:r>
              <a:rPr lang="en-US" sz="2000" b="1" dirty="0">
                <a:solidFill>
                  <a:srgbClr val="273139"/>
                </a:solidFill>
                <a:latin typeface="Calibri"/>
                <a:ea typeface="Calibri"/>
                <a:cs typeface="Calibri"/>
                <a:sym typeface="Calibri"/>
              </a:rPr>
              <a:t>Preliminary Schedule and Budget:</a:t>
            </a:r>
            <a:endParaRPr sz="2000" dirty="0">
              <a:solidFill>
                <a:srgbClr val="000000"/>
              </a:solidFill>
              <a:latin typeface="Calibri"/>
              <a:ea typeface="Calibri"/>
              <a:cs typeface="Calibri"/>
              <a:sym typeface="Calibri"/>
            </a:endParaRPr>
          </a:p>
          <a:p>
            <a:pPr marL="266700" marR="0" lvl="0" indent="-254634" algn="l" rtl="0">
              <a:spcBef>
                <a:spcPts val="1200"/>
              </a:spcBef>
              <a:spcAft>
                <a:spcPts val="0"/>
              </a:spcAft>
              <a:buClr>
                <a:srgbClr val="273139"/>
              </a:buClr>
              <a:buSzPts val="2000"/>
              <a:buFont typeface="Calibri"/>
              <a:buAutoNum type="arabicPeriod"/>
            </a:pPr>
            <a:r>
              <a:rPr lang="en-US" sz="2000" b="1" dirty="0">
                <a:solidFill>
                  <a:srgbClr val="273139"/>
                </a:solidFill>
                <a:latin typeface="Calibri"/>
                <a:ea typeface="Calibri"/>
                <a:cs typeface="Calibri"/>
                <a:sym typeface="Calibri"/>
              </a:rPr>
              <a:t>Appendices</a:t>
            </a:r>
            <a:endParaRPr sz="2000" dirty="0">
              <a:solidFill>
                <a:srgbClr val="000000"/>
              </a:solidFill>
              <a:latin typeface="Calibri"/>
              <a:ea typeface="Calibri"/>
              <a:cs typeface="Calibri"/>
              <a:sym typeface="Calibri"/>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0610B23-BBCE-4D92-8FD3-5E78150D7502}"/>
                  </a:ext>
                </a:extLst>
              </p14:cNvPr>
              <p14:cNvContentPartPr/>
              <p14:nvPr/>
            </p14:nvContentPartPr>
            <p14:xfrm>
              <a:off x="4168080" y="2473920"/>
              <a:ext cx="4871160" cy="1757520"/>
            </p14:xfrm>
          </p:contentPart>
        </mc:Choice>
        <mc:Fallback xmlns="">
          <p:pic>
            <p:nvPicPr>
              <p:cNvPr id="2" name="Ink 1">
                <a:extLst>
                  <a:ext uri="{FF2B5EF4-FFF2-40B4-BE49-F238E27FC236}">
                    <a16:creationId xmlns:a16="http://schemas.microsoft.com/office/drawing/2014/main" id="{A0610B23-BBCE-4D92-8FD3-5E78150D7502}"/>
                  </a:ext>
                </a:extLst>
              </p:cNvPr>
              <p:cNvPicPr/>
              <p:nvPr/>
            </p:nvPicPr>
            <p:blipFill>
              <a:blip r:embed="rId4"/>
              <a:stretch>
                <a:fillRect/>
              </a:stretch>
            </p:blipFill>
            <p:spPr>
              <a:xfrm>
                <a:off x="4158720" y="2464560"/>
                <a:ext cx="4889880" cy="1776240"/>
              </a:xfrm>
              <a:prstGeom prst="rect">
                <a:avLst/>
              </a:prstGeom>
            </p:spPr>
          </p:pic>
        </mc:Fallback>
      </mc:AlternateContent>
    </p:spTree>
    <p:extLst>
      <p:ext uri="{BB962C8B-B14F-4D97-AF65-F5344CB8AC3E}">
        <p14:creationId xmlns:p14="http://schemas.microsoft.com/office/powerpoint/2010/main" val="34721226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96FD-1E33-4735-6648-981A6290DA35}"/>
              </a:ext>
            </a:extLst>
          </p:cNvPr>
          <p:cNvSpPr>
            <a:spLocks noGrp="1"/>
          </p:cNvSpPr>
          <p:nvPr>
            <p:ph type="title"/>
          </p:nvPr>
        </p:nvSpPr>
        <p:spPr>
          <a:xfrm>
            <a:off x="916939" y="177164"/>
            <a:ext cx="3327400" cy="984885"/>
          </a:xfrm>
        </p:spPr>
        <p:txBody>
          <a:bodyPr/>
          <a:lstStyle/>
          <a:p>
            <a:r>
              <a:rPr lang="en-US" dirty="0"/>
              <a:t>Benefits of an SRS:</a:t>
            </a:r>
            <a:br>
              <a:rPr lang="en-US" dirty="0"/>
            </a:br>
            <a:endParaRPr lang="en-IN" dirty="0"/>
          </a:p>
        </p:txBody>
      </p:sp>
      <p:sp>
        <p:nvSpPr>
          <p:cNvPr id="3" name="Text Placeholder 2">
            <a:extLst>
              <a:ext uri="{FF2B5EF4-FFF2-40B4-BE49-F238E27FC236}">
                <a16:creationId xmlns:a16="http://schemas.microsoft.com/office/drawing/2014/main" id="{AEAB5024-9463-76AC-EBEE-9473969C9498}"/>
              </a:ext>
            </a:extLst>
          </p:cNvPr>
          <p:cNvSpPr>
            <a:spLocks noGrp="1"/>
          </p:cNvSpPr>
          <p:nvPr>
            <p:ph type="body" idx="1"/>
          </p:nvPr>
        </p:nvSpPr>
        <p:spPr>
          <a:xfrm>
            <a:off x="916939" y="788732"/>
            <a:ext cx="10358120" cy="5355312"/>
          </a:xfrm>
        </p:spPr>
        <p:txBody>
          <a:bodyPr/>
          <a:lstStyle/>
          <a:p>
            <a:r>
              <a:rPr lang="en-US" sz="2800" b="1" dirty="0"/>
              <a:t>Clear communication</a:t>
            </a:r>
            <a:r>
              <a:rPr lang="en-US" sz="2800" dirty="0"/>
              <a:t>: An SRS ensures everyone involved in the project understands the software's requirements. This helps to avoid misunderstandings and rework later in the development process.</a:t>
            </a:r>
          </a:p>
          <a:p>
            <a:r>
              <a:rPr lang="en-US" sz="2800" b="1" dirty="0"/>
              <a:t>Reduced risk of errors</a:t>
            </a:r>
            <a:r>
              <a:rPr lang="en-US" sz="2800" dirty="0"/>
              <a:t>: A well-defined SRS can help to identify and mitigate potential risks early on.</a:t>
            </a:r>
          </a:p>
          <a:p>
            <a:r>
              <a:rPr lang="en-US" sz="2800" b="1" dirty="0"/>
              <a:t>Improved project management</a:t>
            </a:r>
            <a:r>
              <a:rPr lang="en-US" sz="2800" dirty="0"/>
              <a:t>: An SRS provides a roadmap for the development team, which can help to improve project planning and execution.</a:t>
            </a:r>
          </a:p>
          <a:p>
            <a:r>
              <a:rPr lang="en-US" sz="2800" b="1" dirty="0"/>
              <a:t>Increased quality</a:t>
            </a:r>
            <a:r>
              <a:rPr lang="en-US" sz="2800" dirty="0"/>
              <a:t>: A clear understanding of the requirements can help to ensure that the software is built to meet the needs of its users.</a:t>
            </a:r>
            <a:endParaRPr lang="en-IN" sz="28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C5BF57D-1497-4658-A6EF-66DF5229B736}"/>
                  </a:ext>
                </a:extLst>
              </p14:cNvPr>
              <p14:cNvContentPartPr/>
              <p14:nvPr/>
            </p14:nvContentPartPr>
            <p14:xfrm>
              <a:off x="513720" y="3533400"/>
              <a:ext cx="651240" cy="1355400"/>
            </p14:xfrm>
          </p:contentPart>
        </mc:Choice>
        <mc:Fallback xmlns="">
          <p:pic>
            <p:nvPicPr>
              <p:cNvPr id="4" name="Ink 3">
                <a:extLst>
                  <a:ext uri="{FF2B5EF4-FFF2-40B4-BE49-F238E27FC236}">
                    <a16:creationId xmlns:a16="http://schemas.microsoft.com/office/drawing/2014/main" id="{DC5BF57D-1497-4658-A6EF-66DF5229B736}"/>
                  </a:ext>
                </a:extLst>
              </p:cNvPr>
              <p:cNvPicPr/>
              <p:nvPr/>
            </p:nvPicPr>
            <p:blipFill>
              <a:blip r:embed="rId3"/>
              <a:stretch>
                <a:fillRect/>
              </a:stretch>
            </p:blipFill>
            <p:spPr>
              <a:xfrm>
                <a:off x="504360" y="3524040"/>
                <a:ext cx="669960" cy="1374120"/>
              </a:xfrm>
              <a:prstGeom prst="rect">
                <a:avLst/>
              </a:prstGeom>
            </p:spPr>
          </p:pic>
        </mc:Fallback>
      </mc:AlternateContent>
    </p:spTree>
    <p:extLst>
      <p:ext uri="{BB962C8B-B14F-4D97-AF65-F5344CB8AC3E}">
        <p14:creationId xmlns:p14="http://schemas.microsoft.com/office/powerpoint/2010/main" val="21292964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11823</TotalTime>
  <Words>5393</Words>
  <Application>Microsoft Office PowerPoint</Application>
  <PresentationFormat>Widescreen</PresentationFormat>
  <Paragraphs>479</Paragraphs>
  <Slides>77</Slides>
  <Notes>62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77</vt:i4>
      </vt:variant>
    </vt:vector>
  </HeadingPairs>
  <TitlesOfParts>
    <vt:vector size="85" baseType="lpstr">
      <vt:lpstr>Arial</vt:lpstr>
      <vt:lpstr>Calibri</vt:lpstr>
      <vt:lpstr>Calibri </vt:lpstr>
      <vt:lpstr>Calibri Light</vt:lpstr>
      <vt:lpstr>Noto Sans Symbols</vt:lpstr>
      <vt:lpstr>Times New Roman</vt:lpstr>
      <vt:lpstr>Wingdings</vt:lpstr>
      <vt:lpstr>Office Theme</vt:lpstr>
      <vt:lpstr>OOAD</vt:lpstr>
      <vt:lpstr>PowerPoint Presentation</vt:lpstr>
      <vt:lpstr>What is the UML?</vt:lpstr>
      <vt:lpstr>What is the UML?</vt:lpstr>
      <vt:lpstr>PowerPoint Presentation</vt:lpstr>
      <vt:lpstr>PowerPoint Presentation</vt:lpstr>
      <vt:lpstr>What is the UML?</vt:lpstr>
      <vt:lpstr>What is the UML?</vt:lpstr>
      <vt:lpstr>Conceptual Model of the UML</vt:lpstr>
      <vt:lpstr>Conceptual Model of the UML - Things</vt:lpstr>
      <vt:lpstr>Structural Things</vt:lpstr>
      <vt:lpstr>Conceptual Model of the UML</vt:lpstr>
      <vt:lpstr>Conceptual Model of the UML</vt:lpstr>
      <vt:lpstr>Conceptual Model of the UML</vt:lpstr>
      <vt:lpstr>Conceptual Model of the UML</vt:lpstr>
      <vt:lpstr>Conceptual Model of the UML</vt:lpstr>
      <vt:lpstr>Conceptual Model of the UML</vt:lpstr>
      <vt:lpstr>Conceptual Model of the UML</vt:lpstr>
      <vt:lpstr>Conceptual Model of the UML</vt:lpstr>
      <vt:lpstr>Conceptual Model of the UML</vt:lpstr>
      <vt:lpstr>Conceptual Model of the UML</vt:lpstr>
      <vt:lpstr>Conceptual Model of the UML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Realization</vt:lpstr>
      <vt:lpstr>PowerPoint Presentation</vt:lpstr>
      <vt:lpstr>PowerPoint Presentation</vt:lpstr>
      <vt:lpstr>PowerPoint Presentation</vt:lpstr>
      <vt:lpstr>Visibility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1 -16/01/26</vt:lpstr>
      <vt:lpstr>3. UML Diagrams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Rules of the UML</vt:lpstr>
      <vt:lpstr>PowerPoint Presentation</vt:lpstr>
      <vt:lpstr>Common mechanisms in UML </vt:lpstr>
      <vt:lpstr>PowerPoint Presentation</vt:lpstr>
      <vt:lpstr>PowerPoint Presentation</vt:lpstr>
      <vt:lpstr>PowerPoint Presentation</vt:lpstr>
      <vt:lpstr>PowerPoint Presentation</vt:lpstr>
      <vt:lpstr>PowerPoint Presentation</vt:lpstr>
      <vt:lpstr>Architecture</vt:lpstr>
      <vt:lpstr>Architecture</vt:lpstr>
      <vt:lpstr>PowerPoint Presentation</vt:lpstr>
      <vt:lpstr>PowerPoint Presentation</vt:lpstr>
      <vt:lpstr>Process view</vt:lpstr>
      <vt:lpstr> Implementation view </vt:lpstr>
      <vt:lpstr>PowerPoint Presentation</vt:lpstr>
      <vt:lpstr>Software Development Life Cycle</vt:lpstr>
      <vt:lpstr>Software Development Life Cycle</vt:lpstr>
      <vt:lpstr>Software Development Life Cycle</vt:lpstr>
      <vt:lpstr>Software Requirement Specification (SRS)</vt:lpstr>
      <vt:lpstr>Benefits of an SRS: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OOAD</dc:title>
  <dc:creator>IIITKOTTAYAM</dc:creator>
  <cp:lastModifiedBy>IIITKOTTAYAM</cp:lastModifiedBy>
  <cp:revision>55</cp:revision>
  <dcterms:created xsi:type="dcterms:W3CDTF">2025-01-21T10:43:33Z</dcterms:created>
  <dcterms:modified xsi:type="dcterms:W3CDTF">2026-01-22T10:17:59Z</dcterms:modified>
</cp:coreProperties>
</file>